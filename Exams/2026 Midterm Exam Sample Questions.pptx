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4"/>
  </p:notesMasterIdLst>
  <p:sldIdLst>
    <p:sldId id="256" r:id="rId2"/>
    <p:sldId id="285" r:id="rId3"/>
  </p:sldIdLst>
  <p:sldSz cx="9144000" cy="5143500" type="screen16x9"/>
  <p:notesSz cx="6858000" cy="9144000"/>
  <p:embeddedFontLst>
    <p:embeddedFont>
      <p:font typeface="Roboto" panose="02000000000000000000" pitchFamily="2" charset="0"/>
      <p:regular r:id="rId5"/>
      <p:bold r:id="rId6"/>
      <p:italic r:id="rId7"/>
      <p:boldItalic r:id="rId8"/>
    </p:embeddedFont>
    <p:embeddedFont>
      <p:font typeface="Roboto Light" panose="02000000000000000000" pitchFamily="2" charset="0"/>
      <p:regular r:id="rId9"/>
      <p:bold r:id="rId10"/>
      <p:italic r:id="rId11"/>
      <p:boldItalic r:id="rId12"/>
    </p:embeddedFont>
    <p:embeddedFont>
      <p:font typeface="Roboto Medium" panose="020000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40098EA-F5DE-4482-BE86-79975F08261D}">
  <a:tblStyle styleId="{640098EA-F5DE-4482-BE86-79975F08261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10" Type="http://schemas.openxmlformats.org/officeDocument/2006/relationships/font" Target="fonts/font6.fntdata"/><Relationship Id="rId19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9db0c4538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e9db0c4538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template credit: Josh Hug, Lisa Yan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g2efee653596_1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g2efee653596_1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then after that after the midterm maybe we switch into layer four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14:15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we start thinking about how do you actually build a reliable protocol so we showed you that little super simple Bob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14:21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sending 10 packets reliability protocol and some people pointed out there are some bugs in that that we didn't really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14:27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address and you're right a real solid state-of-the-art reli reliability protocol will take us four lectures to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14:34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build so we're going to spend two lectures building TCP to ensure reliability and then we'll spend two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14:40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more lectures talking about congestion control so that we ensure that the NH host don't overload the links and these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14:47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are associated with the third project which is all about transport and implementing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14:52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TCP and then after that two lectures at layer seven so we're basically moving up the stack and at layer seven there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14:59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there's two applications that we'll talk about one of them is DNS one of them is HTTP I won't talk about them any further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15:05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here because you'll get them a lot later but there are examples of things that we can build on top of the network to make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15:12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everything work and once we've traveled across all the layers in lecture 16 and 17 we'll go back and clean up all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15:19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little missing pieces that we haven't really touched yet to form what we call the end to endend picture so by lecture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15:26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17 you will finally get the ultimate picture of what exactly happens when I send a packet from point A to point B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15:32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all of the missing pieces will get filled in we'll go through all these protocols that didn't really fit anywhere else but have to be covered 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15:40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we'll also spend a little bit of time at Layer Two and everything will be connected up so we'll spend a lot of time at layers three four and seven 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15:47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once we do that we'll Circle back and tie it all together in lectures 16 and 17 so that's the next part of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15:57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semester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right">
  <p:cSld name="SECTION_TITLE_AND_DESCRIPTION_2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ubTitle" idx="1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left">
  <p:cSld name="SECTION_TITLE_AND_DESCRIPTION_2_1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2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">
  <p:cSld name="SECTION_TITLE_AND_DESCRIPTION_2_1_1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1">
  <p:cSld name="SECTION_TITLE_AND_DESCRIPTION_2_1_1_2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Solution">
  <p:cSld name="SECTION_TITLE_AND_DESCRIPTION_2_1_1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TITLE_AND_DESCRIPTION_3">
  <p:cSld name="SECTION_TITLE_AND_DESCRIPTION_3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2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_1">
    <p:bg>
      <p:bgPr>
        <a:solidFill>
          <a:schemeClr val="dk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lude">
  <p:cSld name="SECTION_TITLE_AND_DESCRIPTION_1_3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" name="Google Shape;107;p18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SECTION_TITLE_AND_DESCRIPTION_1_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left">
  <p:cSld name="SECTION_TITLE_AND_DESCRIPTION_1_1_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1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body" idx="2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left, Heading">
  <p:cSld name="SECTION_TITLE_AND_DESCRIPTION_1_1_1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1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body" idx="2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subTitle" idx="3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right">
  <p:cSld name="SECTION_TITLE_AND_DESCRIPTION_1_2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body" idx="2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889103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1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144" name="Google Shape;144;p24"/>
          <p:cNvSpPr txBox="1"/>
          <p:nvPr/>
        </p:nvSpPr>
        <p:spPr>
          <a:xfrm>
            <a:off x="131449" y="1794163"/>
            <a:ext cx="8709600" cy="126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CSC175 Spring 2026 Sample Exam Quesitos</a:t>
            </a:r>
            <a:endParaRPr sz="3600" dirty="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p5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-NL" dirty="0">
                <a:solidFill>
                  <a:schemeClr val="accent3"/>
                </a:solidFill>
              </a:rPr>
              <a:t>Lecture 5.3 - Link-State</a:t>
            </a:r>
            <a:endParaRPr dirty="0"/>
          </a:p>
        </p:txBody>
      </p:sp>
      <p:sp>
        <p:nvSpPr>
          <p:cNvPr id="1822" name="Google Shape;1822;p53"/>
          <p:cNvSpPr txBox="1">
            <a:spLocks noGrp="1"/>
          </p:cNvSpPr>
          <p:nvPr>
            <p:ph type="body" idx="1"/>
          </p:nvPr>
        </p:nvSpPr>
        <p:spPr>
          <a:xfrm>
            <a:off x="107051" y="402200"/>
            <a:ext cx="4616150" cy="45092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360363" indent="-246063">
              <a:buFont typeface="Arial" panose="020B0604020202020204" pitchFamily="34" charset="0"/>
              <a:buChar char="•"/>
            </a:pPr>
            <a:r>
              <a:rPr lang="en-US" altLang="zh-CN" dirty="0"/>
              <a:t>Consider the following network graph with three hosts (A, B, C) and six routers (R1 - R6). For the following questions, assume that the routers run a link-state routing protocol and the routing state has converged. Every link is up unless otherwise noted. When picking between equal-cost paths, the routers pick the route through the neighbor with the lower ID number.</a:t>
            </a:r>
          </a:p>
          <a:p>
            <a:pPr marL="627063" lvl="2" indent="-180975">
              <a:buFont typeface="Arial" panose="020B0604020202020204" pitchFamily="34" charset="0"/>
              <a:buChar char="•"/>
              <a:tabLst>
                <a:tab pos="627063" algn="l"/>
              </a:tabLst>
            </a:pPr>
            <a:r>
              <a:rPr lang="en-US" altLang="zh-CN" dirty="0"/>
              <a:t>Note that all subparts are independent questions (changes made in one subpart do not affect the subsequent ones).</a:t>
            </a:r>
          </a:p>
          <a:p>
            <a:pPr marL="360363" indent="-246063">
              <a:buFont typeface="Arial" panose="020B0604020202020204" pitchFamily="34" charset="0"/>
              <a:buChar char="•"/>
            </a:pPr>
            <a:r>
              <a:rPr lang="en-US" altLang="zh-CN" dirty="0"/>
              <a:t>Q1. Suppose that the link between R3 and R4 goes down. R3 and R4 have recomputed their routes, but they have not yet sent updates. What route will a packet from A to C take?</a:t>
            </a:r>
          </a:p>
          <a:p>
            <a:pPr marL="360363" indent="-246063">
              <a:buFont typeface="Arial" panose="020B0604020202020204" pitchFamily="34" charset="0"/>
              <a:buChar char="•"/>
            </a:pPr>
            <a:r>
              <a:rPr lang="en-US" altLang="zh-CN" dirty="0"/>
              <a:t>Q4.2 (2 points) Suppose that the link between R2 and R3 goes down. R2 and R3 have recomputed their</a:t>
            </a:r>
          </a:p>
          <a:p>
            <a:pPr marL="360363" indent="-246063">
              <a:buFont typeface="Arial" panose="020B0604020202020204" pitchFamily="34" charset="0"/>
              <a:buChar char="•"/>
            </a:pPr>
            <a:r>
              <a:rPr lang="en-US" altLang="zh-CN" dirty="0"/>
              <a:t>routes, but have not yet sent updates. What route will a packet from A to C take? </a:t>
            </a:r>
            <a:br>
              <a:rPr lang="en-US" altLang="zh-CN" dirty="0"/>
            </a:b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DFB041-BB88-F60F-06EA-82433024A6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A6AF53-1090-46BF-4B97-4DD6AA47EB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937594"/>
            <a:ext cx="4398624" cy="23013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556</Words>
  <Application>Microsoft Office PowerPoint</Application>
  <PresentationFormat>On-screen Show (16:9)</PresentationFormat>
  <Paragraphs>43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Roboto Medium</vt:lpstr>
      <vt:lpstr>Arial</vt:lpstr>
      <vt:lpstr>Roboto Light</vt:lpstr>
      <vt:lpstr>Roboto</vt:lpstr>
      <vt:lpstr>Simple Lecture</vt:lpstr>
      <vt:lpstr>PowerPoint Presentation</vt:lpstr>
      <vt:lpstr>Lecture 5.3 - Link-State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Zonghua Gu</dc:creator>
  <cp:lastModifiedBy>Zonghua Gu</cp:lastModifiedBy>
  <cp:revision>4</cp:revision>
  <dcterms:modified xsi:type="dcterms:W3CDTF">2026-03-30T18:18:29Z</dcterms:modified>
</cp:coreProperties>
</file>