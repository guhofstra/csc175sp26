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4"/>
  </p:notesMasterIdLst>
  <p:sldIdLst>
    <p:sldId id="256" r:id="rId3"/>
  </p:sldIdLst>
  <p:sldSz cx="9144000" cy="5143500" type="screen16x9"/>
  <p:notesSz cx="6858000" cy="9144000"/>
  <p:embeddedFontLst>
    <p:embeddedFont>
      <p:font typeface="Roboto" panose="02000000000000000000" pitchFamily="2" charset="0"/>
      <p:regular r:id="rId5"/>
      <p:bold r:id="rId6"/>
      <p:italic r:id="rId7"/>
      <p:boldItalic r:id="rId8"/>
    </p:embeddedFont>
    <p:embeddedFont>
      <p:font typeface="Roboto Light" panose="02000000000000000000" pitchFamily="2" charset="0"/>
      <p:regular r:id="rId9"/>
      <p:bold r:id="rId10"/>
      <p:italic r:id="rId11"/>
      <p:boldItalic r:id="rId12"/>
    </p:embeddedFont>
    <p:embeddedFont>
      <p:font typeface="Roboto Medium" panose="02000000000000000000" pitchFamily="2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40098EA-F5DE-4482-BE86-79975F08261D}">
  <a:tblStyle styleId="{640098EA-F5DE-4482-BE86-79975F08261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636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10" Type="http://schemas.openxmlformats.org/officeDocument/2006/relationships/font" Target="fonts/font6.fntdata"/><Relationship Id="rId19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e9db0c4538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e9db0c4538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Slides template credit: Josh Hug, Lisa Yan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572700"/>
            <a:ext cx="8520600" cy="4026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25190043"/>
      </p:ext>
    </p:extLst>
  </p:cSld>
  <p:clrMap bg1="lt1" tx1="dk1" bg2="dk2" tx2="lt2" accent1="accent1" accent2="accent2" accent3="accent3" accent4="accent4" accent5="accent5" accent6="accent6" hlink="hlink" folHlink="folHlink"/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144" name="Google Shape;144;p24"/>
          <p:cNvSpPr txBox="1"/>
          <p:nvPr/>
        </p:nvSpPr>
        <p:spPr>
          <a:xfrm>
            <a:off x="131449" y="1794163"/>
            <a:ext cx="8709600" cy="126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CSC175 Spring 2026 </a:t>
            </a:r>
            <a:r>
              <a:rPr lang="en-US" altLang="zh-CN" sz="3600" dirty="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Final</a:t>
            </a:r>
            <a:r>
              <a:rPr lang="en" sz="3600" dirty="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 Exam </a:t>
            </a:r>
            <a:r>
              <a:rPr lang="en-US" altLang="zh-CN" sz="3600" dirty="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Sample </a:t>
            </a:r>
            <a:r>
              <a:rPr lang="en" sz="3600" dirty="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Quesito</a:t>
            </a:r>
            <a:r>
              <a:rPr lang="en-US" altLang="zh-CN" sz="3600" dirty="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n</a:t>
            </a:r>
            <a:r>
              <a:rPr lang="en" sz="3600" dirty="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s ANS</a:t>
            </a:r>
            <a:endParaRPr sz="3600" dirty="0">
              <a:solidFill>
                <a:srgbClr val="0B539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</TotalTime>
  <Words>20</Words>
  <Application>Microsoft Office PowerPoint</Application>
  <PresentationFormat>On-screen Show (16:9)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Roboto Medium</vt:lpstr>
      <vt:lpstr>Arial</vt:lpstr>
      <vt:lpstr>Roboto Light</vt:lpstr>
      <vt:lpstr>Roboto</vt:lpstr>
      <vt:lpstr>Simple Lecture</vt:lpstr>
      <vt:lpstr>1_Simple Lecture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Zonghua Gu</dc:creator>
  <cp:lastModifiedBy>Zonghua Gu</cp:lastModifiedBy>
  <cp:revision>8</cp:revision>
  <dcterms:modified xsi:type="dcterms:W3CDTF">2026-04-09T17:31:17Z</dcterms:modified>
</cp:coreProperties>
</file>