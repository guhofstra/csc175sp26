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
  </p:notesMasterIdLst>
  <p:sldIdLst>
    <p:sldId id="256" r:id="rId2"/>
    <p:sldId id="277" r:id="rId3"/>
    <p:sldId id="280" r:id="rId4"/>
    <p:sldId id="271" r:id="rId5"/>
    <p:sldId id="257" r:id="rId6"/>
    <p:sldId id="284" r:id="rId7"/>
    <p:sldId id="263" r:id="rId8"/>
    <p:sldId id="283" r:id="rId9"/>
    <p:sldId id="282" r:id="rId10"/>
    <p:sldId id="259" r:id="rId11"/>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7845" autoAdjust="0"/>
  </p:normalViewPr>
  <p:slideViewPr>
    <p:cSldViewPr>
      <p:cViewPr varScale="1">
        <p:scale>
          <a:sx n="82" d="100"/>
          <a:sy n="82" d="100"/>
        </p:scale>
        <p:origin x="1032" y="96"/>
      </p:cViewPr>
      <p:guideLst>
        <p:guide orient="horz" pos="2160"/>
        <p:guide pos="3840"/>
      </p:guideLst>
    </p:cSldViewPr>
  </p:slideViewPr>
  <p:notesTextViewPr>
    <p:cViewPr>
      <p:scale>
        <a:sx n="1" d="1"/>
        <a:sy n="1" d="1"/>
      </p:scale>
      <p:origin x="0" y="0"/>
    </p:cViewPr>
  </p:notesTextViewPr>
  <p:sorterViewPr>
    <p:cViewPr>
      <p:scale>
        <a:sx n="200" d="100"/>
        <a:sy n="200" d="100"/>
      </p:scale>
      <p:origin x="0" y="-7572"/>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2-02T22:23:44.980" v="4856" actId="478"/>
      <pc:docMkLst>
        <pc:docMk/>
      </pc:docMkLst>
      <pc:sldChg chg="addSp delSp modSp mod">
        <pc:chgData name="Zonghua Gu" userId="9a7e1853e1951ef5" providerId="LiveId" clId="{CF1FAA12-072C-4ED5-BA76-0FFFAEFDB88A}" dt="2025-11-12T01:11:54.281" v="4757" actId="20577"/>
        <pc:sldMkLst>
          <pc:docMk/>
          <pc:sldMk cId="3410570449" sldId="285"/>
        </pc:sldMkLst>
        <pc:spChg chg="add mod">
          <ac:chgData name="Zonghua Gu" userId="9a7e1853e1951ef5" providerId="LiveId" clId="{CF1FAA12-072C-4ED5-BA76-0FFFAEFDB88A}" dt="2025-11-12T01:11:54.281" v="4757" actId="20577"/>
          <ac:spMkLst>
            <pc:docMk/>
            <pc:sldMk cId="3410570449" sldId="285"/>
            <ac:spMk id="8" creationId="{070E943D-54D2-737B-8F17-C236B0E07369}"/>
          </ac:spMkLst>
        </pc:spChg>
      </pc:sldChg>
      <pc:sldChg chg="modSp mod">
        <pc:chgData name="Zonghua Gu" userId="9a7e1853e1951ef5" providerId="LiveId" clId="{CF1FAA12-072C-4ED5-BA76-0FFFAEFDB88A}" dt="2025-11-07T00:06:25.518" v="3299" actId="20577"/>
        <pc:sldMkLst>
          <pc:docMk/>
          <pc:sldMk cId="2121641431" sldId="298"/>
        </pc:sldMkLst>
        <pc:spChg chg="mod">
          <ac:chgData name="Zonghua Gu" userId="9a7e1853e1951ef5" providerId="LiveId" clId="{CF1FAA12-072C-4ED5-BA76-0FFFAEFDB88A}" dt="2025-11-07T00:06:25.518" v="3299" actId="20577"/>
          <ac:spMkLst>
            <pc:docMk/>
            <pc:sldMk cId="2121641431" sldId="298"/>
            <ac:spMk id="119811" creationId="{00000000-0000-0000-0000-000000000000}"/>
          </ac:spMkLst>
        </pc:spChg>
        <pc:spChg chg="mod">
          <ac:chgData name="Zonghua Gu" userId="9a7e1853e1951ef5" providerId="LiveId" clId="{CF1FAA12-072C-4ED5-BA76-0FFFAEFDB88A}" dt="2025-11-07T00:06:22.684" v="3298" actId="20577"/>
          <ac:spMkLst>
            <pc:docMk/>
            <pc:sldMk cId="2121641431" sldId="298"/>
            <ac:spMk id="119812" creationId="{00000000-0000-0000-0000-000000000000}"/>
          </ac:spMkLst>
        </pc:spChg>
      </pc:sldChg>
      <pc:sldChg chg="addSp modSp mod">
        <pc:chgData name="Zonghua Gu" userId="9a7e1853e1951ef5" providerId="LiveId" clId="{CF1FAA12-072C-4ED5-BA76-0FFFAEFDB88A}" dt="2025-11-02T12:50:04.518" v="3036"/>
        <pc:sldMkLst>
          <pc:docMk/>
          <pc:sldMk cId="3184454" sldId="313"/>
        </pc:sldMkLst>
      </pc:sldChg>
      <pc:sldChg chg="modSp mod">
        <pc:chgData name="Zonghua Gu" userId="9a7e1853e1951ef5" providerId="LiveId" clId="{CF1FAA12-072C-4ED5-BA76-0FFFAEFDB88A}" dt="2025-11-12T01:25:53.190" v="4810" actId="14100"/>
        <pc:sldMkLst>
          <pc:docMk/>
          <pc:sldMk cId="207599578" sldId="317"/>
        </pc:sldMkLst>
        <pc:spChg chg="mod">
          <ac:chgData name="Zonghua Gu" userId="9a7e1853e1951ef5" providerId="LiveId" clId="{CF1FAA12-072C-4ED5-BA76-0FFFAEFDB88A}" dt="2025-11-12T01:25:53.190" v="4810" actId="14100"/>
          <ac:spMkLst>
            <pc:docMk/>
            <pc:sldMk cId="207599578" sldId="317"/>
            <ac:spMk id="4" creationId="{00000000-0000-0000-0000-000000000000}"/>
          </ac:spMkLst>
        </pc:spChg>
        <pc:spChg chg="mod">
          <ac:chgData name="Zonghua Gu" userId="9a7e1853e1951ef5" providerId="LiveId" clId="{CF1FAA12-072C-4ED5-BA76-0FFFAEFDB88A}" dt="2025-11-12T01:25:42.189" v="4808" actId="1076"/>
          <ac:spMkLst>
            <pc:docMk/>
            <pc:sldMk cId="207599578" sldId="317"/>
            <ac:spMk id="11" creationId="{5068A1AF-722F-F81B-ABAF-811986421AAA}"/>
          </ac:spMkLst>
        </pc:spChg>
      </pc:sldChg>
      <pc:sldChg chg="addSp delSp modSp mod">
        <pc:chgData name="Zonghua Gu" userId="9a7e1853e1951ef5" providerId="LiveId" clId="{CF1FAA12-072C-4ED5-BA76-0FFFAEFDB88A}" dt="2025-11-12T01:17:17.556" v="4790" actId="20577"/>
        <pc:sldMkLst>
          <pc:docMk/>
          <pc:sldMk cId="956433268" sldId="321"/>
        </pc:sldMkLst>
        <pc:graphicFrameChg chg="add mod modGraphic">
          <ac:chgData name="Zonghua Gu" userId="9a7e1853e1951ef5" providerId="LiveId" clId="{CF1FAA12-072C-4ED5-BA76-0FFFAEFDB88A}" dt="2025-11-11T23:18:12.114" v="3732" actId="1035"/>
          <ac:graphicFrameMkLst>
            <pc:docMk/>
            <pc:sldMk cId="956433268" sldId="321"/>
            <ac:graphicFrameMk id="4" creationId="{8989EC59-E611-F201-0209-F4496711ACCE}"/>
          </ac:graphicFrameMkLst>
        </pc:graphicFrameChg>
        <pc:graphicFrameChg chg="mod modGraphic">
          <ac:chgData name="Zonghua Gu" userId="9a7e1853e1951ef5" providerId="LiveId" clId="{CF1FAA12-072C-4ED5-BA76-0FFFAEFDB88A}" dt="2025-11-12T01:17:17.556" v="4790" actId="20577"/>
          <ac:graphicFrameMkLst>
            <pc:docMk/>
            <pc:sldMk cId="956433268" sldId="321"/>
            <ac:graphicFrameMk id="8" creationId="{00000000-0000-0000-0000-000000000000}"/>
          </ac:graphicFrameMkLst>
        </pc:graphicFrameChg>
      </pc:sldChg>
      <pc:sldChg chg="modSp mod">
        <pc:chgData name="Zonghua Gu" userId="9a7e1853e1951ef5" providerId="LiveId" clId="{CF1FAA12-072C-4ED5-BA76-0FFFAEFDB88A}" dt="2025-11-12T01:34:42.025" v="4843" actId="20577"/>
        <pc:sldMkLst>
          <pc:docMk/>
          <pc:sldMk cId="2331627715" sldId="325"/>
        </pc:sldMkLst>
        <pc:graphicFrameChg chg="modGraphic">
          <ac:chgData name="Zonghua Gu" userId="9a7e1853e1951ef5" providerId="LiveId" clId="{CF1FAA12-072C-4ED5-BA76-0FFFAEFDB88A}" dt="2025-11-12T01:34:42.025" v="4843" actId="20577"/>
          <ac:graphicFrameMkLst>
            <pc:docMk/>
            <pc:sldMk cId="2331627715" sldId="325"/>
            <ac:graphicFrameMk id="4" creationId="{7F82155A-10D1-2BC7-1D07-F345C9BE816C}"/>
          </ac:graphicFrameMkLst>
        </pc:graphicFrameChg>
      </pc:sldChg>
      <pc:sldChg chg="modSp mod">
        <pc:chgData name="Zonghua Gu" userId="9a7e1853e1951ef5" providerId="LiveId" clId="{CF1FAA12-072C-4ED5-BA76-0FFFAEFDB88A}" dt="2025-11-12T01:18:34.117" v="4798" actId="20577"/>
        <pc:sldMkLst>
          <pc:docMk/>
          <pc:sldMk cId="4291846176" sldId="334"/>
        </pc:sldMkLst>
        <pc:spChg chg="mod">
          <ac:chgData name="Zonghua Gu" userId="9a7e1853e1951ef5" providerId="LiveId" clId="{CF1FAA12-072C-4ED5-BA76-0FFFAEFDB88A}" dt="2025-11-12T00:20:25.643" v="4741"/>
          <ac:spMkLst>
            <pc:docMk/>
            <pc:sldMk cId="4291846176" sldId="334"/>
            <ac:spMk id="2" creationId="{00000000-0000-0000-0000-000000000000}"/>
          </ac:spMkLst>
        </pc:spChg>
        <pc:graphicFrameChg chg="mod modGraphic">
          <ac:chgData name="Zonghua Gu" userId="9a7e1853e1951ef5" providerId="LiveId" clId="{CF1FAA12-072C-4ED5-BA76-0FFFAEFDB88A}" dt="2025-11-12T01:18:34.117" v="4798" actId="20577"/>
          <ac:graphicFrameMkLst>
            <pc:docMk/>
            <pc:sldMk cId="4291846176" sldId="334"/>
            <ac:graphicFrameMk id="5" creationId="{00000000-0000-0000-0000-000000000000}"/>
          </ac:graphicFrameMkLst>
        </pc:graphicFrameChg>
      </pc:sldChg>
      <pc:sldChg chg="addSp delSp modSp add mod modNotesTx">
        <pc:chgData name="Zonghua Gu" userId="9a7e1853e1951ef5" providerId="LiveId" clId="{CF1FAA12-072C-4ED5-BA76-0FFFAEFDB88A}" dt="2025-11-12T00:06:29.796" v="4574" actId="5793"/>
        <pc:sldMkLst>
          <pc:docMk/>
          <pc:sldMk cId="4015228595" sldId="335"/>
        </pc:sldMkLst>
        <pc:graphicFrameChg chg="mod modGraphic">
          <ac:chgData name="Zonghua Gu" userId="9a7e1853e1951ef5" providerId="LiveId" clId="{CF1FAA12-072C-4ED5-BA76-0FFFAEFDB88A}" dt="2025-11-12T00:06:29.796" v="4574" actId="5793"/>
          <ac:graphicFrameMkLst>
            <pc:docMk/>
            <pc:sldMk cId="4015228595" sldId="335"/>
            <ac:graphicFrameMk id="2" creationId="{40C49EE2-02DE-71EF-C8DB-8AA0416FD388}"/>
          </ac:graphicFrameMkLst>
        </pc:graphicFrameChg>
      </pc:sldChg>
      <pc:sldChg chg="modSp mod">
        <pc:chgData name="Zonghua Gu" userId="9a7e1853e1951ef5" providerId="LiveId" clId="{CF1FAA12-072C-4ED5-BA76-0FFFAEFDB88A}" dt="2025-11-06T23:55:35.215" v="3297" actId="1035"/>
        <pc:sldMkLst>
          <pc:docMk/>
          <pc:sldMk cId="2162368129" sldId="349"/>
        </pc:sldMkLst>
        <pc:spChg chg="mod">
          <ac:chgData name="Zonghua Gu" userId="9a7e1853e1951ef5" providerId="LiveId" clId="{CF1FAA12-072C-4ED5-BA76-0FFFAEFDB88A}" dt="2025-11-06T23:55:35.215" v="3297" actId="1035"/>
          <ac:spMkLst>
            <pc:docMk/>
            <pc:sldMk cId="2162368129" sldId="349"/>
            <ac:spMk id="4" creationId="{00000000-0000-0000-0000-000000000000}"/>
          </ac:spMkLst>
        </pc:spChg>
      </pc:sldChg>
      <pc:sldChg chg="addSp delSp modSp mod">
        <pc:chgData name="Zonghua Gu" userId="9a7e1853e1951ef5" providerId="LiveId" clId="{CF1FAA12-072C-4ED5-BA76-0FFFAEFDB88A}" dt="2025-12-02T22:23:44.980" v="4856" actId="478"/>
        <pc:sldMkLst>
          <pc:docMk/>
          <pc:sldMk cId="2171254142" sldId="352"/>
        </pc:sldMkLst>
        <pc:picChg chg="add del mod">
          <ac:chgData name="Zonghua Gu" userId="9a7e1853e1951ef5" providerId="LiveId" clId="{CF1FAA12-072C-4ED5-BA76-0FFFAEFDB88A}" dt="2025-12-02T22:23:44.980" v="4856" actId="478"/>
          <ac:picMkLst>
            <pc:docMk/>
            <pc:sldMk cId="2171254142" sldId="352"/>
            <ac:picMk id="5" creationId="{A8E4089D-8456-BBBA-51CF-026276139297}"/>
          </ac:picMkLst>
        </pc:picChg>
      </pc:sldChg>
      <pc:sldChg chg="modSp add mod modNotes">
        <pc:chgData name="Zonghua Gu" userId="9a7e1853e1951ef5" providerId="LiveId" clId="{CF1FAA12-072C-4ED5-BA76-0FFFAEFDB88A}" dt="2025-11-06T23:34:25.491" v="3073" actId="5793"/>
        <pc:sldMkLst>
          <pc:docMk/>
          <pc:sldMk cId="3037248441" sldId="356"/>
        </pc:sldMkLst>
        <pc:spChg chg="mod">
          <ac:chgData name="Zonghua Gu" userId="9a7e1853e1951ef5" providerId="LiveId" clId="{CF1FAA12-072C-4ED5-BA76-0FFFAEFDB88A}" dt="2025-11-06T23:34:25.491" v="3073" actId="5793"/>
          <ac:spMkLst>
            <pc:docMk/>
            <pc:sldMk cId="3037248441" sldId="356"/>
            <ac:spMk id="4" creationId="{00000000-0000-0000-0000-000000000000}"/>
          </ac:spMkLst>
        </pc:spChg>
      </pc:sldChg>
      <pc:sldChg chg="addSp delSp modSp add mod">
        <pc:chgData name="Zonghua Gu" userId="9a7e1853e1951ef5" providerId="LiveId" clId="{CF1FAA12-072C-4ED5-BA76-0FFFAEFDB88A}" dt="2025-11-12T01:15:35.056" v="4777" actId="20577"/>
        <pc:sldMkLst>
          <pc:docMk/>
          <pc:sldMk cId="2974562210" sldId="554"/>
        </pc:sldMkLst>
        <pc:spChg chg="mod">
          <ac:chgData name="Zonghua Gu" userId="9a7e1853e1951ef5" providerId="LiveId" clId="{CF1FAA12-072C-4ED5-BA76-0FFFAEFDB88A}" dt="2025-11-06T23:44:50.622" v="3213" actId="1035"/>
          <ac:spMkLst>
            <pc:docMk/>
            <pc:sldMk cId="2974562210" sldId="554"/>
            <ac:spMk id="4" creationId="{0994813A-6090-94C3-BB20-0506E22F6AC2}"/>
          </ac:spMkLst>
        </pc:spChg>
        <pc:spChg chg="mod">
          <ac:chgData name="Zonghua Gu" userId="9a7e1853e1951ef5" providerId="LiveId" clId="{CF1FAA12-072C-4ED5-BA76-0FFFAEFDB88A}" dt="2025-11-12T01:15:35.056" v="4777" actId="20577"/>
          <ac:spMkLst>
            <pc:docMk/>
            <pc:sldMk cId="2974562210" sldId="554"/>
            <ac:spMk id="6" creationId="{E5FFFCF9-37E2-4F46-BF73-3BA72A325AB2}"/>
          </ac:spMkLst>
        </pc:spChg>
        <pc:graphicFrameChg chg="add mod modGraphic">
          <ac:chgData name="Zonghua Gu" userId="9a7e1853e1951ef5" providerId="LiveId" clId="{CF1FAA12-072C-4ED5-BA76-0FFFAEFDB88A}" dt="2025-11-06T23:44:50.622" v="3213" actId="1035"/>
          <ac:graphicFrameMkLst>
            <pc:docMk/>
            <pc:sldMk cId="2974562210" sldId="554"/>
            <ac:graphicFrameMk id="7" creationId="{92162710-0645-EA84-2B5C-000E62B73A45}"/>
          </ac:graphicFrameMkLst>
        </pc:graphicFrameChg>
      </pc:sldChg>
      <pc:sldChg chg="modSp mod">
        <pc:chgData name="Zonghua Gu" userId="9a7e1853e1951ef5" providerId="LiveId" clId="{CF1FAA12-072C-4ED5-BA76-0FFFAEFDB88A}" dt="2025-11-12T00:15:54.970" v="4710" actId="20577"/>
        <pc:sldMkLst>
          <pc:docMk/>
          <pc:sldMk cId="3109016009" sldId="557"/>
        </pc:sldMkLst>
        <pc:graphicFrameChg chg="mod modGraphic">
          <ac:chgData name="Zonghua Gu" userId="9a7e1853e1951ef5" providerId="LiveId" clId="{CF1FAA12-072C-4ED5-BA76-0FFFAEFDB88A}" dt="2025-11-12T00:15:54.970" v="4710" actId="20577"/>
          <ac:graphicFrameMkLst>
            <pc:docMk/>
            <pc:sldMk cId="3109016009" sldId="557"/>
            <ac:graphicFrameMk id="5" creationId="{3AA2C914-9DD9-E383-780A-21A36B511DD8}"/>
          </ac:graphicFrameMkLst>
        </pc:graphicFrameChg>
      </pc:sldChg>
      <pc:sldChg chg="modAnim">
        <pc:chgData name="Zonghua Gu" userId="9a7e1853e1951ef5" providerId="LiveId" clId="{CF1FAA12-072C-4ED5-BA76-0FFFAEFDB88A}" dt="2025-11-11T23:23:40.490" v="3733"/>
        <pc:sldMkLst>
          <pc:docMk/>
          <pc:sldMk cId="372089210" sldId="558"/>
        </pc:sldMkLst>
      </pc:sldChg>
      <pc:sldChg chg="modAnim">
        <pc:chgData name="Zonghua Gu" userId="9a7e1853e1951ef5" providerId="LiveId" clId="{CF1FAA12-072C-4ED5-BA76-0FFFAEFDB88A}" dt="2025-11-11T23:24:03.286" v="3734"/>
        <pc:sldMkLst>
          <pc:docMk/>
          <pc:sldMk cId="3207256139" sldId="559"/>
        </pc:sldMkLst>
      </pc:sldChg>
      <pc:sldChg chg="addSp delSp modSp mod modAnim">
        <pc:chgData name="Zonghua Gu" userId="9a7e1853e1951ef5" providerId="LiveId" clId="{CF1FAA12-072C-4ED5-BA76-0FFFAEFDB88A}" dt="2025-11-11T23:37:53.047" v="4062" actId="478"/>
        <pc:sldMkLst>
          <pc:docMk/>
          <pc:sldMk cId="2498011978" sldId="560"/>
        </pc:sldMkLst>
        <pc:spChg chg="mod">
          <ac:chgData name="Zonghua Gu" userId="9a7e1853e1951ef5" providerId="LiveId" clId="{CF1FAA12-072C-4ED5-BA76-0FFFAEFDB88A}" dt="2025-11-07T00:19:38.439" v="3330" actId="20577"/>
          <ac:spMkLst>
            <pc:docMk/>
            <pc:sldMk cId="2498011978" sldId="560"/>
            <ac:spMk id="7" creationId="{A464CC59-3D0C-A490-2CDE-EC4627D26E12}"/>
          </ac:spMkLst>
        </pc:spChg>
      </pc:sldChg>
      <pc:sldChg chg="modSp mod">
        <pc:chgData name="Zonghua Gu" userId="9a7e1853e1951ef5" providerId="LiveId" clId="{CF1FAA12-072C-4ED5-BA76-0FFFAEFDB88A}" dt="2025-11-11T23:38:17.134" v="4071" actId="1076"/>
        <pc:sldMkLst>
          <pc:docMk/>
          <pc:sldMk cId="620600135" sldId="561"/>
        </pc:sldMkLst>
        <pc:spChg chg="mod">
          <ac:chgData name="Zonghua Gu" userId="9a7e1853e1951ef5" providerId="LiveId" clId="{CF1FAA12-072C-4ED5-BA76-0FFFAEFDB88A}" dt="2025-11-11T23:38:17.134" v="4071" actId="1076"/>
          <ac:spMkLst>
            <pc:docMk/>
            <pc:sldMk cId="620600135" sldId="561"/>
            <ac:spMk id="3" creationId="{C464A668-0AB8-96CF-5C60-2C7C4A7EC054}"/>
          </ac:spMkLst>
        </pc:spChg>
        <pc:spChg chg="mod">
          <ac:chgData name="Zonghua Gu" userId="9a7e1853e1951ef5" providerId="LiveId" clId="{CF1FAA12-072C-4ED5-BA76-0FFFAEFDB88A}" dt="2025-11-11T23:38:04.707" v="4069" actId="27636"/>
          <ac:spMkLst>
            <pc:docMk/>
            <pc:sldMk cId="620600135" sldId="561"/>
            <ac:spMk id="4" creationId="{4DA6FD01-9EBA-97EE-ECB7-E1CEB7C5AA2D}"/>
          </ac:spMkLst>
        </pc:spChg>
      </pc:sldChg>
      <pc:sldChg chg="addSp modSp mod modAnim">
        <pc:chgData name="Zonghua Gu" userId="9a7e1853e1951ef5" providerId="LiveId" clId="{CF1FAA12-072C-4ED5-BA76-0FFFAEFDB88A}" dt="2025-11-12T01:32:06.452" v="4823" actId="207"/>
        <pc:sldMkLst>
          <pc:docMk/>
          <pc:sldMk cId="3754840163" sldId="562"/>
        </pc:sldMkLst>
        <pc:spChg chg="add mod">
          <ac:chgData name="Zonghua Gu" userId="9a7e1853e1951ef5" providerId="LiveId" clId="{CF1FAA12-072C-4ED5-BA76-0FFFAEFDB88A}" dt="2025-11-11T23:41:45.854" v="4122" actId="1582"/>
          <ac:spMkLst>
            <pc:docMk/>
            <pc:sldMk cId="3754840163" sldId="562"/>
            <ac:spMk id="6" creationId="{07E71058-F16F-C389-F7C8-11F852D439BE}"/>
          </ac:spMkLst>
        </pc:spChg>
        <pc:spChg chg="mod">
          <ac:chgData name="Zonghua Gu" userId="9a7e1853e1951ef5" providerId="LiveId" clId="{CF1FAA12-072C-4ED5-BA76-0FFFAEFDB88A}" dt="2025-11-12T01:32:06.452" v="4823" actId="207"/>
          <ac:spMkLst>
            <pc:docMk/>
            <pc:sldMk cId="3754840163" sldId="562"/>
            <ac:spMk id="7" creationId="{4C1592DD-F03B-6E7A-3471-FB08A36F2965}"/>
          </ac:spMkLst>
        </pc:spChg>
      </pc:sldChg>
      <pc:sldChg chg="modSp modAnim">
        <pc:chgData name="Zonghua Gu" userId="9a7e1853e1951ef5" providerId="LiveId" clId="{CF1FAA12-072C-4ED5-BA76-0FFFAEFDB88A}" dt="2025-11-12T01:33:20.504" v="4825" actId="207"/>
        <pc:sldMkLst>
          <pc:docMk/>
          <pc:sldMk cId="2168830255" sldId="563"/>
        </pc:sldMkLst>
        <pc:spChg chg="mod">
          <ac:chgData name="Zonghua Gu" userId="9a7e1853e1951ef5" providerId="LiveId" clId="{CF1FAA12-072C-4ED5-BA76-0FFFAEFDB88A}" dt="2025-11-12T01:33:20.504" v="4825" actId="207"/>
          <ac:spMkLst>
            <pc:docMk/>
            <pc:sldMk cId="2168830255" sldId="563"/>
            <ac:spMk id="7" creationId="{EC1EA560-6C16-220F-A31C-F3027A7E493C}"/>
          </ac:spMkLst>
        </pc:spChg>
      </pc:sldChg>
      <pc:sldChg chg="modSp new mod">
        <pc:chgData name="Zonghua Gu" userId="9a7e1853e1951ef5" providerId="LiveId" clId="{CF1FAA12-072C-4ED5-BA76-0FFFAEFDB88A}" dt="2025-11-02T12:48:43.434" v="3033" actId="20577"/>
        <pc:sldMkLst>
          <pc:docMk/>
          <pc:sldMk cId="3277199290" sldId="566"/>
        </pc:sldMkLst>
        <pc:spChg chg="mod">
          <ac:chgData name="Zonghua Gu" userId="9a7e1853e1951ef5" providerId="LiveId" clId="{CF1FAA12-072C-4ED5-BA76-0FFFAEFDB88A}" dt="2025-11-02T12:48:43.434" v="3033" actId="20577"/>
          <ac:spMkLst>
            <pc:docMk/>
            <pc:sldMk cId="3277199290" sldId="566"/>
            <ac:spMk id="4" creationId="{52A8D265-BD59-8C4E-12B1-03AC7ABB6312}"/>
          </ac:spMkLst>
        </pc:spChg>
      </pc:sldChg>
      <pc:sldChg chg="addSp delSp modSp add mod ord">
        <pc:chgData name="Zonghua Gu" userId="9a7e1853e1951ef5" providerId="LiveId" clId="{CF1FAA12-072C-4ED5-BA76-0FFFAEFDB88A}" dt="2025-11-12T01:56:23.676" v="4846" actId="478"/>
        <pc:sldMkLst>
          <pc:docMk/>
          <pc:sldMk cId="1808792249" sldId="573"/>
        </pc:sldMkLst>
        <pc:graphicFrameChg chg="mod modGraphic">
          <ac:chgData name="Zonghua Gu" userId="9a7e1853e1951ef5" providerId="LiveId" clId="{CF1FAA12-072C-4ED5-BA76-0FFFAEFDB88A}" dt="2025-11-11T23:55:58.637" v="4222" actId="20577"/>
          <ac:graphicFrameMkLst>
            <pc:docMk/>
            <pc:sldMk cId="1808792249" sldId="573"/>
            <ac:graphicFrameMk id="9" creationId="{DE6EC2DE-E8D5-9BDA-9844-AEF4C2D651C2}"/>
          </ac:graphicFrameMkLst>
        </pc:graphicFrameChg>
      </pc:sldChg>
      <pc:sldChg chg="addSp modSp new mod">
        <pc:chgData name="Zonghua Gu" userId="9a7e1853e1951ef5" providerId="LiveId" clId="{CF1FAA12-072C-4ED5-BA76-0FFFAEFDB88A}" dt="2025-11-12T01:31:23.452" v="4821"/>
        <pc:sldMkLst>
          <pc:docMk/>
          <pc:sldMk cId="2233835745" sldId="574"/>
        </pc:sldMkLst>
        <pc:spChg chg="mod">
          <ac:chgData name="Zonghua Gu" userId="9a7e1853e1951ef5" providerId="LiveId" clId="{CF1FAA12-072C-4ED5-BA76-0FFFAEFDB88A}" dt="2025-11-11T23:56:40.415" v="4244" actId="20577"/>
          <ac:spMkLst>
            <pc:docMk/>
            <pc:sldMk cId="2233835745" sldId="574"/>
            <ac:spMk id="2" creationId="{6D828B5D-D2A7-3EBD-2FA9-188CD43A176A}"/>
          </ac:spMkLst>
        </pc:spChg>
        <pc:spChg chg="mod">
          <ac:chgData name="Zonghua Gu" userId="9a7e1853e1951ef5" providerId="LiveId" clId="{CF1FAA12-072C-4ED5-BA76-0FFFAEFDB88A}" dt="2025-11-12T01:31:23.452" v="4821"/>
          <ac:spMkLst>
            <pc:docMk/>
            <pc:sldMk cId="2233835745" sldId="574"/>
            <ac:spMk id="4" creationId="{E9951663-8FC6-6BB4-8FC4-8CE88E8B0FC9}"/>
          </ac:spMkLst>
        </pc:spChg>
        <pc:spChg chg="add mod">
          <ac:chgData name="Zonghua Gu" userId="9a7e1853e1951ef5" providerId="LiveId" clId="{CF1FAA12-072C-4ED5-BA76-0FFFAEFDB88A}" dt="2025-11-12T01:07:27.686" v="4753" actId="552"/>
          <ac:spMkLst>
            <pc:docMk/>
            <pc:sldMk cId="2233835745" sldId="574"/>
            <ac:spMk id="5" creationId="{A9D4380D-2A8B-450E-8AB2-F3B2FBE413D7}"/>
          </ac:spMkLst>
        </pc:spChg>
        <pc:spChg chg="add mod">
          <ac:chgData name="Zonghua Gu" userId="9a7e1853e1951ef5" providerId="LiveId" clId="{CF1FAA12-072C-4ED5-BA76-0FFFAEFDB88A}" dt="2025-11-12T01:07:27.686" v="4753" actId="552"/>
          <ac:spMkLst>
            <pc:docMk/>
            <pc:sldMk cId="2233835745" sldId="574"/>
            <ac:spMk id="6" creationId="{54329A90-85F5-5191-084E-13F419E28274}"/>
          </ac:spMkLst>
        </pc:spChg>
      </pc:sldChg>
      <pc:sldChg chg="modSp add mod ord">
        <pc:chgData name="Zonghua Gu" userId="9a7e1853e1951ef5" providerId="LiveId" clId="{CF1FAA12-072C-4ED5-BA76-0FFFAEFDB88A}" dt="2025-11-12T00:20:32.604" v="4751" actId="6549"/>
        <pc:sldMkLst>
          <pc:docMk/>
          <pc:sldMk cId="470490648" sldId="575"/>
        </pc:sldMkLst>
        <pc:spChg chg="mod">
          <ac:chgData name="Zonghua Gu" userId="9a7e1853e1951ef5" providerId="LiveId" clId="{CF1FAA12-072C-4ED5-BA76-0FFFAEFDB88A}" dt="2025-11-12T00:20:32.604" v="4751" actId="6549"/>
          <ac:spMkLst>
            <pc:docMk/>
            <pc:sldMk cId="470490648" sldId="575"/>
            <ac:spMk id="2" creationId="{9C163339-818F-65CE-0109-EA28403688BE}"/>
          </ac:spMkLst>
        </pc:spChg>
        <pc:graphicFrameChg chg="modGraphic">
          <ac:chgData name="Zonghua Gu" userId="9a7e1853e1951ef5" providerId="LiveId" clId="{CF1FAA12-072C-4ED5-BA76-0FFFAEFDB88A}" dt="2025-11-12T00:19:38.832" v="4732" actId="20577"/>
          <ac:graphicFrameMkLst>
            <pc:docMk/>
            <pc:sldMk cId="470490648" sldId="575"/>
            <ac:graphicFrameMk id="5" creationId="{600F48C1-45EE-FABF-5BA7-BE32837B3046}"/>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3/31/2026</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 Poisoned reverse, split horizon, and route poisoning are disabled. </a:t>
            </a:r>
            <a:br>
              <a:rPr lang="en-US" altLang="zh-CN" dirty="0"/>
            </a:br>
            <a:endParaRPr lang="zh-CN" altLang="en-US" dirty="0"/>
          </a:p>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4</a:t>
            </a:fld>
            <a:endParaRPr lang="en-US"/>
          </a:p>
        </p:txBody>
      </p:sp>
    </p:spTree>
    <p:extLst>
      <p:ext uri="{BB962C8B-B14F-4D97-AF65-F5344CB8AC3E}">
        <p14:creationId xmlns:p14="http://schemas.microsoft.com/office/powerpoint/2010/main" val="20500426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3/31/2026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3/31/2026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3/31/2026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3/31/2026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3/31/2026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3/31/2026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3/31/2026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3/31/2026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3/31/2026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Spring 2026</a:t>
            </a:r>
          </a:p>
        </p:txBody>
      </p:sp>
      <p:sp>
        <p:nvSpPr>
          <p:cNvPr id="6" name="TextBox 5"/>
          <p:cNvSpPr txBox="1"/>
          <p:nvPr/>
        </p:nvSpPr>
        <p:spPr>
          <a:xfrm>
            <a:off x="1734679" y="2562285"/>
            <a:ext cx="8925841" cy="584775"/>
          </a:xfrm>
          <a:prstGeom prst="rect">
            <a:avLst/>
          </a:prstGeom>
          <a:noFill/>
        </p:spPr>
        <p:txBody>
          <a:bodyPr wrap="none" rtlCol="0">
            <a:spAutoFit/>
          </a:bodyPr>
          <a:lstStyle/>
          <a:p>
            <a:pPr algn="r"/>
            <a:r>
              <a:rPr lang="pt-BR" sz="3200" b="1" dirty="0">
                <a:solidFill>
                  <a:srgbClr val="C00000"/>
                </a:solidFill>
              </a:rPr>
              <a:t>CSC175 Spring 2026 Sample Exam Questions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06E09-E980-57E2-828D-2010E654FC6A}"/>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4D3DA894-4C1A-9B54-C79B-0408816AD310}"/>
              </a:ext>
            </a:extLst>
          </p:cNvPr>
          <p:cNvSpPr>
            <a:spLocks noGrp="1"/>
          </p:cNvSpPr>
          <p:nvPr>
            <p:ph type="sldNum" sz="quarter" idx="12"/>
          </p:nvPr>
        </p:nvSpPr>
        <p:spPr/>
        <p:txBody>
          <a:bodyPr/>
          <a:lstStyle/>
          <a:p>
            <a:fld id="{EA7C8D44-3667-46F6-9772-CC52308E2A7F}" type="slidenum">
              <a:rPr kumimoji="0" lang="en-US" smtClean="0"/>
              <a:pPr/>
              <a:t>2</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662D83C-81DB-8600-F716-39C04C2C9389}"/>
                  </a:ext>
                </a:extLst>
              </p:cNvPr>
              <p:cNvSpPr>
                <a:spLocks noGrp="1"/>
              </p:cNvSpPr>
              <p:nvPr>
                <p:ph sz="quarter" idx="1"/>
              </p:nvPr>
            </p:nvSpPr>
            <p:spPr/>
            <p:txBody>
              <a:bodyPr>
                <a:normAutofit fontScale="85000" lnSpcReduction="20000"/>
              </a:bodyPr>
              <a:lstStyle/>
              <a:p>
                <a:r>
                  <a:rPr lang="nl-NL" altLang="zh-CN" dirty="0"/>
                  <a:t>Consider a network path between a source host (A) and a destination host (B) that passes through two routers (R1 and R2) connected in series. The routers use store-and-forward packet switching. You are given the following network parameters:</a:t>
                </a:r>
              </a:p>
              <a:p>
                <a:pPr lvl="1"/>
                <a:r>
                  <a:rPr lang="nl-NL" altLang="zh-CN" dirty="0"/>
                  <a:t>Packet size (L): 1,500 bytes</a:t>
                </a:r>
              </a:p>
              <a:p>
                <a:pPr lvl="1"/>
                <a:r>
                  <a:rPr lang="nl-NL" altLang="zh-CN" dirty="0"/>
                  <a:t>Transmission rate (R): 10 Mbps for all three links</a:t>
                </a:r>
              </a:p>
              <a:p>
                <a:pPr lvl="1"/>
                <a:r>
                  <a:rPr lang="nl-NL" altLang="zh-CN" dirty="0"/>
                  <a:t>Link lengths (d):</a:t>
                </a:r>
              </a:p>
              <a:p>
                <a:pPr lvl="2"/>
                <a:r>
                  <a:rPr lang="nl-NL" altLang="zh-CN" dirty="0"/>
                  <a:t>Link 1 (A to R1): 4,000 km</a:t>
                </a:r>
              </a:p>
              <a:p>
                <a:pPr lvl="2"/>
                <a:r>
                  <a:rPr lang="nl-NL" altLang="zh-CN" dirty="0"/>
                  <a:t>Link 2 (R1 to R2): 2,000 km</a:t>
                </a:r>
              </a:p>
              <a:p>
                <a:pPr lvl="2"/>
                <a:r>
                  <a:rPr lang="nl-NL" altLang="zh-CN" dirty="0"/>
                  <a:t>Link 3 (R2 to B): 1,000 km</a:t>
                </a:r>
              </a:p>
              <a:p>
                <a:pPr lvl="1"/>
                <a:r>
                  <a:rPr lang="nl-NL" altLang="zh-CN" dirty="0"/>
                  <a:t>Propagation speed (s): </a:t>
                </a:r>
                <a14:m>
                  <m:oMath xmlns:m="http://schemas.openxmlformats.org/officeDocument/2006/math">
                    <m:r>
                      <a:rPr lang="nl-NL" altLang="zh-CN" b="0" i="1" smtClean="0">
                        <a:latin typeface="Cambria Math" panose="02040503050406030204" pitchFamily="18" charset="0"/>
                      </a:rPr>
                      <m:t>2</m:t>
                    </m:r>
                    <m:r>
                      <a:rPr lang="nl-NL" altLang="zh-CN" b="0" smtClean="0">
                        <a:latin typeface="Cambria Math" panose="02040503050406030204" pitchFamily="18" charset="0"/>
                      </a:rPr>
                      <m:t>×</m:t>
                    </m:r>
                    <m:sSup>
                      <m:sSupPr>
                        <m:ctrlPr>
                          <a:rPr lang="ar-AE" altLang="zh-CN" i="1">
                            <a:latin typeface="Cambria Math" panose="02040503050406030204" pitchFamily="18" charset="0"/>
                          </a:rPr>
                        </m:ctrlPr>
                      </m:sSupPr>
                      <m:e>
                        <m:r>
                          <a:rPr lang="ar-AE" altLang="zh-CN" b="0" i="1" smtClean="0">
                            <a:latin typeface="Cambria Math" panose="02040503050406030204" pitchFamily="18" charset="0"/>
                          </a:rPr>
                          <m:t>10</m:t>
                        </m:r>
                      </m:e>
                      <m:sup>
                        <m:r>
                          <a:rPr lang="ar-AE" altLang="zh-CN" b="0" i="1" smtClean="0">
                            <a:latin typeface="Cambria Math" panose="02040503050406030204" pitchFamily="18" charset="0"/>
                          </a:rPr>
                          <m:t>8</m:t>
                        </m:r>
                      </m:sup>
                    </m:sSup>
                  </m:oMath>
                </a14:m>
                <a:r>
                  <a:rPr lang="ar-AE" altLang="zh-CN" dirty="0"/>
                  <a:t> </a:t>
                </a:r>
                <a:r>
                  <a:rPr lang="nl-NL" altLang="zh-CN" dirty="0"/>
                  <a:t>m/s for all links</a:t>
                </a:r>
              </a:p>
              <a:p>
                <a:pPr lvl="1"/>
                <a:r>
                  <a:rPr lang="nl-NL" altLang="zh-CN" dirty="0"/>
                  <a:t>Processing and Queuing delays: Assume both are negligible (0 ms)</a:t>
                </a:r>
              </a:p>
              <a:p>
                <a:r>
                  <a:rPr lang="nl-NL" altLang="zh-CN" dirty="0"/>
                  <a:t>Questions:</a:t>
                </a:r>
              </a:p>
              <a:p>
                <a:r>
                  <a:rPr lang="nl-NL" altLang="zh-CN" dirty="0"/>
                  <a:t>a) What is the transmission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𝑡𝑟𝑎𝑛𝑠</m:t>
                        </m:r>
                      </m:sub>
                    </m:sSub>
                  </m:oMath>
                </a14:m>
                <a:r>
                  <a:rPr lang="nl-NL" altLang="zh-CN" dirty="0"/>
                  <a:t>) for a single link in milliseconds?</a:t>
                </a:r>
              </a:p>
              <a:p>
                <a:r>
                  <a:rPr lang="nl-NL" altLang="zh-CN" dirty="0"/>
                  <a:t>b) What is the total propagation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𝑝𝑟𝑜𝑝</m:t>
                        </m:r>
                      </m:sub>
                    </m:sSub>
                  </m:oMath>
                </a14:m>
                <a:r>
                  <a:rPr lang="en-US" altLang="zh-CN" dirty="0"/>
                  <a:t>) </a:t>
                </a:r>
                <a:r>
                  <a:rPr lang="nl-NL" altLang="zh-CN" dirty="0"/>
                  <a:t>across all three links combined in milliseconds?</a:t>
                </a:r>
              </a:p>
              <a:p>
                <a:r>
                  <a:rPr lang="nl-NL" altLang="zh-CN" dirty="0"/>
                  <a:t>c) Calculate the total end-to-end delay from the moment Host A begins transmitting the first bit until Host B receives the last bit of the packet.</a:t>
                </a:r>
              </a:p>
            </p:txBody>
          </p:sp>
        </mc:Choice>
        <mc:Fallback xmlns="">
          <p:sp>
            <p:nvSpPr>
              <p:cNvPr id="4" name="Content Placeholder 3">
                <a:extLst>
                  <a:ext uri="{FF2B5EF4-FFF2-40B4-BE49-F238E27FC236}">
                    <a16:creationId xmlns:a16="http://schemas.microsoft.com/office/drawing/2014/main" id="{5662D83C-81DB-8600-F716-39C04C2C9389}"/>
                  </a:ext>
                </a:extLst>
              </p:cNvPr>
              <p:cNvSpPr>
                <a:spLocks noGrp="1" noRot="1" noChangeAspect="1" noMove="1" noResize="1" noEditPoints="1" noAdjustHandles="1" noChangeArrowheads="1" noChangeShapeType="1" noTextEdit="1"/>
              </p:cNvSpPr>
              <p:nvPr>
                <p:ph sz="quarter" idx="1"/>
              </p:nvPr>
            </p:nvSpPr>
            <p:spPr>
              <a:blipFill>
                <a:blip r:embed="rId2"/>
                <a:stretch>
                  <a:fillRect l="-278" t="-2222" r="-1611" b="-197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3379510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3CA26-565C-E33C-59BC-30468BFD2340}"/>
              </a:ext>
            </a:extLst>
          </p:cNvPr>
          <p:cNvSpPr>
            <a:spLocks noGrp="1"/>
          </p:cNvSpPr>
          <p:nvPr>
            <p:ph type="title"/>
          </p:nvPr>
        </p:nvSpPr>
        <p:spPr/>
        <p:txBody>
          <a:bodyPr>
            <a:normAutofit/>
          </a:bodyPr>
          <a:lstStyle/>
          <a:p>
            <a:r>
              <a:rPr lang="nl-NL" altLang="zh-CN" dirty="0"/>
              <a:t>Lecture 5.1 Shortest Paths Algorithms</a:t>
            </a:r>
            <a:endParaRPr lang="zh-CN" altLang="en-US" dirty="0"/>
          </a:p>
        </p:txBody>
      </p:sp>
      <p:sp>
        <p:nvSpPr>
          <p:cNvPr id="3" name="Slide Number Placeholder 2">
            <a:extLst>
              <a:ext uri="{FF2B5EF4-FFF2-40B4-BE49-F238E27FC236}">
                <a16:creationId xmlns:a16="http://schemas.microsoft.com/office/drawing/2014/main" id="{A4156EA5-D594-5AF5-1126-231348454E02}"/>
              </a:ext>
            </a:extLst>
          </p:cNvPr>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4" name="Content Placeholder 3">
            <a:extLst>
              <a:ext uri="{FF2B5EF4-FFF2-40B4-BE49-F238E27FC236}">
                <a16:creationId xmlns:a16="http://schemas.microsoft.com/office/drawing/2014/main" id="{6F52519D-18F0-BC03-77DF-F7F6962F5630}"/>
              </a:ext>
            </a:extLst>
          </p:cNvPr>
          <p:cNvSpPr>
            <a:spLocks noGrp="1"/>
          </p:cNvSpPr>
          <p:nvPr>
            <p:ph sz="quarter" idx="1"/>
          </p:nvPr>
        </p:nvSpPr>
        <p:spPr>
          <a:xfrm>
            <a:off x="609600" y="1219200"/>
            <a:ext cx="7903934" cy="4937760"/>
          </a:xfrm>
        </p:spPr>
        <p:txBody>
          <a:bodyPr/>
          <a:lstStyle/>
          <a:p>
            <a:r>
              <a:rPr lang="en-US" altLang="zh-CN" dirty="0"/>
              <a:t>Consider an Autonomous System with 5 routers (A, B, C, D, E) connected by bidirectional (undirected) point-to-point links. The link costs are shown in the figure:</a:t>
            </a:r>
          </a:p>
          <a:p>
            <a:pPr lvl="1"/>
            <a:r>
              <a:rPr lang="en-US" altLang="zh-CN" dirty="0"/>
              <a:t>Use Dijkstra’s Algorithm to compute the shortest path tree from the </a:t>
            </a:r>
            <a:r>
              <a:rPr lang="en-US" altLang="zh-CN" b="1" dirty="0"/>
              <a:t>Source Router A</a:t>
            </a:r>
            <a:r>
              <a:rPr lang="en-US" altLang="zh-CN" dirty="0"/>
              <a:t>.</a:t>
            </a:r>
          </a:p>
          <a:p>
            <a:pPr lvl="1"/>
            <a:r>
              <a:rPr lang="en-US" altLang="zh-CN" dirty="0"/>
              <a:t>List the </a:t>
            </a:r>
            <a:r>
              <a:rPr lang="en-US" altLang="zh-CN" b="1" dirty="0"/>
              <a:t>Visit Order</a:t>
            </a:r>
            <a:r>
              <a:rPr lang="en-US" altLang="zh-CN" dirty="0"/>
              <a:t> of the routers.</a:t>
            </a:r>
          </a:p>
          <a:p>
            <a:pPr lvl="1"/>
            <a:r>
              <a:rPr lang="en-US" altLang="zh-CN" dirty="0"/>
              <a:t>Fill out the </a:t>
            </a:r>
            <a:r>
              <a:rPr lang="en-US" altLang="zh-CN" b="1" dirty="0"/>
              <a:t>Routing Table</a:t>
            </a:r>
            <a:r>
              <a:rPr lang="en-US" altLang="zh-CN" dirty="0"/>
              <a:t>, keeping track of the Shortest Distance (SD) and Previous Node (PN). When a shorter path is found to a router, </a:t>
            </a:r>
            <a:r>
              <a:rPr lang="en-US" altLang="zh-CN" b="1" dirty="0"/>
              <a:t>cross out</a:t>
            </a:r>
            <a:r>
              <a:rPr lang="en-US" altLang="zh-CN" dirty="0"/>
              <a:t> the old value and write the new one.</a:t>
            </a:r>
          </a:p>
          <a:p>
            <a:endParaRPr lang="zh-CN" altLang="en-US" dirty="0"/>
          </a:p>
        </p:txBody>
      </p:sp>
      <p:sp>
        <p:nvSpPr>
          <p:cNvPr id="9" name="Oval 8">
            <a:extLst>
              <a:ext uri="{FF2B5EF4-FFF2-40B4-BE49-F238E27FC236}">
                <a16:creationId xmlns:a16="http://schemas.microsoft.com/office/drawing/2014/main" id="{0B5D991A-0DCB-CAD0-94C9-75BA4863612B}"/>
              </a:ext>
            </a:extLst>
          </p:cNvPr>
          <p:cNvSpPr/>
          <p:nvPr/>
        </p:nvSpPr>
        <p:spPr>
          <a:xfrm>
            <a:off x="8246834"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A</a:t>
            </a:r>
            <a:endParaRPr lang="zh-CN" altLang="en-US" sz="2400" dirty="0"/>
          </a:p>
        </p:txBody>
      </p:sp>
      <p:sp>
        <p:nvSpPr>
          <p:cNvPr id="10" name="Oval 9">
            <a:extLst>
              <a:ext uri="{FF2B5EF4-FFF2-40B4-BE49-F238E27FC236}">
                <a16:creationId xmlns:a16="http://schemas.microsoft.com/office/drawing/2014/main" id="{0EC9CA70-B29A-CC2D-69BF-0A52D357A51A}"/>
              </a:ext>
            </a:extLst>
          </p:cNvPr>
          <p:cNvSpPr/>
          <p:nvPr/>
        </p:nvSpPr>
        <p:spPr>
          <a:xfrm>
            <a:off x="9755515" y="2516515"/>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B</a:t>
            </a:r>
            <a:endParaRPr lang="zh-CN" altLang="en-US" sz="2400" dirty="0"/>
          </a:p>
        </p:txBody>
      </p:sp>
      <p:sp>
        <p:nvSpPr>
          <p:cNvPr id="11" name="Oval 10">
            <a:extLst>
              <a:ext uri="{FF2B5EF4-FFF2-40B4-BE49-F238E27FC236}">
                <a16:creationId xmlns:a16="http://schemas.microsoft.com/office/drawing/2014/main" id="{DA2DCBE9-2A0F-C205-321F-B08C83DCA0F5}"/>
              </a:ext>
            </a:extLst>
          </p:cNvPr>
          <p:cNvSpPr/>
          <p:nvPr/>
        </p:nvSpPr>
        <p:spPr>
          <a:xfrm>
            <a:off x="11395326"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C</a:t>
            </a:r>
            <a:endParaRPr lang="zh-CN" altLang="en-US" sz="2400" dirty="0"/>
          </a:p>
        </p:txBody>
      </p:sp>
      <p:sp>
        <p:nvSpPr>
          <p:cNvPr id="12" name="Oval 11">
            <a:extLst>
              <a:ext uri="{FF2B5EF4-FFF2-40B4-BE49-F238E27FC236}">
                <a16:creationId xmlns:a16="http://schemas.microsoft.com/office/drawing/2014/main" id="{7B86A048-A964-53FC-E323-FB135386B1A1}"/>
              </a:ext>
            </a:extLst>
          </p:cNvPr>
          <p:cNvSpPr/>
          <p:nvPr/>
        </p:nvSpPr>
        <p:spPr>
          <a:xfrm>
            <a:off x="10443230" y="4818146"/>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D</a:t>
            </a:r>
            <a:endParaRPr lang="zh-CN" altLang="en-US" sz="2400" dirty="0"/>
          </a:p>
        </p:txBody>
      </p:sp>
      <p:sp>
        <p:nvSpPr>
          <p:cNvPr id="13" name="Oval 12">
            <a:extLst>
              <a:ext uri="{FF2B5EF4-FFF2-40B4-BE49-F238E27FC236}">
                <a16:creationId xmlns:a16="http://schemas.microsoft.com/office/drawing/2014/main" id="{B8FE662E-DB9C-D743-67B4-8B9397033890}"/>
              </a:ext>
            </a:extLst>
          </p:cNvPr>
          <p:cNvSpPr/>
          <p:nvPr/>
        </p:nvSpPr>
        <p:spPr>
          <a:xfrm>
            <a:off x="8955415" y="480768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E</a:t>
            </a:r>
            <a:endParaRPr lang="zh-CN" altLang="en-US" sz="2400" dirty="0"/>
          </a:p>
        </p:txBody>
      </p:sp>
      <p:cxnSp>
        <p:nvCxnSpPr>
          <p:cNvPr id="15" name="Straight Arrow Connector 14">
            <a:extLst>
              <a:ext uri="{FF2B5EF4-FFF2-40B4-BE49-F238E27FC236}">
                <a16:creationId xmlns:a16="http://schemas.microsoft.com/office/drawing/2014/main" id="{FE838204-C300-4538-0B7E-350212992525}"/>
              </a:ext>
            </a:extLst>
          </p:cNvPr>
          <p:cNvCxnSpPr>
            <a:cxnSpLocks/>
            <a:stCxn id="9" idx="7"/>
            <a:endCxn id="10" idx="3"/>
          </p:cNvCxnSpPr>
          <p:nvPr/>
        </p:nvCxnSpPr>
        <p:spPr>
          <a:xfrm flipV="1">
            <a:off x="8702119" y="2971800"/>
            <a:ext cx="113151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BC87849A-DE0F-19CB-909A-4D56A4A46C83}"/>
              </a:ext>
            </a:extLst>
          </p:cNvPr>
          <p:cNvCxnSpPr>
            <a:cxnSpLocks/>
            <a:endCxn id="13" idx="0"/>
          </p:cNvCxnSpPr>
          <p:nvPr/>
        </p:nvCxnSpPr>
        <p:spPr>
          <a:xfrm flipH="1">
            <a:off x="9222115" y="3032945"/>
            <a:ext cx="761043" cy="177473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02485F14-A440-1A6F-6E21-79372BDFDAF0}"/>
              </a:ext>
            </a:extLst>
          </p:cNvPr>
          <p:cNvCxnSpPr>
            <a:cxnSpLocks/>
            <a:stCxn id="10" idx="5"/>
            <a:endCxn id="11" idx="1"/>
          </p:cNvCxnSpPr>
          <p:nvPr/>
        </p:nvCxnSpPr>
        <p:spPr>
          <a:xfrm>
            <a:off x="10210800" y="2971800"/>
            <a:ext cx="126264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8D88B1BA-B4B6-FA58-2FFD-5BBCA3EF8113}"/>
              </a:ext>
            </a:extLst>
          </p:cNvPr>
          <p:cNvCxnSpPr>
            <a:cxnSpLocks/>
            <a:endCxn id="12" idx="0"/>
          </p:cNvCxnSpPr>
          <p:nvPr/>
        </p:nvCxnSpPr>
        <p:spPr>
          <a:xfrm>
            <a:off x="10139387" y="3049915"/>
            <a:ext cx="570543" cy="176823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DB8B4D5-18E2-C0DE-FFC7-ECC6E09552D2}"/>
              </a:ext>
            </a:extLst>
          </p:cNvPr>
          <p:cNvCxnSpPr>
            <a:cxnSpLocks/>
            <a:stCxn id="11" idx="3"/>
            <a:endCxn id="12" idx="7"/>
          </p:cNvCxnSpPr>
          <p:nvPr/>
        </p:nvCxnSpPr>
        <p:spPr>
          <a:xfrm flipH="1">
            <a:off x="10898515" y="3988775"/>
            <a:ext cx="574926" cy="90748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CB77F193-4B8D-851D-FD33-9B97AA8BF362}"/>
              </a:ext>
            </a:extLst>
          </p:cNvPr>
          <p:cNvCxnSpPr>
            <a:cxnSpLocks/>
            <a:stCxn id="9" idx="6"/>
            <a:endCxn id="11" idx="2"/>
          </p:cNvCxnSpPr>
          <p:nvPr/>
        </p:nvCxnSpPr>
        <p:spPr>
          <a:xfrm>
            <a:off x="8780234" y="3800190"/>
            <a:ext cx="2615092"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A97FE22F-241A-01BF-5626-94F9403F006A}"/>
              </a:ext>
            </a:extLst>
          </p:cNvPr>
          <p:cNvCxnSpPr>
            <a:cxnSpLocks/>
            <a:stCxn id="12" idx="2"/>
            <a:endCxn id="13" idx="6"/>
          </p:cNvCxnSpPr>
          <p:nvPr/>
        </p:nvCxnSpPr>
        <p:spPr>
          <a:xfrm flipH="1" flipV="1">
            <a:off x="9488815" y="5074380"/>
            <a:ext cx="954415" cy="104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8CC33B34-A1F4-7FB2-EC11-52C00BE9C98C}"/>
              </a:ext>
            </a:extLst>
          </p:cNvPr>
          <p:cNvSpPr txBox="1"/>
          <p:nvPr/>
        </p:nvSpPr>
        <p:spPr>
          <a:xfrm>
            <a:off x="8955415" y="2924341"/>
            <a:ext cx="402824" cy="461665"/>
          </a:xfrm>
          <a:prstGeom prst="rect">
            <a:avLst/>
          </a:prstGeom>
          <a:noFill/>
        </p:spPr>
        <p:txBody>
          <a:bodyPr wrap="square" rtlCol="0">
            <a:spAutoFit/>
          </a:bodyPr>
          <a:lstStyle/>
          <a:p>
            <a:r>
              <a:rPr lang="en-US" altLang="zh-CN" sz="2400" dirty="0"/>
              <a:t>6</a:t>
            </a:r>
            <a:endParaRPr lang="zh-CN" altLang="en-US" sz="2400" dirty="0"/>
          </a:p>
        </p:txBody>
      </p:sp>
      <p:sp>
        <p:nvSpPr>
          <p:cNvPr id="61" name="TextBox 60">
            <a:extLst>
              <a:ext uri="{FF2B5EF4-FFF2-40B4-BE49-F238E27FC236}">
                <a16:creationId xmlns:a16="http://schemas.microsoft.com/office/drawing/2014/main" id="{975802D1-552F-9969-38D8-F201A7508CCD}"/>
              </a:ext>
            </a:extLst>
          </p:cNvPr>
          <p:cNvSpPr txBox="1"/>
          <p:nvPr/>
        </p:nvSpPr>
        <p:spPr>
          <a:xfrm>
            <a:off x="9184618" y="3421873"/>
            <a:ext cx="402824" cy="461665"/>
          </a:xfrm>
          <a:prstGeom prst="rect">
            <a:avLst/>
          </a:prstGeom>
          <a:noFill/>
        </p:spPr>
        <p:txBody>
          <a:bodyPr wrap="square" rtlCol="0">
            <a:spAutoFit/>
          </a:bodyPr>
          <a:lstStyle/>
          <a:p>
            <a:r>
              <a:rPr lang="en-US" altLang="zh-CN" sz="2400" dirty="0"/>
              <a:t>2</a:t>
            </a:r>
            <a:endParaRPr lang="zh-CN" altLang="en-US" sz="2400" dirty="0"/>
          </a:p>
        </p:txBody>
      </p:sp>
      <p:sp>
        <p:nvSpPr>
          <p:cNvPr id="62" name="TextBox 61">
            <a:extLst>
              <a:ext uri="{FF2B5EF4-FFF2-40B4-BE49-F238E27FC236}">
                <a16:creationId xmlns:a16="http://schemas.microsoft.com/office/drawing/2014/main" id="{D6601F07-7E22-8840-894B-52FF66D3A54C}"/>
              </a:ext>
            </a:extLst>
          </p:cNvPr>
          <p:cNvSpPr txBox="1"/>
          <p:nvPr/>
        </p:nvSpPr>
        <p:spPr>
          <a:xfrm>
            <a:off x="10750025" y="2963387"/>
            <a:ext cx="402824" cy="461665"/>
          </a:xfrm>
          <a:prstGeom prst="rect">
            <a:avLst/>
          </a:prstGeom>
          <a:noFill/>
        </p:spPr>
        <p:txBody>
          <a:bodyPr wrap="square" rtlCol="0">
            <a:spAutoFit/>
          </a:bodyPr>
          <a:lstStyle/>
          <a:p>
            <a:r>
              <a:rPr lang="en-US" altLang="zh-CN" sz="2400" dirty="0"/>
              <a:t>3</a:t>
            </a:r>
            <a:endParaRPr lang="zh-CN" altLang="en-US" sz="2400" dirty="0"/>
          </a:p>
        </p:txBody>
      </p:sp>
      <p:sp>
        <p:nvSpPr>
          <p:cNvPr id="64" name="TextBox 63">
            <a:extLst>
              <a:ext uri="{FF2B5EF4-FFF2-40B4-BE49-F238E27FC236}">
                <a16:creationId xmlns:a16="http://schemas.microsoft.com/office/drawing/2014/main" id="{F05BC3FF-2C42-9FF5-4416-34B61D9A626B}"/>
              </a:ext>
            </a:extLst>
          </p:cNvPr>
          <p:cNvSpPr txBox="1"/>
          <p:nvPr/>
        </p:nvSpPr>
        <p:spPr>
          <a:xfrm>
            <a:off x="10529358" y="4152128"/>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5" name="TextBox 64">
            <a:extLst>
              <a:ext uri="{FF2B5EF4-FFF2-40B4-BE49-F238E27FC236}">
                <a16:creationId xmlns:a16="http://schemas.microsoft.com/office/drawing/2014/main" id="{AC3754A1-365C-5F2A-6DA1-6D742471BA4D}"/>
              </a:ext>
            </a:extLst>
          </p:cNvPr>
          <p:cNvSpPr txBox="1"/>
          <p:nvPr/>
        </p:nvSpPr>
        <p:spPr>
          <a:xfrm>
            <a:off x="9385265" y="4243252"/>
            <a:ext cx="402824" cy="461665"/>
          </a:xfrm>
          <a:prstGeom prst="rect">
            <a:avLst/>
          </a:prstGeom>
          <a:noFill/>
        </p:spPr>
        <p:txBody>
          <a:bodyPr wrap="square" rtlCol="0">
            <a:spAutoFit/>
          </a:bodyPr>
          <a:lstStyle/>
          <a:p>
            <a:r>
              <a:rPr lang="en-US" altLang="zh-CN" sz="2400" dirty="0"/>
              <a:t>5</a:t>
            </a:r>
            <a:endParaRPr lang="zh-CN" altLang="en-US" sz="2400" dirty="0"/>
          </a:p>
        </p:txBody>
      </p:sp>
      <p:sp>
        <p:nvSpPr>
          <p:cNvPr id="66" name="TextBox 65">
            <a:extLst>
              <a:ext uri="{FF2B5EF4-FFF2-40B4-BE49-F238E27FC236}">
                <a16:creationId xmlns:a16="http://schemas.microsoft.com/office/drawing/2014/main" id="{8B00F70A-6D66-90F6-0971-1237D8A315A5}"/>
              </a:ext>
            </a:extLst>
          </p:cNvPr>
          <p:cNvSpPr txBox="1"/>
          <p:nvPr/>
        </p:nvSpPr>
        <p:spPr>
          <a:xfrm>
            <a:off x="11183290" y="4250743"/>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7" name="TextBox 66">
            <a:extLst>
              <a:ext uri="{FF2B5EF4-FFF2-40B4-BE49-F238E27FC236}">
                <a16:creationId xmlns:a16="http://schemas.microsoft.com/office/drawing/2014/main" id="{7025F515-0A8C-673A-7646-2205B9016902}"/>
              </a:ext>
            </a:extLst>
          </p:cNvPr>
          <p:cNvSpPr txBox="1"/>
          <p:nvPr/>
        </p:nvSpPr>
        <p:spPr>
          <a:xfrm>
            <a:off x="9708418" y="4996265"/>
            <a:ext cx="402824" cy="461665"/>
          </a:xfrm>
          <a:prstGeom prst="rect">
            <a:avLst/>
          </a:prstGeom>
          <a:noFill/>
        </p:spPr>
        <p:txBody>
          <a:bodyPr wrap="square" rtlCol="0">
            <a:spAutoFit/>
          </a:bodyPr>
          <a:lstStyle/>
          <a:p>
            <a:r>
              <a:rPr lang="en-US" altLang="zh-CN" sz="2400" dirty="0"/>
              <a:t>2</a:t>
            </a:r>
            <a:endParaRPr lang="zh-CN" altLang="en-US" sz="2400" dirty="0"/>
          </a:p>
        </p:txBody>
      </p:sp>
    </p:spTree>
    <p:extLst>
      <p:ext uri="{BB962C8B-B14F-4D97-AF65-F5344CB8AC3E}">
        <p14:creationId xmlns:p14="http://schemas.microsoft.com/office/powerpoint/2010/main" val="33294478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3933-78B9-1E4D-531E-F5C0F811B91D}"/>
              </a:ext>
            </a:extLst>
          </p:cNvPr>
          <p:cNvSpPr>
            <a:spLocks noGrp="1"/>
          </p:cNvSpPr>
          <p:nvPr>
            <p:ph type="title"/>
          </p:nvPr>
        </p:nvSpPr>
        <p:spPr/>
        <p:txBody>
          <a:bodyPr/>
          <a:lstStyle/>
          <a:p>
            <a:r>
              <a:rPr lang="nl-NL" altLang="zh-CN" dirty="0"/>
              <a:t>Lecture 5.2 - Distance-Vector</a:t>
            </a:r>
            <a:endParaRPr lang="zh-CN" altLang="en-US" dirty="0"/>
          </a:p>
        </p:txBody>
      </p:sp>
      <p:sp>
        <p:nvSpPr>
          <p:cNvPr id="3" name="Slide Number Placeholder 2">
            <a:extLst>
              <a:ext uri="{FF2B5EF4-FFF2-40B4-BE49-F238E27FC236}">
                <a16:creationId xmlns:a16="http://schemas.microsoft.com/office/drawing/2014/main" id="{D13A4206-C2DF-9B78-0D85-C65C67C4507B}"/>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D795F35A-217B-7B69-815F-06D41DA22B42}"/>
              </a:ext>
            </a:extLst>
          </p:cNvPr>
          <p:cNvSpPr>
            <a:spLocks noGrp="1"/>
          </p:cNvSpPr>
          <p:nvPr>
            <p:ph sz="quarter" idx="1"/>
          </p:nvPr>
        </p:nvSpPr>
        <p:spPr>
          <a:xfrm>
            <a:off x="609600" y="1219200"/>
            <a:ext cx="10972800" cy="3154680"/>
          </a:xfrm>
        </p:spPr>
        <p:txBody>
          <a:bodyPr>
            <a:normAutofit fontScale="70000" lnSpcReduction="20000"/>
          </a:bodyPr>
          <a:lstStyle/>
          <a:p>
            <a:r>
              <a:rPr lang="en-US" altLang="zh-CN" dirty="0"/>
              <a:t>Alice (</a:t>
            </a:r>
            <a:r>
              <a:rPr lang="zh-CN" altLang="en-US" dirty="0"/>
              <a:t>𝐴</a:t>
            </a:r>
            <a:r>
              <a:rPr lang="en-US" altLang="zh-CN" dirty="0"/>
              <a:t>), Bob (</a:t>
            </a:r>
            <a:r>
              <a:rPr lang="zh-CN" altLang="en-US" dirty="0"/>
              <a:t>𝐵</a:t>
            </a:r>
            <a:r>
              <a:rPr lang="en-US" altLang="zh-CN" dirty="0"/>
              <a:t>), Connie (</a:t>
            </a:r>
            <a:r>
              <a:rPr lang="zh-CN" altLang="en-US" dirty="0"/>
              <a:t>𝐶</a:t>
            </a:r>
            <a:r>
              <a:rPr lang="en-US" altLang="zh-CN" dirty="0"/>
              <a:t>), and Diego (</a:t>
            </a:r>
            <a:r>
              <a:rPr lang="zh-CN" altLang="en-US" dirty="0"/>
              <a:t>𝐷</a:t>
            </a:r>
            <a:r>
              <a:rPr lang="en-US" altLang="zh-CN" dirty="0"/>
              <a:t>) are connected to the local network, which runs the distance-vector algorithm.  Assumptions:</a:t>
            </a:r>
          </a:p>
          <a:p>
            <a:pPr lvl="1"/>
            <a:r>
              <a:rPr lang="en-US" altLang="zh-CN" dirty="0"/>
              <a:t>Static routes are installed at time </a:t>
            </a:r>
            <a:r>
              <a:rPr lang="zh-CN" altLang="en-US" dirty="0"/>
              <a:t>𝑡 </a:t>
            </a:r>
            <a:r>
              <a:rPr lang="en-US" altLang="zh-CN" dirty="0"/>
              <a:t>= 0.</a:t>
            </a:r>
          </a:p>
          <a:p>
            <a:pPr lvl="1"/>
            <a:r>
              <a:rPr lang="en-US" altLang="zh-CN" dirty="0"/>
              <a:t>Routers send periodic advertisements every 2 seconds, starting at </a:t>
            </a:r>
            <a:r>
              <a:rPr lang="zh-CN" altLang="en-US" dirty="0"/>
              <a:t>𝑡 </a:t>
            </a:r>
            <a:r>
              <a:rPr lang="en-US" altLang="zh-CN" dirty="0"/>
              <a:t>= 0.</a:t>
            </a:r>
          </a:p>
          <a:p>
            <a:pPr lvl="1"/>
            <a:r>
              <a:rPr lang="en-US" altLang="zh-CN" dirty="0"/>
              <a:t>Routing table entries expire after 10 seconds of receiving no advertisements.</a:t>
            </a:r>
          </a:p>
          <a:p>
            <a:pPr lvl="1"/>
            <a:r>
              <a:rPr lang="en-US" altLang="zh-CN" dirty="0"/>
              <a:t>Every second, each router (1) expires routes, then (2) processes advertisements and updates its table, then (3) sends out advertisements if </a:t>
            </a:r>
            <a:r>
              <a:rPr lang="zh-CN" altLang="en-US" dirty="0"/>
              <a:t>𝑡 </a:t>
            </a:r>
            <a:r>
              <a:rPr lang="en-US" altLang="zh-CN" dirty="0"/>
              <a:t>is even.</a:t>
            </a:r>
          </a:p>
          <a:p>
            <a:pPr lvl="1"/>
            <a:r>
              <a:rPr lang="en-US" altLang="zh-CN" dirty="0"/>
              <a:t>Link costs correspond to packet travel times (in seconds). Ignore processing and queuing delays.</a:t>
            </a:r>
          </a:p>
          <a:p>
            <a:r>
              <a:rPr lang="en-US" altLang="zh-CN" dirty="0"/>
              <a:t>Q1 Fill in R1’s table at steady state. If a host is directly connected, the next hop is “Direct” </a:t>
            </a:r>
          </a:p>
          <a:p>
            <a:r>
              <a:rPr lang="en-US" altLang="zh-CN" dirty="0"/>
              <a:t>After the network converges, the R1 - R2 link is broken, and split horizon is enabled on all routers.</a:t>
            </a:r>
          </a:p>
          <a:p>
            <a:r>
              <a:rPr lang="en-US" altLang="zh-CN" dirty="0"/>
              <a:t>Q2 Fill in R1’s table at the new steady state after the R1 - R2 link is broken.</a:t>
            </a:r>
            <a:br>
              <a:rPr lang="en-US" altLang="zh-CN" dirty="0"/>
            </a:br>
            <a:endParaRPr lang="en-US" altLang="zh-CN" dirty="0"/>
          </a:p>
        </p:txBody>
      </p:sp>
      <p:pic>
        <p:nvPicPr>
          <p:cNvPr id="6" name="Picture 5" descr="This diagram appears to represent a flowchart or network diagram with nodes labeled as A, R1, R2, C, B, and R3, and connections or branches between them, possibly indicating a sequence or process.&#10;&#10;AI-generated content may be incorrect.">
            <a:extLst>
              <a:ext uri="{FF2B5EF4-FFF2-40B4-BE49-F238E27FC236}">
                <a16:creationId xmlns:a16="http://schemas.microsoft.com/office/drawing/2014/main" id="{3984926F-41BF-EFAD-24B7-CCB33C478828}"/>
              </a:ext>
            </a:extLst>
          </p:cNvPr>
          <p:cNvPicPr>
            <a:picLocks noChangeAspect="1"/>
          </p:cNvPicPr>
          <p:nvPr/>
        </p:nvPicPr>
        <p:blipFill>
          <a:blip r:embed="rId3"/>
          <a:stretch>
            <a:fillRect/>
          </a:stretch>
        </p:blipFill>
        <p:spPr>
          <a:xfrm>
            <a:off x="76199" y="4648200"/>
            <a:ext cx="5872765" cy="1581424"/>
          </a:xfrm>
          <a:prstGeom prst="rect">
            <a:avLst/>
          </a:prstGeom>
        </p:spPr>
      </p:pic>
      <p:pic>
        <p:nvPicPr>
          <p:cNvPr id="8" name="Picture 7" descr="The diagram illustrates a flowchart or logic diagram with nodes labeled as A, R1, R2, C, B, R3, and D, showing connections or relationships between these elements.&#10;&#10;AI-generated content may be incorrect.">
            <a:extLst>
              <a:ext uri="{FF2B5EF4-FFF2-40B4-BE49-F238E27FC236}">
                <a16:creationId xmlns:a16="http://schemas.microsoft.com/office/drawing/2014/main" id="{465FBA92-BBE6-6107-7975-9EC2B01CECCF}"/>
              </a:ext>
            </a:extLst>
          </p:cNvPr>
          <p:cNvPicPr>
            <a:picLocks noChangeAspect="1"/>
          </p:cNvPicPr>
          <p:nvPr/>
        </p:nvPicPr>
        <p:blipFill>
          <a:blip r:embed="rId4"/>
          <a:stretch>
            <a:fillRect/>
          </a:stretch>
        </p:blipFill>
        <p:spPr>
          <a:xfrm>
            <a:off x="6091656" y="4598136"/>
            <a:ext cx="5721383" cy="1631488"/>
          </a:xfrm>
          <a:prstGeom prst="rect">
            <a:avLst/>
          </a:prstGeom>
        </p:spPr>
      </p:pic>
    </p:spTree>
    <p:extLst>
      <p:ext uri="{BB962C8B-B14F-4D97-AF65-F5344CB8AC3E}">
        <p14:creationId xmlns:p14="http://schemas.microsoft.com/office/powerpoint/2010/main" val="16681672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2047B-141B-3251-DE0E-550D4EE16E67}"/>
              </a:ext>
            </a:extLst>
          </p:cNvPr>
          <p:cNvSpPr>
            <a:spLocks noGrp="1"/>
          </p:cNvSpPr>
          <p:nvPr>
            <p:ph type="title"/>
          </p:nvPr>
        </p:nvSpPr>
        <p:spPr/>
        <p:txBody>
          <a:bodyPr/>
          <a:lstStyle/>
          <a:p>
            <a:r>
              <a:rPr lang="nl-NL" altLang="zh-CN" dirty="0"/>
              <a:t>Lecture 5.3 - Link-State</a:t>
            </a:r>
            <a:endParaRPr lang="zh-CN" altLang="en-US" dirty="0"/>
          </a:p>
        </p:txBody>
      </p:sp>
      <p:sp>
        <p:nvSpPr>
          <p:cNvPr id="3" name="Slide Number Placeholder 2">
            <a:extLst>
              <a:ext uri="{FF2B5EF4-FFF2-40B4-BE49-F238E27FC236}">
                <a16:creationId xmlns:a16="http://schemas.microsoft.com/office/drawing/2014/main" id="{9C30C5B6-47D2-2CAF-AF41-B49AD0C69FA6}"/>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A4E129ED-CE46-4B39-F97A-219964307A40}"/>
              </a:ext>
            </a:extLst>
          </p:cNvPr>
          <p:cNvSpPr>
            <a:spLocks noGrp="1"/>
          </p:cNvSpPr>
          <p:nvPr>
            <p:ph sz="quarter" idx="1"/>
          </p:nvPr>
        </p:nvSpPr>
        <p:spPr>
          <a:xfrm>
            <a:off x="609600" y="1219200"/>
            <a:ext cx="5791200" cy="5137150"/>
          </a:xfrm>
        </p:spPr>
        <p:txBody>
          <a:bodyPr>
            <a:normAutofit fontScale="55000" lnSpcReduction="20000"/>
          </a:bodyPr>
          <a:lstStyle/>
          <a:p>
            <a:r>
              <a:rPr lang="en-US" altLang="zh-CN" dirty="0"/>
              <a:t>Consider the following network graph with three hosts (A, B, C) and six routers (R1 - R6). For the following questions, assume that the routers run a link-state routing protocol and the routing state has converged. Every link is up unless otherwise noted. When picking between equal-cost paths, the routers pick the route through the neighbor with the lower ID number. For each answer, please provide a concise explanation.</a:t>
            </a:r>
          </a:p>
          <a:p>
            <a:pPr lvl="1"/>
            <a:r>
              <a:rPr lang="en-US" altLang="zh-CN" dirty="0"/>
              <a:t>Note that all subparts are independent questions (changes made in one subpart do not affect the subsequent ones).</a:t>
            </a:r>
          </a:p>
          <a:p>
            <a:r>
              <a:rPr lang="en-US" altLang="zh-CN" dirty="0"/>
              <a:t>Q1. Suppose that the link between R3 and R4 goes down. R3 and R4 have recomputed their routes, but they have not yet sent updates.  What route will a packet from A to C take?</a:t>
            </a:r>
          </a:p>
          <a:p>
            <a:r>
              <a:rPr lang="en-US" altLang="zh-CN" dirty="0"/>
              <a:t>Q2. Suppose that the link between R2 and R3 goes down. R2 and R3 have recomputed their routes, but have not yet sent updates.  What route will a packet from A to C take? </a:t>
            </a:r>
          </a:p>
          <a:p>
            <a:r>
              <a:rPr lang="en-US" altLang="zh-CN" dirty="0"/>
              <a:t>Q3.  Assume that at time t=0, A sends a packet to C. At t=0.5 seconds, the link between R4 and R5 goes down, and R4 and R5 instantaneously recognize and recompute their routes. Assume that link-state advertisements are processed and propagated instantaneously. A link’s propagation delay is equal to the link costs in the diagram (in seconds), i.e. R1 - R2 has a 1-second delay, R2 - R3 has 2-second delay, </a:t>
            </a:r>
            <a:r>
              <a:rPr lang="en-US" altLang="zh-CN" dirty="0" err="1"/>
              <a:t>etc</a:t>
            </a:r>
            <a:r>
              <a:rPr lang="en-US" altLang="zh-CN" dirty="0"/>
              <a:t>). You can ignore all processing and queuing delays. Does the packet reach its destination? If so, write down the route the packet from A to C takes.</a:t>
            </a:r>
            <a:endParaRPr lang="zh-CN" altLang="en-US" dirty="0"/>
          </a:p>
        </p:txBody>
      </p:sp>
      <p:pic>
        <p:nvPicPr>
          <p:cNvPr id="5" name="Picture 4">
            <a:extLst>
              <a:ext uri="{FF2B5EF4-FFF2-40B4-BE49-F238E27FC236}">
                <a16:creationId xmlns:a16="http://schemas.microsoft.com/office/drawing/2014/main" id="{664C32AF-CC1B-DA13-AA7A-6C911A8924E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400800" y="1752600"/>
            <a:ext cx="5712155" cy="2988919"/>
          </a:xfrm>
          <a:prstGeom prst="rect">
            <a:avLst/>
          </a:prstGeom>
        </p:spPr>
      </p:pic>
    </p:spTree>
    <p:extLst>
      <p:ext uri="{BB962C8B-B14F-4D97-AF65-F5344CB8AC3E}">
        <p14:creationId xmlns:p14="http://schemas.microsoft.com/office/powerpoint/2010/main" val="22599217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2CD81-45DB-5CCD-7CC9-C80160B4B882}"/>
              </a:ext>
            </a:extLst>
          </p:cNvPr>
          <p:cNvSpPr>
            <a:spLocks noGrp="1"/>
          </p:cNvSpPr>
          <p:nvPr>
            <p:ph type="title"/>
          </p:nvPr>
        </p:nvSpPr>
        <p:spPr/>
        <p:txBody>
          <a:bodyPr/>
          <a:lstStyle/>
          <a:p>
            <a:r>
              <a:rPr lang="nl-NL" altLang="zh-CN" dirty="0"/>
              <a:t>Lecture 6 - IP Addressing </a:t>
            </a:r>
            <a:endParaRPr lang="zh-CN" altLang="en-US" dirty="0"/>
          </a:p>
        </p:txBody>
      </p:sp>
      <p:sp>
        <p:nvSpPr>
          <p:cNvPr id="3" name="Slide Number Placeholder 2">
            <a:extLst>
              <a:ext uri="{FF2B5EF4-FFF2-40B4-BE49-F238E27FC236}">
                <a16:creationId xmlns:a16="http://schemas.microsoft.com/office/drawing/2014/main" id="{DA37C9C9-55D3-8886-DD27-91C3AB9D28C9}"/>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6576AAD7-D6E1-4323-59DF-12A4E73EDE51}"/>
              </a:ext>
            </a:extLst>
          </p:cNvPr>
          <p:cNvSpPr>
            <a:spLocks noGrp="1"/>
          </p:cNvSpPr>
          <p:nvPr>
            <p:ph sz="quarter" idx="1"/>
          </p:nvPr>
        </p:nvSpPr>
        <p:spPr>
          <a:xfrm>
            <a:off x="609600" y="1219200"/>
            <a:ext cx="8686800" cy="5137150"/>
          </a:xfrm>
        </p:spPr>
        <p:txBody>
          <a:bodyPr>
            <a:normAutofit fontScale="70000" lnSpcReduction="20000"/>
          </a:bodyPr>
          <a:lstStyle/>
          <a:p>
            <a:r>
              <a:rPr lang="en-US" altLang="zh-CN" dirty="0"/>
              <a:t>Suppose hofstra.edu is the provider AS for Engineering (EE), CS, Math, and Biology, and needs to assign IPv4 addresses to them. Assume that CIDR (Classless Inter-Domain Routing) addressing is used, and that hofstra.edu has the prefix: 198.51.0.0/16. The address space is allocated as follows:</a:t>
            </a:r>
          </a:p>
          <a:p>
            <a:pPr lvl="1"/>
            <a:r>
              <a:rPr lang="en-US" altLang="zh-CN" dirty="0"/>
              <a:t>Chemistry: 198.51.0.0/18 </a:t>
            </a:r>
          </a:p>
          <a:p>
            <a:pPr lvl="1"/>
            <a:r>
              <a:rPr lang="en-US" altLang="zh-CN" dirty="0"/>
              <a:t>Math: 198.51.128.0/18 </a:t>
            </a:r>
          </a:p>
          <a:p>
            <a:pPr lvl="1"/>
            <a:r>
              <a:rPr lang="en-US" altLang="zh-CN" dirty="0"/>
              <a:t>The block 198.51.192.0/18 is reserved for EE and CS </a:t>
            </a:r>
          </a:p>
          <a:p>
            <a:pPr lvl="1"/>
            <a:r>
              <a:rPr lang="en-US" altLang="zh-CN" dirty="0"/>
              <a:t>The block 198.51.64.0/18 is currently unassigned </a:t>
            </a:r>
          </a:p>
          <a:p>
            <a:r>
              <a:rPr lang="en-US" altLang="zh-CN" dirty="0"/>
              <a:t>Questions</a:t>
            </a:r>
          </a:p>
          <a:p>
            <a:r>
              <a:rPr lang="en-US" altLang="zh-CN" dirty="0"/>
              <a:t>1) Which addresses are included in the Math department’s prefix? How many addresses are in this range?</a:t>
            </a:r>
          </a:p>
          <a:p>
            <a:r>
              <a:rPr lang="en-US" altLang="zh-CN" dirty="0"/>
              <a:t>2) The block 198.51.192.0/18 is reserved for EE and CS. Assign equal halves of this address space to the two departments.</a:t>
            </a:r>
          </a:p>
          <a:p>
            <a:r>
              <a:rPr lang="en-US" altLang="zh-CN" dirty="0"/>
              <a:t>3) You want to start a new department of Data Science, and assign it an unused address range. You foresee that no more than 90 people will enroll. Assuming one address per person, what prefix would you assign to minimize unused/wasted addresses?</a:t>
            </a:r>
          </a:p>
          <a:p>
            <a:r>
              <a:rPr lang="en-US" altLang="zh-CN" dirty="0"/>
              <a:t>4) After assigning the Data Science prefix, suppose Biology needs an address block for 30 people.</a:t>
            </a:r>
            <a:br>
              <a:rPr lang="en-US" altLang="zh-CN" dirty="0"/>
            </a:br>
            <a:r>
              <a:rPr lang="en-US" altLang="zh-CN" dirty="0"/>
              <a:t>What is the smallest unused prefix you can assign to Biology without overlapping any existing assignments?</a:t>
            </a:r>
          </a:p>
          <a:p>
            <a:endParaRPr lang="zh-CN" altLang="en-US" dirty="0"/>
          </a:p>
        </p:txBody>
      </p:sp>
      <p:graphicFrame>
        <p:nvGraphicFramePr>
          <p:cNvPr id="6" name="Table 5">
            <a:extLst>
              <a:ext uri="{FF2B5EF4-FFF2-40B4-BE49-F238E27FC236}">
                <a16:creationId xmlns:a16="http://schemas.microsoft.com/office/drawing/2014/main" id="{4E424810-DD32-37FE-43F5-DB491C93CF8A}"/>
              </a:ext>
            </a:extLst>
          </p:cNvPr>
          <p:cNvGraphicFramePr>
            <a:graphicFrameLocks noGrp="1"/>
          </p:cNvGraphicFramePr>
          <p:nvPr>
            <p:extLst>
              <p:ext uri="{D42A27DB-BD31-4B8C-83A1-F6EECF244321}">
                <p14:modId xmlns:p14="http://schemas.microsoft.com/office/powerpoint/2010/main" val="3617915001"/>
              </p:ext>
            </p:extLst>
          </p:nvPr>
        </p:nvGraphicFramePr>
        <p:xfrm>
          <a:off x="9525000" y="2438400"/>
          <a:ext cx="2489468" cy="2362232"/>
        </p:xfrm>
        <a:graphic>
          <a:graphicData uri="http://schemas.openxmlformats.org/drawingml/2006/table">
            <a:tbl>
              <a:tblPr firstRow="1" bandRow="1"/>
              <a:tblGrid>
                <a:gridCol w="1025075">
                  <a:extLst>
                    <a:ext uri="{9D8B030D-6E8A-4147-A177-3AD203B41FA5}">
                      <a16:colId xmlns:a16="http://schemas.microsoft.com/office/drawing/2014/main" val="4288895764"/>
                    </a:ext>
                  </a:extLst>
                </a:gridCol>
                <a:gridCol w="1464393">
                  <a:extLst>
                    <a:ext uri="{9D8B030D-6E8A-4147-A177-3AD203B41FA5}">
                      <a16:colId xmlns:a16="http://schemas.microsoft.com/office/drawing/2014/main" val="979843445"/>
                    </a:ext>
                  </a:extLst>
                </a:gridCol>
              </a:tblGrid>
              <a:tr h="350552">
                <a:tc>
                  <a:txBody>
                    <a:bodyPr/>
                    <a:lstStyle/>
                    <a:p>
                      <a:pPr algn="ctr"/>
                      <a:r>
                        <a:rPr lang="en-US" altLang="zh-CN" sz="1600" b="1" dirty="0"/>
                        <a:t>Decimal</a:t>
                      </a:r>
                      <a:endParaRPr lang="zh-CN" altLang="en-US" sz="1600" b="1" dirty="0"/>
                    </a:p>
                  </a:txBody>
                  <a:tcPr/>
                </a:tc>
                <a:tc>
                  <a:txBody>
                    <a:bodyPr/>
                    <a:lstStyle/>
                    <a:p>
                      <a:pPr algn="ctr"/>
                      <a:r>
                        <a:rPr lang="en-US" altLang="zh-CN" sz="1600" b="1" dirty="0"/>
                        <a:t>Binary</a:t>
                      </a:r>
                      <a:endParaRPr lang="zh-CN" altLang="en-US" sz="1600" b="1" dirty="0"/>
                    </a:p>
                  </a:txBody>
                  <a:tcPr/>
                </a:tc>
                <a:extLst>
                  <a:ext uri="{0D108BD9-81ED-4DB2-BD59-A6C34878D82A}">
                    <a16:rowId xmlns:a16="http://schemas.microsoft.com/office/drawing/2014/main" val="3613287987"/>
                  </a:ext>
                </a:extLst>
              </a:tr>
              <a:tr h="309073">
                <a:tc>
                  <a:txBody>
                    <a:bodyPr/>
                    <a:lstStyle/>
                    <a:p>
                      <a:pPr algn="ctr"/>
                      <a:r>
                        <a:rPr lang="en-US" altLang="zh-CN" sz="1600" dirty="0"/>
                        <a:t>198</a:t>
                      </a:r>
                      <a:endParaRPr lang="zh-CN" altLang="en-US" sz="1600" dirty="0"/>
                    </a:p>
                  </a:txBody>
                  <a:tcPr/>
                </a:tc>
                <a:tc>
                  <a:txBody>
                    <a:bodyPr/>
                    <a:lstStyle/>
                    <a:p>
                      <a:pPr algn="ctr"/>
                      <a:r>
                        <a:rPr lang="en-US" altLang="zh-CN" sz="1600" dirty="0"/>
                        <a:t>11000110</a:t>
                      </a:r>
                      <a:endParaRPr lang="zh-CN" altLang="en-US" sz="1600" dirty="0"/>
                    </a:p>
                  </a:txBody>
                  <a:tcPr/>
                </a:tc>
                <a:extLst>
                  <a:ext uri="{0D108BD9-81ED-4DB2-BD59-A6C34878D82A}">
                    <a16:rowId xmlns:a16="http://schemas.microsoft.com/office/drawing/2014/main" val="1442225972"/>
                  </a:ext>
                </a:extLst>
              </a:tr>
              <a:tr h="309073">
                <a:tc>
                  <a:txBody>
                    <a:bodyPr/>
                    <a:lstStyle/>
                    <a:p>
                      <a:pPr algn="ctr"/>
                      <a:r>
                        <a:rPr lang="en-US" altLang="zh-CN" sz="1600" dirty="0"/>
                        <a:t>51</a:t>
                      </a:r>
                      <a:endParaRPr lang="zh-CN" altLang="en-US" sz="1600" dirty="0"/>
                    </a:p>
                  </a:txBody>
                  <a:tcPr/>
                </a:tc>
                <a:tc>
                  <a:txBody>
                    <a:bodyPr/>
                    <a:lstStyle/>
                    <a:p>
                      <a:pPr algn="ctr"/>
                      <a:r>
                        <a:rPr lang="en-US" altLang="zh-CN" sz="1600" dirty="0"/>
                        <a:t>00110011</a:t>
                      </a:r>
                      <a:endParaRPr lang="zh-CN" altLang="en-US" sz="1600" dirty="0"/>
                    </a:p>
                  </a:txBody>
                  <a:tcPr/>
                </a:tc>
                <a:extLst>
                  <a:ext uri="{0D108BD9-81ED-4DB2-BD59-A6C34878D82A}">
                    <a16:rowId xmlns:a16="http://schemas.microsoft.com/office/drawing/2014/main" val="3986029047"/>
                  </a:ext>
                </a:extLst>
              </a:tr>
              <a:tr h="309073">
                <a:tc>
                  <a:txBody>
                    <a:bodyPr/>
                    <a:lstStyle/>
                    <a:p>
                      <a:pPr algn="ctr"/>
                      <a:r>
                        <a:rPr lang="en-US" altLang="zh-CN" sz="1600" dirty="0"/>
                        <a:t>192</a:t>
                      </a:r>
                      <a:endParaRPr lang="zh-CN" altLang="en-US" sz="1600" dirty="0"/>
                    </a:p>
                  </a:txBody>
                  <a:tcPr/>
                </a:tc>
                <a:tc>
                  <a:txBody>
                    <a:bodyPr/>
                    <a:lstStyle/>
                    <a:p>
                      <a:pPr algn="ctr"/>
                      <a:r>
                        <a:rPr lang="en-US" altLang="zh-CN" sz="1600" dirty="0"/>
                        <a:t>11000000</a:t>
                      </a:r>
                      <a:endParaRPr lang="zh-CN" altLang="en-US" sz="1600" dirty="0"/>
                    </a:p>
                  </a:txBody>
                  <a:tcPr/>
                </a:tc>
                <a:extLst>
                  <a:ext uri="{0D108BD9-81ED-4DB2-BD59-A6C34878D82A}">
                    <a16:rowId xmlns:a16="http://schemas.microsoft.com/office/drawing/2014/main" val="1625049812"/>
                  </a:ext>
                </a:extLst>
              </a:tr>
              <a:tr h="309073">
                <a:tc>
                  <a:txBody>
                    <a:bodyPr/>
                    <a:lstStyle/>
                    <a:p>
                      <a:pPr algn="ctr"/>
                      <a:r>
                        <a:rPr lang="en-US" altLang="zh-CN" sz="1600" dirty="0"/>
                        <a:t>224</a:t>
                      </a:r>
                      <a:endParaRPr lang="zh-CN" altLang="en-US" sz="1600" dirty="0"/>
                    </a:p>
                  </a:txBody>
                  <a:tcPr/>
                </a:tc>
                <a:tc>
                  <a:txBody>
                    <a:bodyPr/>
                    <a:lstStyle/>
                    <a:p>
                      <a:pPr algn="ctr"/>
                      <a:r>
                        <a:rPr lang="en-US" altLang="zh-CN" sz="1600" dirty="0"/>
                        <a:t>11100000</a:t>
                      </a:r>
                      <a:endParaRPr lang="zh-CN" altLang="en-US" sz="1600" dirty="0"/>
                    </a:p>
                  </a:txBody>
                  <a:tcPr/>
                </a:tc>
                <a:extLst>
                  <a:ext uri="{0D108BD9-81ED-4DB2-BD59-A6C34878D82A}">
                    <a16:rowId xmlns:a16="http://schemas.microsoft.com/office/drawing/2014/main" val="2547121994"/>
                  </a:ext>
                </a:extLst>
              </a:tr>
              <a:tr h="309073">
                <a:tc>
                  <a:txBody>
                    <a:bodyPr/>
                    <a:lstStyle/>
                    <a:p>
                      <a:pPr algn="ctr"/>
                      <a:r>
                        <a:rPr lang="en-US" altLang="zh-CN" sz="1600" dirty="0"/>
                        <a:t>64</a:t>
                      </a:r>
                      <a:endParaRPr lang="zh-CN" altLang="en-US" sz="1600" dirty="0"/>
                    </a:p>
                  </a:txBody>
                  <a:tcPr/>
                </a:tc>
                <a:tc>
                  <a:txBody>
                    <a:bodyPr/>
                    <a:lstStyle/>
                    <a:p>
                      <a:pPr algn="ctr"/>
                      <a:r>
                        <a:rPr lang="en-US" altLang="zh-CN" sz="1600" dirty="0"/>
                        <a:t>01000000</a:t>
                      </a:r>
                      <a:endParaRPr lang="zh-CN" altLang="en-US" sz="1600" dirty="0"/>
                    </a:p>
                  </a:txBody>
                  <a:tcPr/>
                </a:tc>
                <a:extLst>
                  <a:ext uri="{0D108BD9-81ED-4DB2-BD59-A6C34878D82A}">
                    <a16:rowId xmlns:a16="http://schemas.microsoft.com/office/drawing/2014/main" val="2161253667"/>
                  </a:ext>
                </a:extLst>
              </a:tr>
              <a:tr h="309073">
                <a:tc>
                  <a:txBody>
                    <a:bodyPr/>
                    <a:lstStyle/>
                    <a:p>
                      <a:pPr algn="ctr"/>
                      <a:r>
                        <a:rPr lang="en-US" altLang="zh-CN" sz="1600" dirty="0"/>
                        <a:t>128 </a:t>
                      </a:r>
                      <a:endParaRPr lang="zh-CN" altLang="en-US" sz="1600" dirty="0"/>
                    </a:p>
                  </a:txBody>
                  <a:tcPr/>
                </a:tc>
                <a:tc>
                  <a:txBody>
                    <a:bodyPr/>
                    <a:lstStyle/>
                    <a:p>
                      <a:pPr algn="ctr"/>
                      <a:r>
                        <a:rPr lang="en-US" altLang="zh-CN" sz="1600" dirty="0"/>
                        <a:t>10000000 </a:t>
                      </a:r>
                      <a:endParaRPr lang="zh-CN" altLang="en-US" sz="1600" dirty="0"/>
                    </a:p>
                  </a:txBody>
                  <a:tcPr/>
                </a:tc>
                <a:extLst>
                  <a:ext uri="{0D108BD9-81ED-4DB2-BD59-A6C34878D82A}">
                    <a16:rowId xmlns:a16="http://schemas.microsoft.com/office/drawing/2014/main" val="3343002594"/>
                  </a:ext>
                </a:extLst>
              </a:tr>
            </a:tbl>
          </a:graphicData>
        </a:graphic>
      </p:graphicFrame>
    </p:spTree>
    <p:extLst>
      <p:ext uri="{BB962C8B-B14F-4D97-AF65-F5344CB8AC3E}">
        <p14:creationId xmlns:p14="http://schemas.microsoft.com/office/powerpoint/2010/main" val="4400520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D43A0-7B7F-5677-4F70-4DA30EFADDA2}"/>
              </a:ext>
            </a:extLst>
          </p:cNvPr>
          <p:cNvSpPr>
            <a:spLocks noGrp="1"/>
          </p:cNvSpPr>
          <p:nvPr>
            <p:ph type="title"/>
          </p:nvPr>
        </p:nvSpPr>
        <p:spPr/>
        <p:txBody>
          <a:bodyPr/>
          <a:lstStyle/>
          <a:p>
            <a:r>
              <a:rPr lang="en-US" altLang="zh-CN" dirty="0"/>
              <a:t>Lecture 7 - Routers</a:t>
            </a:r>
            <a:endParaRPr lang="zh-CN" altLang="en-US" dirty="0"/>
          </a:p>
        </p:txBody>
      </p:sp>
      <p:sp>
        <p:nvSpPr>
          <p:cNvPr id="3" name="Slide Number Placeholder 2">
            <a:extLst>
              <a:ext uri="{FF2B5EF4-FFF2-40B4-BE49-F238E27FC236}">
                <a16:creationId xmlns:a16="http://schemas.microsoft.com/office/drawing/2014/main" id="{443D3223-CE51-5E9E-40F8-FCF8BB864016}"/>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C77D124F-8084-E5A5-F093-3F4AD281D0B3}"/>
              </a:ext>
            </a:extLst>
          </p:cNvPr>
          <p:cNvSpPr>
            <a:spLocks noGrp="1"/>
          </p:cNvSpPr>
          <p:nvPr>
            <p:ph sz="quarter" idx="1"/>
          </p:nvPr>
        </p:nvSpPr>
        <p:spPr>
          <a:xfrm>
            <a:off x="361255" y="1219200"/>
            <a:ext cx="6268146" cy="4937760"/>
          </a:xfrm>
        </p:spPr>
        <p:txBody>
          <a:bodyPr>
            <a:normAutofit fontScale="70000" lnSpcReduction="20000"/>
          </a:bodyPr>
          <a:lstStyle/>
          <a:p>
            <a:r>
              <a:rPr lang="en-US" altLang="zh-CN" dirty="0"/>
              <a:t>Consider a router in a network that uses a least-cost routing protocol, with </a:t>
            </a:r>
            <a:r>
              <a:rPr lang="en-US" altLang="zh-CN" dirty="0">
                <a:solidFill>
                  <a:srgbClr val="C00000"/>
                </a:solidFill>
              </a:rPr>
              <a:t>ties broken by taking the route from the link with the smallest port number.</a:t>
            </a:r>
            <a:r>
              <a:rPr lang="en-US" altLang="zh-CN" dirty="0"/>
              <a:t> The router has 4 ports and </a:t>
            </a:r>
            <a:r>
              <a:rPr lang="en-US" altLang="zh-CN" dirty="0">
                <a:solidFill>
                  <a:srgbClr val="C00000"/>
                </a:solidFill>
              </a:rPr>
              <a:t>its default route sends all traffic onto port 1</a:t>
            </a:r>
            <a:r>
              <a:rPr lang="en-US" altLang="zh-CN" dirty="0"/>
              <a:t>. Table 1 lists the routes that our router sees advertised at each port. You can find some useful binary conversions in the table below. For the following 7 subparts, determine which ports the packets with the following destinations are forwarded to based on the advertisements given above. Give brief explanation for each.</a:t>
            </a:r>
          </a:p>
          <a:p>
            <a:r>
              <a:rPr lang="en-US" altLang="zh-CN" dirty="0"/>
              <a:t>Q1 A packet with destination 3.4.0.1</a:t>
            </a:r>
          </a:p>
          <a:p>
            <a:r>
              <a:rPr lang="en-US" altLang="zh-CN" dirty="0"/>
              <a:t>Q2 A packet with destination 4.0.0.1</a:t>
            </a:r>
          </a:p>
          <a:p>
            <a:r>
              <a:rPr lang="en-US" altLang="zh-CN" dirty="0"/>
              <a:t>Q3 A packet with destination 2.2.208.1</a:t>
            </a:r>
          </a:p>
          <a:p>
            <a:r>
              <a:rPr lang="en-US" altLang="zh-CN" dirty="0"/>
              <a:t>Q4 A packet with destination 2.3.0.10</a:t>
            </a:r>
          </a:p>
          <a:p>
            <a:r>
              <a:rPr lang="en-US" altLang="zh-CN" dirty="0"/>
              <a:t>Q5 A packet with destination 2.2.204.13</a:t>
            </a:r>
          </a:p>
          <a:p>
            <a:r>
              <a:rPr lang="en-US" altLang="zh-CN" dirty="0"/>
              <a:t>Q6 A packet with destination 1.1.21.7</a:t>
            </a:r>
          </a:p>
          <a:p>
            <a:r>
              <a:rPr lang="en-US" altLang="zh-CN" dirty="0"/>
              <a:t>Q7 A packet with destination 2.2.96.22</a:t>
            </a:r>
            <a:endParaRPr lang="zh-CN" altLang="en-US" dirty="0"/>
          </a:p>
        </p:txBody>
      </p:sp>
      <p:pic>
        <p:nvPicPr>
          <p:cNvPr id="7" name="Picture 6">
            <a:extLst>
              <a:ext uri="{FF2B5EF4-FFF2-40B4-BE49-F238E27FC236}">
                <a16:creationId xmlns:a16="http://schemas.microsoft.com/office/drawing/2014/main" id="{72A21CDC-6199-B652-DCE1-7CEE8F4CF7D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9601200" y="2286000"/>
            <a:ext cx="2489468" cy="2567965"/>
          </a:xfrm>
          <a:prstGeom prst="rect">
            <a:avLst/>
          </a:prstGeom>
        </p:spPr>
      </p:pic>
      <p:pic>
        <p:nvPicPr>
          <p:cNvPr id="8" name="Picture 7" descr="The image is a table presenting the number of routes advertised at different ports, with columns for the port number, IP address range, and the number of routes.&#10;&#10;AI-generated content may be incorrect.">
            <a:extLst>
              <a:ext uri="{FF2B5EF4-FFF2-40B4-BE49-F238E27FC236}">
                <a16:creationId xmlns:a16="http://schemas.microsoft.com/office/drawing/2014/main" id="{BE24FF79-9676-1C0C-7C30-8DFA1574D644}"/>
              </a:ext>
            </a:extLst>
          </p:cNvPr>
          <p:cNvPicPr>
            <a:picLocks noChangeAspect="1"/>
          </p:cNvPicPr>
          <p:nvPr/>
        </p:nvPicPr>
        <p:blipFill>
          <a:blip r:embed="rId3"/>
          <a:stretch>
            <a:fillRect/>
          </a:stretch>
        </p:blipFill>
        <p:spPr>
          <a:xfrm>
            <a:off x="6324600" y="1296645"/>
            <a:ext cx="3343742" cy="4906060"/>
          </a:xfrm>
          <a:prstGeom prst="rect">
            <a:avLst/>
          </a:prstGeom>
        </p:spPr>
      </p:pic>
    </p:spTree>
    <p:extLst>
      <p:ext uri="{BB962C8B-B14F-4D97-AF65-F5344CB8AC3E}">
        <p14:creationId xmlns:p14="http://schemas.microsoft.com/office/powerpoint/2010/main" val="20901423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C33A3-45D7-5735-D31E-3E0C6A5F1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F33AE-23BC-7D52-2FA4-CD4FB018D720}"/>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90478DCF-F169-65AF-8142-3856F35890D7}"/>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8E4EC940-7998-34CD-B91E-2AF508973B0D}"/>
              </a:ext>
            </a:extLst>
          </p:cNvPr>
          <p:cNvSpPr>
            <a:spLocks noGrp="1"/>
          </p:cNvSpPr>
          <p:nvPr>
            <p:ph sz="quarter" idx="1"/>
          </p:nvPr>
        </p:nvSpPr>
        <p:spPr>
          <a:xfrm>
            <a:off x="609600" y="1219200"/>
            <a:ext cx="8458200" cy="4937760"/>
          </a:xfrm>
        </p:spPr>
        <p:txBody>
          <a:bodyPr>
            <a:normAutofit/>
          </a:bodyPr>
          <a:lstStyle/>
          <a:p>
            <a:r>
              <a:rPr lang="en-US" altLang="zh-CN" dirty="0"/>
              <a:t>Consider a router running longest prefix matching to forward packets. </a:t>
            </a:r>
          </a:p>
          <a:p>
            <a:r>
              <a:rPr lang="en-US" altLang="zh-CN" dirty="0"/>
              <a:t>Q1 Given the current routing table, use route aggregation to build a new table, such that both tables produce the same forwarding decisions, and every IPv4 address matches only one prefix. Write one IP prefix per box.</a:t>
            </a:r>
          </a:p>
          <a:p>
            <a:endParaRPr lang="zh-CN" altLang="en-US" dirty="0"/>
          </a:p>
        </p:txBody>
      </p:sp>
      <p:graphicFrame>
        <p:nvGraphicFramePr>
          <p:cNvPr id="29" name="Table 28">
            <a:extLst>
              <a:ext uri="{FF2B5EF4-FFF2-40B4-BE49-F238E27FC236}">
                <a16:creationId xmlns:a16="http://schemas.microsoft.com/office/drawing/2014/main" id="{1AAF12F1-5ECD-4699-1380-4D38BC5ABC13}"/>
              </a:ext>
            </a:extLst>
          </p:cNvPr>
          <p:cNvGraphicFramePr>
            <a:graphicFrameLocks noGrp="1"/>
          </p:cNvGraphicFramePr>
          <p:nvPr/>
        </p:nvGraphicFramePr>
        <p:xfrm>
          <a:off x="9220200" y="1981200"/>
          <a:ext cx="2057400" cy="169167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128.1.2.0/24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1625049812"/>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graphicFrame>
        <p:nvGraphicFramePr>
          <p:cNvPr id="30" name="Table 29">
            <a:extLst>
              <a:ext uri="{FF2B5EF4-FFF2-40B4-BE49-F238E27FC236}">
                <a16:creationId xmlns:a16="http://schemas.microsoft.com/office/drawing/2014/main" id="{DEAEA81B-09E9-FC50-52BE-A11170C45AB5}"/>
              </a:ext>
            </a:extLst>
          </p:cNvPr>
          <p:cNvGraphicFramePr>
            <a:graphicFrameLocks noGrp="1"/>
          </p:cNvGraphicFramePr>
          <p:nvPr/>
        </p:nvGraphicFramePr>
        <p:xfrm>
          <a:off x="9220200" y="4190968"/>
          <a:ext cx="2057400" cy="135639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1442225972"/>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3205567541"/>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2547121994"/>
                  </a:ext>
                </a:extLst>
              </a:tr>
            </a:tbl>
          </a:graphicData>
        </a:graphic>
      </p:graphicFrame>
      <p:sp>
        <p:nvSpPr>
          <p:cNvPr id="32" name="TextBox 31">
            <a:extLst>
              <a:ext uri="{FF2B5EF4-FFF2-40B4-BE49-F238E27FC236}">
                <a16:creationId xmlns:a16="http://schemas.microsoft.com/office/drawing/2014/main" id="{E3C453AD-347D-F8E1-7927-2FBF6B9D460F}"/>
              </a:ext>
            </a:extLst>
          </p:cNvPr>
          <p:cNvSpPr txBox="1"/>
          <p:nvPr/>
        </p:nvSpPr>
        <p:spPr>
          <a:xfrm>
            <a:off x="9753600" y="5523771"/>
            <a:ext cx="1159035" cy="369332"/>
          </a:xfrm>
          <a:prstGeom prst="rect">
            <a:avLst/>
          </a:prstGeom>
          <a:noFill/>
        </p:spPr>
        <p:txBody>
          <a:bodyPr wrap="none" rtlCol="0">
            <a:spAutoFit/>
          </a:bodyPr>
          <a:lstStyle/>
          <a:p>
            <a:r>
              <a:rPr lang="en-US" altLang="zh-CN" dirty="0"/>
              <a:t>New Table</a:t>
            </a:r>
            <a:endParaRPr lang="zh-CN" altLang="en-US" dirty="0"/>
          </a:p>
        </p:txBody>
      </p:sp>
    </p:spTree>
    <p:extLst>
      <p:ext uri="{BB962C8B-B14F-4D97-AF65-F5344CB8AC3E}">
        <p14:creationId xmlns:p14="http://schemas.microsoft.com/office/powerpoint/2010/main" val="7045199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A1AAB-D3B1-309C-1C14-6BD458EEF7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56E2DA-28F9-0AEA-2CF8-F962F7C50DD9}"/>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274BBC9D-41F2-B474-B4D8-58EE691F8616}"/>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F2C1803D-6274-7401-2560-B0ED253E5F2E}"/>
              </a:ext>
            </a:extLst>
          </p:cNvPr>
          <p:cNvSpPr>
            <a:spLocks noGrp="1"/>
          </p:cNvSpPr>
          <p:nvPr>
            <p:ph sz="quarter" idx="1"/>
          </p:nvPr>
        </p:nvSpPr>
        <p:spPr>
          <a:xfrm>
            <a:off x="609600" y="1219200"/>
            <a:ext cx="10591800" cy="4937760"/>
          </a:xfrm>
        </p:spPr>
        <p:txBody>
          <a:bodyPr>
            <a:normAutofit/>
          </a:bodyPr>
          <a:lstStyle/>
          <a:p>
            <a:r>
              <a:rPr lang="en-US" altLang="zh-CN" dirty="0"/>
              <a:t>Q2 Using binary tries to run longest prefix matching. Consider building a binary </a:t>
            </a:r>
            <a:r>
              <a:rPr lang="en-US" altLang="zh-CN" dirty="0" err="1"/>
              <a:t>trie</a:t>
            </a:r>
            <a:r>
              <a:rPr lang="en-US" altLang="zh-CN" dirty="0"/>
              <a:t> out of a forwarding table with these three prefixes: 17.0.0.0/8, 17.1.0.0/16, 17.1.1.0/24. Draw the resulting </a:t>
            </a:r>
            <a:r>
              <a:rPr lang="en-US" altLang="zh-CN" dirty="0" err="1"/>
              <a:t>trie</a:t>
            </a:r>
            <a:r>
              <a:rPr lang="en-US" altLang="zh-CN"/>
              <a:t>.  What </a:t>
            </a:r>
            <a:r>
              <a:rPr lang="en-US" altLang="zh-CN" dirty="0"/>
              <a:t>is the height of the resulting binary </a:t>
            </a:r>
            <a:r>
              <a:rPr lang="en-US" altLang="zh-CN" dirty="0" err="1"/>
              <a:t>trie</a:t>
            </a:r>
            <a:r>
              <a:rPr lang="en-US" altLang="zh-CN" dirty="0"/>
              <a:t>?</a:t>
            </a:r>
          </a:p>
          <a:p>
            <a:r>
              <a:rPr lang="en-US" altLang="zh-CN" dirty="0"/>
              <a:t>Q3 Using binary tries to run longest prefix matching. Consider building a binary </a:t>
            </a:r>
            <a:r>
              <a:rPr lang="en-US" altLang="zh-CN" dirty="0" err="1"/>
              <a:t>trie</a:t>
            </a:r>
            <a:r>
              <a:rPr lang="en-US" altLang="zh-CN" dirty="0"/>
              <a:t> out of a forwarding table with these two prefixes: 17.0.0.0/8, 18.0.0.0/8. What is the height of the resulting binary </a:t>
            </a:r>
            <a:r>
              <a:rPr lang="en-US" altLang="zh-CN" dirty="0" err="1"/>
              <a:t>trie</a:t>
            </a:r>
            <a:r>
              <a:rPr lang="en-US" altLang="zh-CN" dirty="0"/>
              <a:t>? What is the earliest branching point?</a:t>
            </a:r>
          </a:p>
          <a:p>
            <a:endParaRPr lang="en-US" altLang="zh-CN" dirty="0"/>
          </a:p>
          <a:p>
            <a:endParaRPr lang="zh-CN" altLang="en-US" dirty="0"/>
          </a:p>
        </p:txBody>
      </p:sp>
    </p:spTree>
    <p:extLst>
      <p:ext uri="{BB962C8B-B14F-4D97-AF65-F5344CB8AC3E}">
        <p14:creationId xmlns:p14="http://schemas.microsoft.com/office/powerpoint/2010/main" val="2572487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C1024-9F78-CA95-3251-2A0E02E20AA6}"/>
              </a:ext>
            </a:extLst>
          </p:cNvPr>
          <p:cNvSpPr>
            <a:spLocks noGrp="1"/>
          </p:cNvSpPr>
          <p:nvPr>
            <p:ph type="title"/>
          </p:nvPr>
        </p:nvSpPr>
        <p:spPr/>
        <p:txBody>
          <a:bodyPr>
            <a:normAutofit/>
          </a:bodyPr>
          <a:lstStyle/>
          <a:p>
            <a:r>
              <a:rPr lang="nl-NL" altLang="zh-CN" dirty="0"/>
              <a:t>Lecture 8 - Inter-Domain Routing</a:t>
            </a:r>
            <a:endParaRPr lang="zh-CN" altLang="en-US" dirty="0"/>
          </a:p>
        </p:txBody>
      </p:sp>
      <p:sp>
        <p:nvSpPr>
          <p:cNvPr id="3" name="Slide Number Placeholder 2">
            <a:extLst>
              <a:ext uri="{FF2B5EF4-FFF2-40B4-BE49-F238E27FC236}">
                <a16:creationId xmlns:a16="http://schemas.microsoft.com/office/drawing/2014/main" id="{057965F7-625E-CB0A-9D07-A62A96AE2B8E}"/>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2A4F9306-6FEF-0D88-1099-792696A51E7D}"/>
              </a:ext>
            </a:extLst>
          </p:cNvPr>
          <p:cNvSpPr>
            <a:spLocks noGrp="1"/>
          </p:cNvSpPr>
          <p:nvPr>
            <p:ph sz="quarter" idx="1"/>
          </p:nvPr>
        </p:nvSpPr>
        <p:spPr>
          <a:xfrm>
            <a:off x="609600" y="1219200"/>
            <a:ext cx="5597855" cy="4937760"/>
          </a:xfrm>
        </p:spPr>
        <p:txBody>
          <a:bodyPr>
            <a:normAutofit fontScale="85000" lnSpcReduction="20000"/>
          </a:bodyPr>
          <a:lstStyle/>
          <a:p>
            <a:r>
              <a:rPr lang="en-US" altLang="zh-CN" dirty="0"/>
              <a:t>Consider the AS graph below, where each AS follows the Gao-Rexford import and export policies. For each source/destination pair, select whether it is possible for packets to be sent from the source AS to the destination AS. In other words, is there an AS path from source to destination where all intermediate </a:t>
            </a:r>
            <a:r>
              <a:rPr lang="en-US" altLang="zh-CN" dirty="0" err="1"/>
              <a:t>ASes</a:t>
            </a:r>
            <a:r>
              <a:rPr lang="en-US" altLang="zh-CN" dirty="0"/>
              <a:t> agree to export the path?</a:t>
            </a:r>
          </a:p>
          <a:p>
            <a:r>
              <a:rPr lang="en-US" altLang="zh-CN" dirty="0"/>
              <a:t>Q1 Source AS1, destination AS3.</a:t>
            </a:r>
            <a:endParaRPr lang="zh-CN" altLang="zh-CN" dirty="0"/>
          </a:p>
          <a:p>
            <a:r>
              <a:rPr lang="en-US" altLang="zh-CN" dirty="0"/>
              <a:t>Q2 Source AS1, destination AS4.</a:t>
            </a:r>
            <a:endParaRPr lang="zh-CN" altLang="zh-CN" dirty="0"/>
          </a:p>
          <a:p>
            <a:r>
              <a:rPr lang="en-US" altLang="zh-CN" dirty="0"/>
              <a:t>Q3 Source AS2, destination AS4.</a:t>
            </a:r>
            <a:endParaRPr lang="zh-CN" altLang="zh-CN" dirty="0"/>
          </a:p>
          <a:p>
            <a:r>
              <a:rPr lang="en-US" altLang="zh-CN" dirty="0"/>
              <a:t>Q4 Why is reachability not guaranteed in this AS graph? </a:t>
            </a:r>
          </a:p>
          <a:p>
            <a:r>
              <a:rPr lang="en-US" altLang="zh-CN" dirty="0"/>
              <a:t>Q5 On the graph below, draw at most 3 extra links, such that the resulting AS graph provides reachability.</a:t>
            </a:r>
            <a:endParaRPr lang="zh-CN" altLang="en-US" dirty="0"/>
          </a:p>
        </p:txBody>
      </p:sp>
      <p:grpSp>
        <p:nvGrpSpPr>
          <p:cNvPr id="5" name="Group 4">
            <a:extLst>
              <a:ext uri="{FF2B5EF4-FFF2-40B4-BE49-F238E27FC236}">
                <a16:creationId xmlns:a16="http://schemas.microsoft.com/office/drawing/2014/main" id="{426A681A-9864-C06A-B500-ED6A9E903F2C}"/>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AA10729B-0300-245F-4037-1296059907FA}"/>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10F01E24-B1A4-61F2-6F15-7AF3F54D7C94}"/>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64886679-F445-B7B2-24AD-267A54BB18EC}"/>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B8A00ED4-EF84-1216-0B7D-CA7D6983C19F}"/>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64EC52F9-4B58-2AFB-0824-08C9032CA1BB}"/>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9D0CAF17-055B-42B4-BFA5-569C4FF36231}"/>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C0CB2BAE-4853-3D47-72FD-3AE9FE3945B7}"/>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8F31CB9E-9907-F3B4-07DB-5C54C2245FA4}"/>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E0625A59-7006-0C78-56B2-6B7943C36C27}"/>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65C8493E-EEB9-3C54-767E-405444386794}"/>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8BB92FFE-F9F5-25B9-7DF7-FBC372DCFEDA}"/>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C08A6009-631A-EABA-B9FD-071B94B0D087}"/>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F02DE8C3-7C70-F561-9E66-E7AE215DDBE9}"/>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2C7F680A-6601-9728-28BC-A9140D4A2709}"/>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784BE35F-D8CC-9126-35EE-0AB8276EEF6E}"/>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14E0730D-E3D7-3205-ADFE-DA231C22C6AF}"/>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2D4A9A9A-1111-BAB6-0C90-0FB3E54467D9}"/>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B79370E9-4317-FDB1-C84B-F81D0597BD29}"/>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9B810E3A-9BEF-E545-2C3C-4D626BFC6F77}"/>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CF882A61-B952-171C-AEA6-035EF10394B6}"/>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F9946B19-D954-2E0C-D804-E7ED1EBE736A}"/>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7FA54791-A6A9-DE30-0CC2-F51015282FA1}"/>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ECA6629D-EF69-1570-28EC-6D03E315A2AF}"/>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95595829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4518</TotalTime>
  <Words>1599</Words>
  <Application>Microsoft Office PowerPoint</Application>
  <PresentationFormat>Widescreen</PresentationFormat>
  <Paragraphs>133</Paragraphs>
  <Slides>10</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Bookman Old Style</vt:lpstr>
      <vt:lpstr>Calibri</vt:lpstr>
      <vt:lpstr>Cambria Math</vt:lpstr>
      <vt:lpstr>Gill Sans MT</vt:lpstr>
      <vt:lpstr>Times New Roman</vt:lpstr>
      <vt:lpstr>Wingdings</vt:lpstr>
      <vt:lpstr>Wingdings 3</vt:lpstr>
      <vt:lpstr>Origin</vt:lpstr>
      <vt:lpstr>Z. Gu</vt:lpstr>
      <vt:lpstr>Lecture 3 - Links</vt:lpstr>
      <vt:lpstr>Lecture 5.1 Shortest Paths Algorithms</vt:lpstr>
      <vt:lpstr>Lecture 5.2 - Distance-Vector</vt:lpstr>
      <vt:lpstr>Lecture 5.3 - Link-State</vt:lpstr>
      <vt:lpstr>Lecture 6 - IP Addressing </vt:lpstr>
      <vt:lpstr>Lecture 7 - Routers</vt:lpstr>
      <vt:lpstr>Lecture 7 – Routers 2</vt:lpstr>
      <vt:lpstr>Lecture 7 – Routers 2</vt:lpstr>
      <vt:lpstr>Lecture 8 - Inter-Domain Routing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263</cp:revision>
  <cp:lastPrinted>2018-02-28T12:51:32Z</cp:lastPrinted>
  <dcterms:created xsi:type="dcterms:W3CDTF">2014-02-09T17:12:51Z</dcterms:created>
  <dcterms:modified xsi:type="dcterms:W3CDTF">2026-03-31T16:00:59Z</dcterms:modified>
</cp:coreProperties>
</file>