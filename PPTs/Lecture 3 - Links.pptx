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3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1008" r:id="rId25"/>
    <p:sldId id="282" r:id="rId26"/>
    <p:sldId id="1006" r:id="rId27"/>
    <p:sldId id="1004" r:id="rId28"/>
    <p:sldId id="1009" r:id="rId29"/>
    <p:sldId id="1012" r:id="rId30"/>
    <p:sldId id="1015" r:id="rId31"/>
    <p:sldId id="1017" r:id="rId32"/>
    <p:sldId id="1016" r:id="rId33"/>
    <p:sldId id="287" r:id="rId34"/>
  </p:sldIdLst>
  <p:sldSz cx="9144000" cy="5143500" type="screen16x9"/>
  <p:notesSz cx="6858000" cy="9144000"/>
  <p:embeddedFontLst>
    <p:embeddedFont>
      <p:font typeface="ＭＳ Ｐゴシック" panose="020B0600070205080204" pitchFamily="34" charset="-128"/>
      <p:regular r:id="rId36"/>
    </p:embeddedFont>
    <p:embeddedFont>
      <p:font typeface="Roboto" panose="02000000000000000000" pitchFamily="2" charset="0"/>
      <p:regular r:id="rId37"/>
      <p:bold r:id="rId38"/>
      <p:italic r:id="rId39"/>
      <p:boldItalic r:id="rId40"/>
    </p:embeddedFont>
    <p:embeddedFont>
      <p:font typeface="Roboto Light" panose="02000000000000000000" pitchFamily="2" charset="0"/>
      <p:regular r:id="rId41"/>
      <p:bold r:id="rId42"/>
      <p:italic r:id="rId43"/>
      <p:boldItalic r:id="rId44"/>
    </p:embeddedFont>
    <p:embeddedFont>
      <p:font typeface="Roboto Medium" panose="02000000000000000000" pitchFamily="2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79FAD5-EFAE-48B7-8A79-736B6F9C6A21}" v="111" dt="2026-01-31T19:58:44.8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092" autoAdjust="0"/>
  </p:normalViewPr>
  <p:slideViewPr>
    <p:cSldViewPr snapToGrid="0">
      <p:cViewPr varScale="1">
        <p:scale>
          <a:sx n="89" d="100"/>
          <a:sy n="89" d="100"/>
        </p:scale>
        <p:origin x="590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61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">
      <pc:chgData name="Zonghua Gu" userId="9a7e1853e1951ef5" providerId="LiveId" clId="{CF1FAA12-072C-4ED5-BA76-0FFFAEFDB88A}" dt="2026-01-31T19:58:55.630" v="759" actId="20577"/>
      <pc:docMkLst>
        <pc:docMk/>
      </pc:docMkLst>
      <pc:sldChg chg="modSp">
        <pc:chgData name="Zonghua Gu" userId="9a7e1853e1951ef5" providerId="LiveId" clId="{CF1FAA12-072C-4ED5-BA76-0FFFAEFDB88A}" dt="2026-01-31T16:21:20.479" v="652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16:21:20.479" v="652"/>
          <ac:spMkLst>
            <pc:docMk/>
            <pc:sldMk cId="0" sldId="257"/>
            <ac:spMk id="167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6-01-28T18:41:18.684" v="52" actId="14100"/>
        <pc:sldMkLst>
          <pc:docMk/>
          <pc:sldMk cId="0" sldId="261"/>
        </pc:sldMkLst>
        <pc:spChg chg="add mod">
          <ac:chgData name="Zonghua Gu" userId="9a7e1853e1951ef5" providerId="LiveId" clId="{CF1FAA12-072C-4ED5-BA76-0FFFAEFDB88A}" dt="2026-01-28T18:40:25.482" v="28" actId="1036"/>
          <ac:spMkLst>
            <pc:docMk/>
            <pc:sldMk cId="0" sldId="261"/>
            <ac:spMk id="6" creationId="{9609AC40-414C-5789-F083-794CE51B714A}"/>
          </ac:spMkLst>
        </pc:spChg>
        <pc:spChg chg="add mod">
          <ac:chgData name="Zonghua Gu" userId="9a7e1853e1951ef5" providerId="LiveId" clId="{CF1FAA12-072C-4ED5-BA76-0FFFAEFDB88A}" dt="2026-01-28T18:40:55.449" v="48" actId="1035"/>
          <ac:spMkLst>
            <pc:docMk/>
            <pc:sldMk cId="0" sldId="261"/>
            <ac:spMk id="11" creationId="{7C3BE59A-C772-1889-7DA3-BC391672559E}"/>
          </ac:spMkLst>
        </pc:spChg>
        <pc:spChg chg="mod">
          <ac:chgData name="Zonghua Gu" userId="9a7e1853e1951ef5" providerId="LiveId" clId="{CF1FAA12-072C-4ED5-BA76-0FFFAEFDB88A}" dt="2026-01-28T18:39:51.340" v="8" actId="14100"/>
          <ac:spMkLst>
            <pc:docMk/>
            <pc:sldMk cId="0" sldId="261"/>
            <ac:spMk id="273" creationId="{00000000-0000-0000-0000-000000000000}"/>
          </ac:spMkLst>
        </pc:spChg>
        <pc:grpChg chg="add mod">
          <ac:chgData name="Zonghua Gu" userId="9a7e1853e1951ef5" providerId="LiveId" clId="{CF1FAA12-072C-4ED5-BA76-0FFFAEFDB88A}" dt="2026-01-28T18:41:18.684" v="52" actId="14100"/>
          <ac:grpSpMkLst>
            <pc:docMk/>
            <pc:sldMk cId="0" sldId="261"/>
            <ac:grpSpMk id="2" creationId="{FDFFF79C-7725-2078-7F86-6E48679F7D76}"/>
          </ac:grpSpMkLst>
        </pc:grpChg>
        <pc:grpChg chg="add mod">
          <ac:chgData name="Zonghua Gu" userId="9a7e1853e1951ef5" providerId="LiveId" clId="{CF1FAA12-072C-4ED5-BA76-0FFFAEFDB88A}" dt="2026-01-28T18:40:55.449" v="48" actId="1035"/>
          <ac:grpSpMkLst>
            <pc:docMk/>
            <pc:sldMk cId="0" sldId="261"/>
            <ac:grpSpMk id="7" creationId="{09604C9E-C1EE-1B67-1ACE-E1829258B867}"/>
          </ac:grpSpMkLst>
        </pc:grpChg>
        <pc:grpChg chg="mod">
          <ac:chgData name="Zonghua Gu" userId="9a7e1853e1951ef5" providerId="LiveId" clId="{CF1FAA12-072C-4ED5-BA76-0FFFAEFDB88A}" dt="2026-01-28T18:39:51.340" v="8" actId="14100"/>
          <ac:grpSpMkLst>
            <pc:docMk/>
            <pc:sldMk cId="0" sldId="261"/>
            <ac:grpSpMk id="269" creationId="{00000000-0000-0000-0000-000000000000}"/>
          </ac:grpSpMkLst>
        </pc:grp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3" creationId="{2999479C-0ADC-915C-7A45-62EDC482F1E6}"/>
          </ac:cxnSpMkLst>
        </pc:cxn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4" creationId="{970FA3A7-F5CF-E75C-1425-931F2F9A8F2C}"/>
          </ac:cxnSpMkLst>
        </pc:cxnChg>
        <pc:cxnChg chg="mod">
          <ac:chgData name="Zonghua Gu" userId="9a7e1853e1951ef5" providerId="LiveId" clId="{CF1FAA12-072C-4ED5-BA76-0FFFAEFDB88A}" dt="2026-01-28T18:39:44.020" v="5" actId="571"/>
          <ac:cxnSpMkLst>
            <pc:docMk/>
            <pc:sldMk cId="0" sldId="261"/>
            <ac:cxnSpMk id="5" creationId="{94D04834-3214-FE28-1784-2408768CFE8E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8" creationId="{94E1355B-B186-0C4F-40B9-98BCA9ADF22C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9" creationId="{722682C0-DC59-85A7-9509-1B004CB66CC2}"/>
          </ac:cxnSpMkLst>
        </pc:cxnChg>
        <pc:cxnChg chg="mod">
          <ac:chgData name="Zonghua Gu" userId="9a7e1853e1951ef5" providerId="LiveId" clId="{CF1FAA12-072C-4ED5-BA76-0FFFAEFDB88A}" dt="2026-01-28T18:40:19.390" v="23" actId="571"/>
          <ac:cxnSpMkLst>
            <pc:docMk/>
            <pc:sldMk cId="0" sldId="261"/>
            <ac:cxnSpMk id="10" creationId="{371E38CE-270D-C34B-16DB-37C5F31FB278}"/>
          </ac:cxnSpMkLst>
        </pc:cxnChg>
        <pc:cxnChg chg="mod">
          <ac:chgData name="Zonghua Gu" userId="9a7e1853e1951ef5" providerId="LiveId" clId="{CF1FAA12-072C-4ED5-BA76-0FFFAEFDB88A}" dt="2026-01-28T18:40:55.449" v="48" actId="1035"/>
          <ac:cxnSpMkLst>
            <pc:docMk/>
            <pc:sldMk cId="0" sldId="261"/>
            <ac:cxnSpMk id="256" creationId="{00000000-0000-0000-0000-000000000000}"/>
          </ac:cxnSpMkLst>
        </pc:cxnChg>
      </pc:sldChg>
      <pc:sldChg chg="addSp delSp modSp mod">
        <pc:chgData name="Zonghua Gu" userId="9a7e1853e1951ef5" providerId="LiveId" clId="{CF1FAA12-072C-4ED5-BA76-0FFFAEFDB88A}" dt="2026-01-31T16:21:20.479" v="652"/>
        <pc:sldMkLst>
          <pc:docMk/>
          <pc:sldMk cId="0" sldId="263"/>
        </pc:sldMkLst>
        <pc:spChg chg="mod">
          <ac:chgData name="Zonghua Gu" userId="9a7e1853e1951ef5" providerId="LiveId" clId="{CF1FAA12-072C-4ED5-BA76-0FFFAEFDB88A}" dt="2026-01-31T16:21:20.479" v="652"/>
          <ac:spMkLst>
            <pc:docMk/>
            <pc:sldMk cId="0" sldId="263"/>
            <ac:spMk id="284" creationId="{00000000-0000-0000-0000-000000000000}"/>
          </ac:spMkLst>
        </pc:spChg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63"/>
            <ac:spMk id="286" creationId="{00000000-0000-0000-0000-000000000000}"/>
          </ac:spMkLst>
        </pc:spChg>
      </pc:sldChg>
      <pc:sldChg chg="addSp modSp mod modAnim">
        <pc:chgData name="Zonghua Gu" userId="9a7e1853e1951ef5" providerId="LiveId" clId="{CF1FAA12-072C-4ED5-BA76-0FFFAEFDB88A}" dt="2026-01-28T18:51:56.956" v="234" actId="20577"/>
        <pc:sldMkLst>
          <pc:docMk/>
          <pc:sldMk cId="0" sldId="265"/>
        </pc:sldMkLst>
        <pc:spChg chg="add mod">
          <ac:chgData name="Zonghua Gu" userId="9a7e1853e1951ef5" providerId="LiveId" clId="{CF1FAA12-072C-4ED5-BA76-0FFFAEFDB88A}" dt="2026-01-28T18:51:35.353" v="231" actId="1076"/>
          <ac:spMkLst>
            <pc:docMk/>
            <pc:sldMk cId="0" sldId="265"/>
            <ac:spMk id="2" creationId="{7325B79A-FB31-3696-E489-A37A22220B04}"/>
          </ac:spMkLst>
        </pc:spChg>
        <pc:spChg chg="add mod">
          <ac:chgData name="Zonghua Gu" userId="9a7e1853e1951ef5" providerId="LiveId" clId="{CF1FAA12-072C-4ED5-BA76-0FFFAEFDB88A}" dt="2026-01-28T18:51:56.956" v="234" actId="20577"/>
          <ac:spMkLst>
            <pc:docMk/>
            <pc:sldMk cId="0" sldId="265"/>
            <ac:spMk id="3" creationId="{70CFB66F-72F7-6C74-73BA-44222CE4279E}"/>
          </ac:spMkLst>
        </pc:spChg>
        <pc:spChg chg="mod">
          <ac:chgData name="Zonghua Gu" userId="9a7e1853e1951ef5" providerId="LiveId" clId="{CF1FAA12-072C-4ED5-BA76-0FFFAEFDB88A}" dt="2026-01-28T18:49:58.132" v="195" actId="1076"/>
          <ac:spMkLst>
            <pc:docMk/>
            <pc:sldMk cId="0" sldId="265"/>
            <ac:spMk id="40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5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5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37.078" v="192" actId="1035"/>
          <ac:spMkLst>
            <pc:docMk/>
            <pc:sldMk cId="0" sldId="265"/>
            <ac:spMk id="46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0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03.258" v="196" actId="1076"/>
          <ac:spMkLst>
            <pc:docMk/>
            <pc:sldMk cId="0" sldId="265"/>
            <ac:spMk id="61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47.931" v="212" actId="1076"/>
          <ac:spMkLst>
            <pc:docMk/>
            <pc:sldMk cId="0" sldId="265"/>
            <ac:spMk id="61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9:02.077" v="137" actId="20577"/>
          <ac:spMkLst>
            <pc:docMk/>
            <pc:sldMk cId="0" sldId="265"/>
            <ac:spMk id="62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06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6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8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95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09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07" creationId="{00000000-0000-0000-0000-000000000000}"/>
          </ac:spMkLst>
        </pc:spChg>
        <pc:spChg chg="add mod">
          <ac:chgData name="Zonghua Gu" userId="9a7e1853e1951ef5" providerId="LiveId" clId="{CF1FAA12-072C-4ED5-BA76-0FFFAEFDB88A}" dt="2026-01-28T18:50:28.246" v="198" actId="1076"/>
          <ac:spMkLst>
            <pc:docMk/>
            <pc:sldMk cId="0" sldId="265"/>
            <ac:spMk id="111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28.246" v="198" actId="1076"/>
          <ac:spMkLst>
            <pc:docMk/>
            <pc:sldMk cId="0" sldId="265"/>
            <ac:spMk id="111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1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4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5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48:33.705" v="121"/>
          <ac:spMkLst>
            <pc:docMk/>
            <pc:sldMk cId="0" sldId="265"/>
            <ac:spMk id="115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7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0:59.320" v="229" actId="1035"/>
          <ac:spMkLst>
            <pc:docMk/>
            <pc:sldMk cId="0" sldId="265"/>
            <ac:spMk id="1183" creationId="{00000000-0000-0000-0000-000000000000}"/>
          </ac:spMkLst>
        </pc:s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15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2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75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89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49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24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6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73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49:58.132" v="195" actId="1076"/>
          <ac:grpSpMkLst>
            <pc:docMk/>
            <pc:sldMk cId="0" sldId="265"/>
            <ac:grpSpMk id="587" creationId="{00000000-0000-0000-0000-000000000000}"/>
          </ac:grpSpMkLst>
        </pc:grpChg>
      </pc:sldChg>
      <pc:sldChg chg="addSp delSp modSp mod">
        <pc:chgData name="Zonghua Gu" userId="9a7e1853e1951ef5" providerId="LiveId" clId="{CF1FAA12-072C-4ED5-BA76-0FFFAEFDB88A}" dt="2026-01-28T19:04:51.061" v="370"/>
        <pc:sldMkLst>
          <pc:docMk/>
          <pc:sldMk cId="0" sldId="266"/>
        </pc:sldMkLst>
        <pc:spChg chg="mod">
          <ac:chgData name="Zonghua Gu" userId="9a7e1853e1951ef5" providerId="LiveId" clId="{CF1FAA12-072C-4ED5-BA76-0FFFAEFDB88A}" dt="2026-01-28T19:04:51.061" v="370"/>
          <ac:spMkLst>
            <pc:docMk/>
            <pc:sldMk cId="0" sldId="266"/>
            <ac:spMk id="626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27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28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29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31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85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28T19:02:27.001" v="292" actId="1076"/>
          <ac:spMkLst>
            <pc:docMk/>
            <pc:sldMk cId="0" sldId="266"/>
            <ac:spMk id="690" creationId="{00000000-0000-0000-0000-000000000000}"/>
          </ac:spMkLst>
        </pc:s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46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67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74" creationId="{00000000-0000-0000-0000-000000000000}"/>
          </ac:grpSpMkLst>
        </pc:grpChg>
        <pc:grpChg chg="add del mod">
          <ac:chgData name="Zonghua Gu" userId="9a7e1853e1951ef5" providerId="LiveId" clId="{CF1FAA12-072C-4ED5-BA76-0FFFAEFDB88A}" dt="2026-01-28T19:02:27.001" v="292" actId="1076"/>
          <ac:grpSpMkLst>
            <pc:docMk/>
            <pc:sldMk cId="0" sldId="266"/>
            <ac:grpSpMk id="686" creationId="{00000000-0000-0000-0000-000000000000}"/>
          </ac:grpSpMkLst>
        </pc:grpChg>
      </pc:sldChg>
      <pc:sldChg chg="ord">
        <pc:chgData name="Zonghua Gu" userId="9a7e1853e1951ef5" providerId="LiveId" clId="{CF1FAA12-072C-4ED5-BA76-0FFFAEFDB88A}" dt="2026-01-28T18:59:38.146" v="268"/>
        <pc:sldMkLst>
          <pc:docMk/>
          <pc:sldMk cId="0" sldId="267"/>
        </pc:sldMkLst>
      </pc:sldChg>
      <pc:sldChg chg="addSp modSp mod ord modAnim">
        <pc:chgData name="Zonghua Gu" userId="9a7e1853e1951ef5" providerId="LiveId" clId="{CF1FAA12-072C-4ED5-BA76-0FFFAEFDB88A}" dt="2026-01-28T18:59:46.743" v="270"/>
        <pc:sldMkLst>
          <pc:docMk/>
          <pc:sldMk cId="0" sldId="268"/>
        </pc:sldMkLst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8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89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4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4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5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29.514" v="249" actId="1076"/>
          <ac:spMkLst>
            <pc:docMk/>
            <pc:sldMk cId="0" sldId="268"/>
            <ac:spMk id="105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1.620" v="252" actId="1076"/>
          <ac:spMkLst>
            <pc:docMk/>
            <pc:sldMk cId="0" sldId="268"/>
            <ac:spMk id="105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19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19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18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2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2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4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5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6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7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28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31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3:44.952" v="238"/>
          <ac:spMkLst>
            <pc:docMk/>
            <pc:sldMk cId="0" sldId="268"/>
            <ac:spMk id="1317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29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0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1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2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3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4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5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6:06.137" v="253" actId="1076"/>
          <ac:spMkLst>
            <pc:docMk/>
            <pc:sldMk cId="0" sldId="268"/>
            <ac:spMk id="1336" creationId="{00000000-0000-0000-0000-000000000000}"/>
          </ac:spMkLst>
        </pc:spChg>
        <pc:spChg chg="mod">
          <ac:chgData name="Zonghua Gu" userId="9a7e1853e1951ef5" providerId="LiveId" clId="{CF1FAA12-072C-4ED5-BA76-0FFFAEFDB88A}" dt="2026-01-28T18:55:36.375" v="250" actId="1076"/>
          <ac:spMkLst>
            <pc:docMk/>
            <pc:sldMk cId="0" sldId="268"/>
            <ac:spMk id="1337" creationId="{00000000-0000-0000-0000-000000000000}"/>
          </ac:spMkLst>
        </pc:s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89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916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964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00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12" creationId="{00000000-0000-0000-0000-000000000000}"/>
          </ac:grpSpMkLst>
        </pc:grpChg>
        <pc:grpChg chg="mod">
          <ac:chgData name="Zonghua Gu" userId="9a7e1853e1951ef5" providerId="LiveId" clId="{CF1FAA12-072C-4ED5-BA76-0FFFAEFDB88A}" dt="2026-01-28T18:55:08.285" v="245" actId="1076"/>
          <ac:grpSpMkLst>
            <pc:docMk/>
            <pc:sldMk cId="0" sldId="268"/>
            <ac:grpSpMk id="1024" creationId="{00000000-0000-0000-0000-000000000000}"/>
          </ac:grpSpMkLst>
        </pc:grpChg>
      </pc:sldChg>
      <pc:sldChg chg="addSp delSp modSp mod">
        <pc:chgData name="Zonghua Gu" userId="9a7e1853e1951ef5" providerId="LiveId" clId="{CF1FAA12-072C-4ED5-BA76-0FFFAEFDB88A}" dt="2026-01-28T19:04:21.239" v="368" actId="20577"/>
        <pc:sldMkLst>
          <pc:docMk/>
          <pc:sldMk cId="0" sldId="271"/>
        </pc:sldMkLst>
        <pc:spChg chg="add mod">
          <ac:chgData name="Zonghua Gu" userId="9a7e1853e1951ef5" providerId="LiveId" clId="{CF1FAA12-072C-4ED5-BA76-0FFFAEFDB88A}" dt="2026-01-28T19:04:12.003" v="361" actId="113"/>
          <ac:spMkLst>
            <pc:docMk/>
            <pc:sldMk cId="0" sldId="271"/>
            <ac:spMk id="4" creationId="{C3C090EE-F007-890C-75CE-7557A76071E3}"/>
          </ac:spMkLst>
        </pc:spChg>
        <pc:spChg chg="mod">
          <ac:chgData name="Zonghua Gu" userId="9a7e1853e1951ef5" providerId="LiveId" clId="{CF1FAA12-072C-4ED5-BA76-0FFFAEFDB88A}" dt="2026-01-28T19:04:21.239" v="368" actId="20577"/>
          <ac:spMkLst>
            <pc:docMk/>
            <pc:sldMk cId="0" sldId="271"/>
            <ac:spMk id="1342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44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45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67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68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69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70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71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72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398" creationId="{00000000-0000-0000-0000-000000000000}"/>
          </ac:spMkLst>
        </pc:spChg>
        <pc:spChg chg="add del">
          <ac:chgData name="Zonghua Gu" userId="9a7e1853e1951ef5" providerId="LiveId" clId="{CF1FAA12-072C-4ED5-BA76-0FFFAEFDB88A}" dt="2026-01-28T19:02:27.771" v="293" actId="21"/>
          <ac:spMkLst>
            <pc:docMk/>
            <pc:sldMk cId="0" sldId="271"/>
            <ac:spMk id="1403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16:21:20.479" v="652"/>
        <pc:sldMkLst>
          <pc:docMk/>
          <pc:sldMk cId="0" sldId="272"/>
        </pc:sldMkLst>
        <pc:spChg chg="mod">
          <ac:chgData name="Zonghua Gu" userId="9a7e1853e1951ef5" providerId="LiveId" clId="{CF1FAA12-072C-4ED5-BA76-0FFFAEFDB88A}" dt="2026-01-31T16:21:20.479" v="652"/>
          <ac:spMkLst>
            <pc:docMk/>
            <pc:sldMk cId="0" sldId="272"/>
            <ac:spMk id="1408" creationId="{00000000-0000-0000-0000-000000000000}"/>
          </ac:spMkLst>
        </pc:spChg>
        <pc:spChg chg="mod">
          <ac:chgData name="Zonghua Gu" userId="9a7e1853e1951ef5" providerId="LiveId" clId="{CF1FAA12-072C-4ED5-BA76-0FFFAEFDB88A}" dt="2026-01-27T19:35:03.011" v="4"/>
          <ac:spMkLst>
            <pc:docMk/>
            <pc:sldMk cId="0" sldId="272"/>
            <ac:spMk id="1410" creationId="{00000000-0000-0000-0000-000000000000}"/>
          </ac:spMkLst>
        </pc:spChg>
      </pc:sldChg>
      <pc:sldChg chg="modSp mod modNotesTx">
        <pc:chgData name="Zonghua Gu" userId="9a7e1853e1951ef5" providerId="LiveId" clId="{CF1FAA12-072C-4ED5-BA76-0FFFAEFDB88A}" dt="2026-01-31T16:19:44.314" v="650" actId="20577"/>
        <pc:sldMkLst>
          <pc:docMk/>
          <pc:sldMk cId="0" sldId="282"/>
        </pc:sldMkLst>
        <pc:spChg chg="mod">
          <ac:chgData name="Zonghua Gu" userId="9a7e1853e1951ef5" providerId="LiveId" clId="{CF1FAA12-072C-4ED5-BA76-0FFFAEFDB88A}" dt="2026-01-31T16:18:53.960" v="619" actId="20577"/>
          <ac:spMkLst>
            <pc:docMk/>
            <pc:sldMk cId="0" sldId="282"/>
            <ac:spMk id="1802" creationId="{00000000-0000-0000-0000-000000000000}"/>
          </ac:spMkLst>
        </pc:spChg>
        <pc:spChg chg="mod">
          <ac:chgData name="Zonghua Gu" userId="9a7e1853e1951ef5" providerId="LiveId" clId="{CF1FAA12-072C-4ED5-BA76-0FFFAEFDB88A}" dt="2026-01-31T16:19:44.314" v="650" actId="20577"/>
          <ac:spMkLst>
            <pc:docMk/>
            <pc:sldMk cId="0" sldId="282"/>
            <ac:spMk id="1803" creationId="{00000000-0000-0000-0000-000000000000}"/>
          </ac:spMkLst>
        </pc:spChg>
      </pc:sldChg>
      <pc:sldChg chg="modSp del">
        <pc:chgData name="Zonghua Gu" userId="9a7e1853e1951ef5" providerId="LiveId" clId="{CF1FAA12-072C-4ED5-BA76-0FFFAEFDB88A}" dt="2026-01-31T16:21:08.252" v="651" actId="47"/>
        <pc:sldMkLst>
          <pc:docMk/>
          <pc:sldMk cId="0" sldId="283"/>
        </pc:sldMkLst>
      </pc:sldChg>
      <pc:sldChg chg="modSp del mod">
        <pc:chgData name="Zonghua Gu" userId="9a7e1853e1951ef5" providerId="LiveId" clId="{CF1FAA12-072C-4ED5-BA76-0FFFAEFDB88A}" dt="2026-01-31T16:21:08.252" v="651" actId="47"/>
        <pc:sldMkLst>
          <pc:docMk/>
          <pc:sldMk cId="0" sldId="284"/>
        </pc:sldMkLst>
      </pc:sldChg>
      <pc:sldChg chg="modSp del mod">
        <pc:chgData name="Zonghua Gu" userId="9a7e1853e1951ef5" providerId="LiveId" clId="{CF1FAA12-072C-4ED5-BA76-0FFFAEFDB88A}" dt="2026-01-31T16:21:08.252" v="651" actId="47"/>
        <pc:sldMkLst>
          <pc:docMk/>
          <pc:sldMk cId="0" sldId="285"/>
        </pc:sldMkLst>
      </pc:sldChg>
      <pc:sldChg chg="del">
        <pc:chgData name="Zonghua Gu" userId="9a7e1853e1951ef5" providerId="LiveId" clId="{CF1FAA12-072C-4ED5-BA76-0FFFAEFDB88A}" dt="2026-01-31T16:21:08.252" v="651" actId="47"/>
        <pc:sldMkLst>
          <pc:docMk/>
          <pc:sldMk cId="0" sldId="286"/>
        </pc:sldMkLst>
      </pc:sldChg>
      <pc:sldChg chg="addSp modSp">
        <pc:chgData name="Zonghua Gu" userId="9a7e1853e1951ef5" providerId="LiveId" clId="{CF1FAA12-072C-4ED5-BA76-0FFFAEFDB88A}" dt="2026-01-28T19:11:46.812" v="372" actId="571"/>
        <pc:sldMkLst>
          <pc:docMk/>
          <pc:sldMk cId="0" sldId="287"/>
        </pc:sldMkLst>
      </pc:sldChg>
      <pc:sldChg chg="new del">
        <pc:chgData name="Zonghua Gu" userId="9a7e1853e1951ef5" providerId="LiveId" clId="{CF1FAA12-072C-4ED5-BA76-0FFFAEFDB88A}" dt="2026-01-30T01:50:29.687" v="539" actId="47"/>
        <pc:sldMkLst>
          <pc:docMk/>
          <pc:sldMk cId="3574868057" sldId="288"/>
        </pc:sldMkLst>
      </pc:sldChg>
      <pc:sldChg chg="delSp modSp add del mod modAnim">
        <pc:chgData name="Zonghua Gu" userId="9a7e1853e1951ef5" providerId="LiveId" clId="{CF1FAA12-072C-4ED5-BA76-0FFFAEFDB88A}" dt="2026-01-30T01:43:58.754" v="396" actId="47"/>
        <pc:sldMkLst>
          <pc:docMk/>
          <pc:sldMk cId="2282070173" sldId="1003"/>
        </pc:sldMkLst>
        <pc:spChg chg="mod">
          <ac:chgData name="Zonghua Gu" userId="9a7e1853e1951ef5" providerId="LiveId" clId="{CF1FAA12-072C-4ED5-BA76-0FFFAEFDB88A}" dt="2026-01-30T01:41:36.439" v="378" actId="27636"/>
          <ac:spMkLst>
            <pc:docMk/>
            <pc:sldMk cId="2282070173" sldId="1003"/>
            <ac:spMk id="2" creationId="{3B8CD900-19EC-824C-BF74-AADFBF5A172E}"/>
          </ac:spMkLst>
        </pc:spChg>
        <pc:spChg chg="del">
          <ac:chgData name="Zonghua Gu" userId="9a7e1853e1951ef5" providerId="LiveId" clId="{CF1FAA12-072C-4ED5-BA76-0FFFAEFDB88A}" dt="2026-01-30T01:41:39.622" v="381" actId="478"/>
          <ac:spMkLst>
            <pc:docMk/>
            <pc:sldMk cId="2282070173" sldId="1003"/>
            <ac:spMk id="4" creationId="{710F8351-D0AB-FC13-AD89-670F26659D6A}"/>
          </ac:spMkLst>
        </pc:spChg>
        <pc:spChg chg="mod">
          <ac:chgData name="Zonghua Gu" userId="9a7e1853e1951ef5" providerId="LiveId" clId="{CF1FAA12-072C-4ED5-BA76-0FFFAEFDB88A}" dt="2026-01-30T01:42:10.372" v="382" actId="1076"/>
          <ac:spMkLst>
            <pc:docMk/>
            <pc:sldMk cId="2282070173" sldId="1003"/>
            <ac:spMk id="7" creationId="{84527315-9237-DF4C-A233-1FDCF6AF614A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8" creationId="{98D5C74F-DBE1-C34C-8A85-F480C540B7D8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22" creationId="{3AF0224D-49F6-7745-96F9-78A841403227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23" creationId="{58B9B601-E851-654F-AA2B-143A70BEF35C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27" creationId="{995F56C7-414D-8A48-884F-85A203498F59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33" creationId="{B1E6742A-3259-B348-BD9F-24C231CD73DB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44" creationId="{E17EDB94-A18A-5345-B878-1F5CDE4C6EA2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45" creationId="{72EE0D2E-3A6D-224A-A965-4A3CAB0E05C3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46" creationId="{B8BAB5F9-E33D-6D40-AF1F-A688FE37C639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47" creationId="{3A81C53A-7389-0940-8B19-188881DD0EB8}"/>
          </ac:spMkLst>
        </pc:spChg>
        <pc:spChg chg="del">
          <ac:chgData name="Zonghua Gu" userId="9a7e1853e1951ef5" providerId="LiveId" clId="{CF1FAA12-072C-4ED5-BA76-0FFFAEFDB88A}" dt="2026-01-30T01:43:39.395" v="391" actId="21"/>
          <ac:spMkLst>
            <pc:docMk/>
            <pc:sldMk cId="2282070173" sldId="1003"/>
            <ac:spMk id="48" creationId="{55739AFA-3D6C-274F-AF45-B98657A19046}"/>
          </ac:spMkLst>
        </pc:spChg>
      </pc:sldChg>
      <pc:sldChg chg="addSp delSp modSp add mod delAnim modAnim">
        <pc:chgData name="Zonghua Gu" userId="9a7e1853e1951ef5" providerId="LiveId" clId="{CF1FAA12-072C-4ED5-BA76-0FFFAEFDB88A}" dt="2026-01-31T16:16:29.147" v="592" actId="1038"/>
        <pc:sldMkLst>
          <pc:docMk/>
          <pc:sldMk cId="453457216" sldId="1004"/>
        </pc:sldMkLst>
        <pc:spChg chg="mod">
          <ac:chgData name="Zonghua Gu" userId="9a7e1853e1951ef5" providerId="LiveId" clId="{CF1FAA12-072C-4ED5-BA76-0FFFAEFDB88A}" dt="2026-01-30T01:41:36.461" v="379" actId="27636"/>
          <ac:spMkLst>
            <pc:docMk/>
            <pc:sldMk cId="453457216" sldId="1004"/>
            <ac:spMk id="2" creationId="{3B8CD900-19EC-824C-BF74-AADFBF5A172E}"/>
          </ac:spMkLst>
        </pc:spChg>
        <pc:spChg chg="del mod topLvl">
          <ac:chgData name="Zonghua Gu" userId="9a7e1853e1951ef5" providerId="LiveId" clId="{CF1FAA12-072C-4ED5-BA76-0FFFAEFDB88A}" dt="2026-01-30T01:45:58.819" v="420" actId="478"/>
          <ac:spMkLst>
            <pc:docMk/>
            <pc:sldMk cId="453457216" sldId="1004"/>
            <ac:spMk id="3" creationId="{59F10034-6D54-554A-832D-40D2FC72B086}"/>
          </ac:spMkLst>
        </pc:spChg>
        <pc:spChg chg="del mod">
          <ac:chgData name="Zonghua Gu" userId="9a7e1853e1951ef5" providerId="LiveId" clId="{CF1FAA12-072C-4ED5-BA76-0FFFAEFDB88A}" dt="2026-01-31T16:15:41.212" v="579" actId="478"/>
          <ac:spMkLst>
            <pc:docMk/>
            <pc:sldMk cId="453457216" sldId="1004"/>
            <ac:spMk id="3" creationId="{875FD8F6-ED37-0752-9FE3-5B6C09C410C7}"/>
          </ac:spMkLst>
        </pc:spChg>
        <pc:spChg chg="add mod">
          <ac:chgData name="Zonghua Gu" userId="9a7e1853e1951ef5" providerId="LiveId" clId="{CF1FAA12-072C-4ED5-BA76-0FFFAEFDB88A}" dt="2026-01-30T01:47:36.349" v="437" actId="1076"/>
          <ac:spMkLst>
            <pc:docMk/>
            <pc:sldMk cId="453457216" sldId="1004"/>
            <ac:spMk id="4" creationId="{1F114893-DF20-B64F-71DF-D751A1CC3FA0}"/>
          </ac:spMkLst>
        </pc:spChg>
        <pc:spChg chg="del mod">
          <ac:chgData name="Zonghua Gu" userId="9a7e1853e1951ef5" providerId="LiveId" clId="{CF1FAA12-072C-4ED5-BA76-0FFFAEFDB88A}" dt="2026-01-30T01:47:29.783" v="435" actId="478"/>
          <ac:spMkLst>
            <pc:docMk/>
            <pc:sldMk cId="453457216" sldId="1004"/>
            <ac:spMk id="6" creationId="{A72B08BF-BBAE-F79A-9D32-29A47B1A6CC6}"/>
          </ac:spMkLst>
        </pc:spChg>
        <pc:spChg chg="add mod">
          <ac:chgData name="Zonghua Gu" userId="9a7e1853e1951ef5" providerId="LiveId" clId="{CF1FAA12-072C-4ED5-BA76-0FFFAEFDB88A}" dt="2026-01-31T16:15:50.161" v="581"/>
          <ac:spMkLst>
            <pc:docMk/>
            <pc:sldMk cId="453457216" sldId="1004"/>
            <ac:spMk id="6" creationId="{FAD695DB-4E34-B8DA-7F4A-10275666E8A2}"/>
          </ac:spMkLst>
        </pc:spChg>
        <pc:spChg chg="add mod">
          <ac:chgData name="Zonghua Gu" userId="9a7e1853e1951ef5" providerId="LiveId" clId="{CF1FAA12-072C-4ED5-BA76-0FFFAEFDB88A}" dt="2026-01-31T16:15:55.681" v="583"/>
          <ac:spMkLst>
            <pc:docMk/>
            <pc:sldMk cId="453457216" sldId="1004"/>
            <ac:spMk id="7" creationId="{79CA45D9-57DA-57FD-E897-99066CFD759A}"/>
          </ac:spMkLst>
        </pc:spChg>
        <pc:spChg chg="add mod">
          <ac:chgData name="Zonghua Gu" userId="9a7e1853e1951ef5" providerId="LiveId" clId="{CF1FAA12-072C-4ED5-BA76-0FFFAEFDB88A}" dt="2026-01-31T16:16:24.279" v="588" actId="1076"/>
          <ac:spMkLst>
            <pc:docMk/>
            <pc:sldMk cId="453457216" sldId="1004"/>
            <ac:spMk id="8" creationId="{52051D34-E511-DC25-4D7F-8A9B323C6554}"/>
          </ac:spMkLst>
        </pc:spChg>
        <pc:spChg chg="add mod">
          <ac:chgData name="Zonghua Gu" userId="9a7e1853e1951ef5" providerId="LiveId" clId="{CF1FAA12-072C-4ED5-BA76-0FFFAEFDB88A}" dt="2026-01-30T01:49:50.629" v="538" actId="14100"/>
          <ac:spMkLst>
            <pc:docMk/>
            <pc:sldMk cId="453457216" sldId="1004"/>
            <ac:spMk id="10" creationId="{1E28A315-E06F-7067-763F-5162A92F118B}"/>
          </ac:spMkLst>
        </pc:spChg>
        <pc:spChg chg="del mod">
          <ac:chgData name="Zonghua Gu" userId="9a7e1853e1951ef5" providerId="LiveId" clId="{CF1FAA12-072C-4ED5-BA76-0FFFAEFDB88A}" dt="2026-01-30T01:45:42.586" v="416" actId="478"/>
          <ac:spMkLst>
            <pc:docMk/>
            <pc:sldMk cId="453457216" sldId="1004"/>
            <ac:spMk id="51" creationId="{B70D46B2-DA48-BC41-88EB-9A7ADF18AE56}"/>
          </ac:spMkLst>
        </pc:spChg>
        <pc:spChg chg="add mod">
          <ac:chgData name="Zonghua Gu" userId="9a7e1853e1951ef5" providerId="LiveId" clId="{CF1FAA12-072C-4ED5-BA76-0FFFAEFDB88A}" dt="2026-01-31T16:16:29.147" v="592" actId="1038"/>
          <ac:spMkLst>
            <pc:docMk/>
            <pc:sldMk cId="453457216" sldId="1004"/>
            <ac:spMk id="52" creationId="{A295C9C7-DA39-ED42-847F-83EE93D04F56}"/>
          </ac:spMkLst>
        </pc:spChg>
        <pc:spChg chg="add mod">
          <ac:chgData name="Zonghua Gu" userId="9a7e1853e1951ef5" providerId="LiveId" clId="{CF1FAA12-072C-4ED5-BA76-0FFFAEFDB88A}" dt="2026-01-31T16:15:38.190" v="577" actId="1038"/>
          <ac:spMkLst>
            <pc:docMk/>
            <pc:sldMk cId="453457216" sldId="1004"/>
            <ac:spMk id="53" creationId="{4367B5FB-6961-314F-9C99-C943E30E405F}"/>
          </ac:spMkLst>
        </pc:spChg>
        <pc:spChg chg="del mod">
          <ac:chgData name="Zonghua Gu" userId="9a7e1853e1951ef5" providerId="LiveId" clId="{CF1FAA12-072C-4ED5-BA76-0FFFAEFDB88A}" dt="2026-01-30T01:45:52.881" v="418" actId="478"/>
          <ac:spMkLst>
            <pc:docMk/>
            <pc:sldMk cId="453457216" sldId="1004"/>
            <ac:spMk id="55" creationId="{D2984E3F-88C6-FF46-A32F-B96D5A684CE9}"/>
          </ac:spMkLst>
        </pc:spChg>
        <pc:spChg chg="mod">
          <ac:chgData name="Zonghua Gu" userId="9a7e1853e1951ef5" providerId="LiveId" clId="{CF1FAA12-072C-4ED5-BA76-0FFFAEFDB88A}" dt="2026-01-31T16:15:38.190" v="577" actId="1038"/>
          <ac:spMkLst>
            <pc:docMk/>
            <pc:sldMk cId="453457216" sldId="1004"/>
            <ac:spMk id="58" creationId="{AC2D03E9-7C61-0A43-A247-276B596B9942}"/>
          </ac:spMkLst>
        </pc:spChg>
        <pc:spChg chg="del mod topLvl">
          <ac:chgData name="Zonghua Gu" userId="9a7e1853e1951ef5" providerId="LiveId" clId="{CF1FAA12-072C-4ED5-BA76-0FFFAEFDB88A}" dt="2026-01-30T01:46:01.116" v="421" actId="478"/>
          <ac:spMkLst>
            <pc:docMk/>
            <pc:sldMk cId="453457216" sldId="1004"/>
            <ac:spMk id="63" creationId="{10899A13-D659-FD40-BB86-F6944FFF8700}"/>
          </ac:spMkLst>
        </pc:spChg>
        <pc:spChg chg="mod">
          <ac:chgData name="Zonghua Gu" userId="9a7e1853e1951ef5" providerId="LiveId" clId="{CF1FAA12-072C-4ED5-BA76-0FFFAEFDB88A}" dt="2026-01-31T16:15:38.190" v="577" actId="1038"/>
          <ac:spMkLst>
            <pc:docMk/>
            <pc:sldMk cId="453457216" sldId="1004"/>
            <ac:spMk id="75" creationId="{9033E5DB-6EA3-CE4C-B1A8-C9C804BDCB3F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83" creationId="{988CA620-4CC5-3D4B-81DA-0F82F93E3D34}"/>
          </ac:spMkLst>
        </pc:spChg>
        <pc:spChg chg="del">
          <ac:chgData name="Zonghua Gu" userId="9a7e1853e1951ef5" providerId="LiveId" clId="{CF1FAA12-072C-4ED5-BA76-0FFFAEFDB88A}" dt="2026-01-30T01:44:23.894" v="399" actId="478"/>
          <ac:spMkLst>
            <pc:docMk/>
            <pc:sldMk cId="453457216" sldId="1004"/>
            <ac:spMk id="87" creationId="{867387BA-39EC-9E4E-8BB0-480BC4423626}"/>
          </ac:spMkLst>
        </pc:spChg>
        <pc:spChg chg="del">
          <ac:chgData name="Zonghua Gu" userId="9a7e1853e1951ef5" providerId="LiveId" clId="{CF1FAA12-072C-4ED5-BA76-0FFFAEFDB88A}" dt="2026-01-30T01:44:22.594" v="398" actId="478"/>
          <ac:spMkLst>
            <pc:docMk/>
            <pc:sldMk cId="453457216" sldId="1004"/>
            <ac:spMk id="88" creationId="{CDB7B374-4A7A-E246-8D88-69216785D71E}"/>
          </ac:spMkLst>
        </pc:spChg>
        <pc:spChg chg="mod">
          <ac:chgData name="Zonghua Gu" userId="9a7e1853e1951ef5" providerId="LiveId" clId="{CF1FAA12-072C-4ED5-BA76-0FFFAEFDB88A}" dt="2026-01-30T01:47:06.012" v="431" actId="1076"/>
          <ac:spMkLst>
            <pc:docMk/>
            <pc:sldMk cId="453457216" sldId="1004"/>
            <ac:spMk id="92" creationId="{2521317A-C1CF-B84E-8D60-CC1E8C06357E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93" creationId="{F5D3A1C5-3798-AA4A-9717-BC9CD2814C06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01" creationId="{B22F26F3-A41E-8848-BDA7-FE528ACF22F9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03" creationId="{9C43DB7F-CC6C-3D47-AEBE-0F3B6F7415AB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04" creationId="{1420A34E-BA5D-D248-8FAC-DCC28151FB9C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17" creationId="{C233087D-1E28-874B-99E3-90A56E5DA77B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28" creationId="{5D7E8999-C7DA-4C41-AF40-118E01514749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34" creationId="{A78B6DE2-15CA-DC49-A0BD-10E78562E1D3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36" creationId="{9FB9E0EF-9063-B545-BC2B-062A0488CC72}"/>
          </ac:spMkLst>
        </pc:spChg>
        <pc:spChg chg="mod">
          <ac:chgData name="Zonghua Gu" userId="9a7e1853e1951ef5" providerId="LiveId" clId="{CF1FAA12-072C-4ED5-BA76-0FFFAEFDB88A}" dt="2026-01-30T01:47:11.273" v="432" actId="1076"/>
          <ac:spMkLst>
            <pc:docMk/>
            <pc:sldMk cId="453457216" sldId="1004"/>
            <ac:spMk id="137" creationId="{B0BF60BF-9AF2-D948-8319-1FF102BC7D3E}"/>
          </ac:spMkLst>
        </pc:spChg>
        <pc:grpChg chg="add del mod">
          <ac:chgData name="Zonghua Gu" userId="9a7e1853e1951ef5" providerId="LiveId" clId="{CF1FAA12-072C-4ED5-BA76-0FFFAEFDB88A}" dt="2026-01-30T01:45:58.819" v="420" actId="478"/>
          <ac:grpSpMkLst>
            <pc:docMk/>
            <pc:sldMk cId="453457216" sldId="1004"/>
            <ac:grpSpMk id="9" creationId="{E7DB7FA8-F9A7-FB4D-B8FF-0FBB7086AF05}"/>
          </ac:grpSpMkLst>
        </pc:grpChg>
        <pc:cxnChg chg="del mod">
          <ac:chgData name="Zonghua Gu" userId="9a7e1853e1951ef5" providerId="LiveId" clId="{CF1FAA12-072C-4ED5-BA76-0FFFAEFDB88A}" dt="2026-01-30T01:45:51.155" v="417" actId="478"/>
          <ac:cxnSpMkLst>
            <pc:docMk/>
            <pc:sldMk cId="453457216" sldId="1004"/>
            <ac:cxnSpMk id="7" creationId="{B4BA02AB-689E-8049-956E-12333C1B2FBE}"/>
          </ac:cxnSpMkLst>
        </pc:cxnChg>
        <pc:cxnChg chg="del mod">
          <ac:chgData name="Zonghua Gu" userId="9a7e1853e1951ef5" providerId="LiveId" clId="{CF1FAA12-072C-4ED5-BA76-0FFFAEFDB88A}" dt="2026-01-30T01:45:54.629" v="419" actId="478"/>
          <ac:cxnSpMkLst>
            <pc:docMk/>
            <pc:sldMk cId="453457216" sldId="1004"/>
            <ac:cxnSpMk id="66" creationId="{7590E35C-F605-954E-9F43-19D0575FECCD}"/>
          </ac:cxnSpMkLst>
        </pc:cxnChg>
      </pc:sldChg>
      <pc:sldChg chg="delSp modSp add del mod modAnim">
        <pc:chgData name="Zonghua Gu" userId="9a7e1853e1951ef5" providerId="LiveId" clId="{CF1FAA12-072C-4ED5-BA76-0FFFAEFDB88A}" dt="2026-01-30T01:48:06.412" v="441" actId="47"/>
        <pc:sldMkLst>
          <pc:docMk/>
          <pc:sldMk cId="58051385" sldId="1005"/>
        </pc:sldMkLst>
        <pc:spChg chg="mod">
          <ac:chgData name="Zonghua Gu" userId="9a7e1853e1951ef5" providerId="LiveId" clId="{CF1FAA12-072C-4ED5-BA76-0FFFAEFDB88A}" dt="2026-01-30T01:41:36.461" v="380" actId="27636"/>
          <ac:spMkLst>
            <pc:docMk/>
            <pc:sldMk cId="58051385" sldId="1005"/>
            <ac:spMk id="2" creationId="{3B8CD900-19EC-824C-BF74-AADFBF5A172E}"/>
          </ac:spMkLst>
        </pc:spChg>
        <pc:spChg chg="del">
          <ac:chgData name="Zonghua Gu" userId="9a7e1853e1951ef5" providerId="LiveId" clId="{CF1FAA12-072C-4ED5-BA76-0FFFAEFDB88A}" dt="2026-01-30T01:44:50.073" v="410" actId="21"/>
          <ac:spMkLst>
            <pc:docMk/>
            <pc:sldMk cId="58051385" sldId="1005"/>
            <ac:spMk id="52" creationId="{A295C9C7-DA39-ED42-847F-83EE93D04F56}"/>
          </ac:spMkLst>
        </pc:spChg>
        <pc:spChg chg="del">
          <ac:chgData name="Zonghua Gu" userId="9a7e1853e1951ef5" providerId="LiveId" clId="{CF1FAA12-072C-4ED5-BA76-0FFFAEFDB88A}" dt="2026-01-30T01:44:50.073" v="410" actId="21"/>
          <ac:spMkLst>
            <pc:docMk/>
            <pc:sldMk cId="58051385" sldId="1005"/>
            <ac:spMk id="53" creationId="{4367B5FB-6961-314F-9C99-C943E30E405F}"/>
          </ac:spMkLst>
        </pc:spChg>
        <pc:grpChg chg="del">
          <ac:chgData name="Zonghua Gu" userId="9a7e1853e1951ef5" providerId="LiveId" clId="{CF1FAA12-072C-4ED5-BA76-0FFFAEFDB88A}" dt="2026-01-30T01:44:50.073" v="410" actId="21"/>
          <ac:grpSpMkLst>
            <pc:docMk/>
            <pc:sldMk cId="58051385" sldId="1005"/>
            <ac:grpSpMk id="9" creationId="{E7DB7FA8-F9A7-FB4D-B8FF-0FBB7086AF05}"/>
          </ac:grpSpMkLst>
        </pc:grpChg>
      </pc:sldChg>
      <pc:sldChg chg="addSp modSp new mod modAnim">
        <pc:chgData name="Zonghua Gu" userId="9a7e1853e1951ef5" providerId="LiveId" clId="{CF1FAA12-072C-4ED5-BA76-0FFFAEFDB88A}" dt="2026-01-30T01:43:53.800" v="395" actId="1076"/>
        <pc:sldMkLst>
          <pc:docMk/>
          <pc:sldMk cId="90131839" sldId="1006"/>
        </pc:sldMkLst>
        <pc:spChg chg="mod">
          <ac:chgData name="Zonghua Gu" userId="9a7e1853e1951ef5" providerId="LiveId" clId="{CF1FAA12-072C-4ED5-BA76-0FFFAEFDB88A}" dt="2026-01-30T01:42:59.592" v="384"/>
          <ac:spMkLst>
            <pc:docMk/>
            <pc:sldMk cId="90131839" sldId="1006"/>
            <ac:spMk id="2" creationId="{00959044-614F-5566-61F2-C7ADC81CEF20}"/>
          </ac:spMkLst>
        </pc:spChg>
        <pc:spChg chg="mod">
          <ac:chgData name="Zonghua Gu" userId="9a7e1853e1951ef5" providerId="LiveId" clId="{CF1FAA12-072C-4ED5-BA76-0FFFAEFDB88A}" dt="2026-01-30T01:43:44.097" v="394" actId="20577"/>
          <ac:spMkLst>
            <pc:docMk/>
            <pc:sldMk cId="90131839" sldId="1006"/>
            <ac:spMk id="3" creationId="{E8A8012B-BC67-C059-913F-5FAD812997E0}"/>
          </ac:spMkLst>
        </pc:spChg>
        <pc:spChg chg="add 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22" creationId="{3AF0224D-49F6-7745-96F9-78A841403227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30" creationId="{B442F163-2B26-9C41-A4DA-56CB0408A27B}"/>
          </ac:spMkLst>
        </pc:spChg>
        <pc:spChg chg="add 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44" creationId="{E17EDB94-A18A-5345-B878-1F5CDE4C6EA2}"/>
          </ac:spMkLst>
        </pc:spChg>
        <pc:spChg chg="add 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48" creationId="{55739AFA-3D6C-274F-AF45-B98657A19046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50" creationId="{15E16EFE-9699-4F4E-BFC6-790480667E12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54" creationId="{CDBE935F-08EE-9646-85EA-B0063869E76E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56" creationId="{A5A2CA5C-95AA-1E49-AE10-3C2A0148D791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65" creationId="{3E302C75-BA44-2547-9BE3-5EE9C07B3027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68" creationId="{59DD18B2-282C-6549-A49E-60E3E19F2A62}"/>
          </ac:spMkLst>
        </pc:spChg>
        <pc:spChg chg="mod">
          <ac:chgData name="Zonghua Gu" userId="9a7e1853e1951ef5" providerId="LiveId" clId="{CF1FAA12-072C-4ED5-BA76-0FFFAEFDB88A}" dt="2026-01-30T01:43:53.800" v="395" actId="1076"/>
          <ac:spMkLst>
            <pc:docMk/>
            <pc:sldMk cId="90131839" sldId="1006"/>
            <ac:spMk id="73" creationId="{C4191C4F-5CEE-5B4B-881D-8241D7AE9EA2}"/>
          </ac:spMkLst>
        </pc:spChg>
      </pc:sldChg>
      <pc:sldChg chg="modSp new del mod">
        <pc:chgData name="Zonghua Gu" userId="9a7e1853e1951ef5" providerId="LiveId" clId="{CF1FAA12-072C-4ED5-BA76-0FFFAEFDB88A}" dt="2026-01-31T16:28:53.954" v="731" actId="47"/>
        <pc:sldMkLst>
          <pc:docMk/>
          <pc:sldMk cId="2333318130" sldId="1007"/>
        </pc:sldMkLst>
        <pc:spChg chg="mod">
          <ac:chgData name="Zonghua Gu" userId="9a7e1853e1951ef5" providerId="LiveId" clId="{CF1FAA12-072C-4ED5-BA76-0FFFAEFDB88A}" dt="2026-01-31T16:17:21.765" v="600" actId="27636"/>
          <ac:spMkLst>
            <pc:docMk/>
            <pc:sldMk cId="2333318130" sldId="1007"/>
            <ac:spMk id="2" creationId="{750D959F-9DEF-9EAD-97E1-DCCAD7D7C177}"/>
          </ac:spMkLst>
        </pc:spChg>
      </pc:sldChg>
      <pc:sldChg chg="addSp delSp modSp new mod ord modNotesTx">
        <pc:chgData name="Zonghua Gu" userId="9a7e1853e1951ef5" providerId="LiveId" clId="{CF1FAA12-072C-4ED5-BA76-0FFFAEFDB88A}" dt="2026-01-31T19:58:55.630" v="759" actId="20577"/>
        <pc:sldMkLst>
          <pc:docMk/>
          <pc:sldMk cId="3876751718" sldId="1008"/>
        </pc:sldMkLst>
        <pc:spChg chg="mod">
          <ac:chgData name="Zonghua Gu" userId="9a7e1853e1951ef5" providerId="LiveId" clId="{CF1FAA12-072C-4ED5-BA76-0FFFAEFDB88A}" dt="2026-01-31T16:18:51.320" v="618"/>
          <ac:spMkLst>
            <pc:docMk/>
            <pc:sldMk cId="3876751718" sldId="1008"/>
            <ac:spMk id="2" creationId="{C14D3B9D-570F-FF6C-D63E-1B21147D2D9F}"/>
          </ac:spMkLst>
        </pc:spChg>
        <pc:spChg chg="del">
          <ac:chgData name="Zonghua Gu" userId="9a7e1853e1951ef5" providerId="LiveId" clId="{CF1FAA12-072C-4ED5-BA76-0FFFAEFDB88A}" dt="2026-01-31T16:18:30.969" v="612" actId="478"/>
          <ac:spMkLst>
            <pc:docMk/>
            <pc:sldMk cId="3876751718" sldId="1008"/>
            <ac:spMk id="3" creationId="{D93D2939-0838-33CF-D9F3-C0E6B0474C57}"/>
          </ac:spMkLst>
        </pc:spChg>
        <pc:spChg chg="add mod">
          <ac:chgData name="Zonghua Gu" userId="9a7e1853e1951ef5" providerId="LiveId" clId="{CF1FAA12-072C-4ED5-BA76-0FFFAEFDB88A}" dt="2026-01-31T16:18:28.887" v="611"/>
          <ac:spMkLst>
            <pc:docMk/>
            <pc:sldMk cId="3876751718" sldId="1008"/>
            <ac:spMk id="5" creationId="{A84F7BB0-4CF3-6680-D8F8-579F131BE2CC}"/>
          </ac:spMkLst>
        </pc:spChg>
        <pc:spChg chg="add mod">
          <ac:chgData name="Zonghua Gu" userId="9a7e1853e1951ef5" providerId="LiveId" clId="{CF1FAA12-072C-4ED5-BA76-0FFFAEFDB88A}" dt="2026-01-31T19:58:55.630" v="759" actId="20577"/>
          <ac:spMkLst>
            <pc:docMk/>
            <pc:sldMk cId="3876751718" sldId="1008"/>
            <ac:spMk id="6" creationId="{191101DA-8262-5DC2-FB12-7A9FD5EA98E7}"/>
          </ac:spMkLst>
        </pc:spChg>
      </pc:sldChg>
      <pc:sldChg chg="addSp modSp add mod">
        <pc:chgData name="Zonghua Gu" userId="9a7e1853e1951ef5" providerId="LiveId" clId="{CF1FAA12-072C-4ED5-BA76-0FFFAEFDB88A}" dt="2026-01-31T16:25:10.135" v="675" actId="1076"/>
        <pc:sldMkLst>
          <pc:docMk/>
          <pc:sldMk cId="0" sldId="1009"/>
        </pc:sldMkLst>
        <pc:spChg chg="mod">
          <ac:chgData name="Zonghua Gu" userId="9a7e1853e1951ef5" providerId="LiveId" clId="{CF1FAA12-072C-4ED5-BA76-0FFFAEFDB88A}" dt="2026-01-31T16:25:10.135" v="675" actId="1076"/>
          <ac:spMkLst>
            <pc:docMk/>
            <pc:sldMk cId="0" sldId="1009"/>
            <ac:spMk id="183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5:10.135" v="675" actId="1076"/>
          <ac:spMkLst>
            <pc:docMk/>
            <pc:sldMk cId="0" sldId="1009"/>
            <ac:spMk id="184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5:10.135" v="675" actId="1076"/>
          <ac:spMkLst>
            <pc:docMk/>
            <pc:sldMk cId="0" sldId="1009"/>
            <ac:spMk id="189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5:10.135" v="675" actId="1076"/>
          <ac:spMkLst>
            <pc:docMk/>
            <pc:sldMk cId="0" sldId="1009"/>
            <ac:spMk id="194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6:25:06.905" v="674" actId="1076"/>
          <ac:spMkLst>
            <pc:docMk/>
            <pc:sldMk cId="0" sldId="1009"/>
            <ac:spMk id="201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6:25:06.905" v="674" actId="1076"/>
          <ac:spMkLst>
            <pc:docMk/>
            <pc:sldMk cId="0" sldId="1009"/>
            <ac:spMk id="203" creationId="{00000000-0000-0000-0000-000000000000}"/>
          </ac:spMkLst>
        </pc:spChg>
        <pc:grpChg chg="mod">
          <ac:chgData name="Zonghua Gu" userId="9a7e1853e1951ef5" providerId="LiveId" clId="{CF1FAA12-072C-4ED5-BA76-0FFFAEFDB88A}" dt="2026-01-31T16:25:10.135" v="675" actId="1076"/>
          <ac:grpSpMkLst>
            <pc:docMk/>
            <pc:sldMk cId="0" sldId="1009"/>
            <ac:grpSpMk id="185" creationId="{00000000-0000-0000-0000-000000000000}"/>
          </ac:grpSpMkLst>
        </pc:grpChg>
        <pc:grpChg chg="mod">
          <ac:chgData name="Zonghua Gu" userId="9a7e1853e1951ef5" providerId="LiveId" clId="{CF1FAA12-072C-4ED5-BA76-0FFFAEFDB88A}" dt="2026-01-31T16:25:10.135" v="675" actId="1076"/>
          <ac:grpSpMkLst>
            <pc:docMk/>
            <pc:sldMk cId="0" sldId="1009"/>
            <ac:grpSpMk id="190" creationId="{00000000-0000-0000-0000-000000000000}"/>
          </ac:grpSpMkLst>
        </pc:grpChg>
        <pc:picChg chg="add mod">
          <ac:chgData name="Zonghua Gu" userId="9a7e1853e1951ef5" providerId="LiveId" clId="{CF1FAA12-072C-4ED5-BA76-0FFFAEFDB88A}" dt="2026-01-31T16:25:06.905" v="674" actId="1076"/>
          <ac:picMkLst>
            <pc:docMk/>
            <pc:sldMk cId="0" sldId="1009"/>
            <ac:picMk id="200" creationId="{00000000-0000-0000-0000-000000000000}"/>
          </ac:picMkLst>
        </pc:picChg>
        <pc:cxnChg chg="add mod">
          <ac:chgData name="Zonghua Gu" userId="9a7e1853e1951ef5" providerId="LiveId" clId="{CF1FAA12-072C-4ED5-BA76-0FFFAEFDB88A}" dt="2026-01-31T16:25:06.905" v="674" actId="1076"/>
          <ac:cxnSpMkLst>
            <pc:docMk/>
            <pc:sldMk cId="0" sldId="1009"/>
            <ac:cxnSpMk id="202" creationId="{00000000-0000-0000-0000-000000000000}"/>
          </ac:cxnSpMkLst>
        </pc:cxnChg>
      </pc:sldChg>
      <pc:sldChg chg="delSp modSp add del mod">
        <pc:chgData name="Zonghua Gu" userId="9a7e1853e1951ef5" providerId="LiveId" clId="{CF1FAA12-072C-4ED5-BA76-0FFFAEFDB88A}" dt="2026-01-31T16:25:19.852" v="676" actId="47"/>
        <pc:sldMkLst>
          <pc:docMk/>
          <pc:sldMk cId="0" sldId="1010"/>
        </pc:sldMkLst>
        <pc:spChg chg="del">
          <ac:chgData name="Zonghua Gu" userId="9a7e1853e1951ef5" providerId="LiveId" clId="{CF1FAA12-072C-4ED5-BA76-0FFFAEFDB88A}" dt="2026-01-31T16:23:52.088" v="656" actId="21"/>
          <ac:spMkLst>
            <pc:docMk/>
            <pc:sldMk cId="0" sldId="1010"/>
            <ac:spMk id="201" creationId="{00000000-0000-0000-0000-000000000000}"/>
          </ac:spMkLst>
        </pc:spChg>
        <pc:spChg chg="del">
          <ac:chgData name="Zonghua Gu" userId="9a7e1853e1951ef5" providerId="LiveId" clId="{CF1FAA12-072C-4ED5-BA76-0FFFAEFDB88A}" dt="2026-01-31T16:23:52.088" v="656" actId="21"/>
          <ac:spMkLst>
            <pc:docMk/>
            <pc:sldMk cId="0" sldId="1010"/>
            <ac:spMk id="203" creationId="{00000000-0000-0000-0000-000000000000}"/>
          </ac:spMkLst>
        </pc:spChg>
        <pc:picChg chg="del">
          <ac:chgData name="Zonghua Gu" userId="9a7e1853e1951ef5" providerId="LiveId" clId="{CF1FAA12-072C-4ED5-BA76-0FFFAEFDB88A}" dt="2026-01-31T16:23:52.088" v="656" actId="21"/>
          <ac:picMkLst>
            <pc:docMk/>
            <pc:sldMk cId="0" sldId="1010"/>
            <ac:picMk id="200" creationId="{00000000-0000-0000-0000-000000000000}"/>
          </ac:picMkLst>
        </pc:picChg>
        <pc:cxnChg chg="del mod">
          <ac:chgData name="Zonghua Gu" userId="9a7e1853e1951ef5" providerId="LiveId" clId="{CF1FAA12-072C-4ED5-BA76-0FFFAEFDB88A}" dt="2026-01-31T16:23:52.088" v="656" actId="21"/>
          <ac:cxnSpMkLst>
            <pc:docMk/>
            <pc:sldMk cId="0" sldId="1010"/>
            <ac:cxnSpMk id="202" creationId="{00000000-0000-0000-0000-000000000000}"/>
          </ac:cxnSpMkLst>
        </pc:cxnChg>
      </pc:sldChg>
      <pc:sldChg chg="modSp add del mod">
        <pc:chgData name="Zonghua Gu" userId="9a7e1853e1951ef5" providerId="LiveId" clId="{CF1FAA12-072C-4ED5-BA76-0FFFAEFDB88A}" dt="2026-01-31T16:26:16.332" v="679" actId="2696"/>
        <pc:sldMkLst>
          <pc:docMk/>
          <pc:sldMk cId="0" sldId="1011"/>
        </pc:sldMkLst>
        <pc:picChg chg="mod">
          <ac:chgData name="Zonghua Gu" userId="9a7e1853e1951ef5" providerId="LiveId" clId="{CF1FAA12-072C-4ED5-BA76-0FFFAEFDB88A}" dt="2026-01-31T16:25:55.904" v="678" actId="1076"/>
          <ac:picMkLst>
            <pc:docMk/>
            <pc:sldMk cId="0" sldId="1011"/>
            <ac:picMk id="210" creationId="{00000000-0000-0000-0000-000000000000}"/>
          </ac:picMkLst>
        </pc:picChg>
        <pc:picChg chg="mod">
          <ac:chgData name="Zonghua Gu" userId="9a7e1853e1951ef5" providerId="LiveId" clId="{CF1FAA12-072C-4ED5-BA76-0FFFAEFDB88A}" dt="2026-01-31T16:25:36.409" v="677" actId="14100"/>
          <ac:picMkLst>
            <pc:docMk/>
            <pc:sldMk cId="0" sldId="1011"/>
            <ac:picMk id="211" creationId="{00000000-0000-0000-0000-000000000000}"/>
          </ac:picMkLst>
        </pc:picChg>
      </pc:sldChg>
      <pc:sldChg chg="addSp modSp add mod">
        <pc:chgData name="Zonghua Gu" userId="9a7e1853e1951ef5" providerId="LiveId" clId="{CF1FAA12-072C-4ED5-BA76-0FFFAEFDB88A}" dt="2026-01-31T16:28:30.566" v="729" actId="1076"/>
        <pc:sldMkLst>
          <pc:docMk/>
          <pc:sldMk cId="0" sldId="1012"/>
        </pc:sldMkLst>
        <pc:spChg chg="add mod">
          <ac:chgData name="Zonghua Gu" userId="9a7e1853e1951ef5" providerId="LiveId" clId="{CF1FAA12-072C-4ED5-BA76-0FFFAEFDB88A}" dt="2026-01-31T16:28:30.566" v="729" actId="1076"/>
          <ac:spMkLst>
            <pc:docMk/>
            <pc:sldMk cId="0" sldId="1012"/>
            <ac:spMk id="4" creationId="{D6BBBE30-C49F-1123-05B9-8CB8C0374AF0}"/>
          </ac:spMkLst>
        </pc:spChg>
        <pc:spChg chg="mod">
          <ac:chgData name="Zonghua Gu" userId="9a7e1853e1951ef5" providerId="LiveId" clId="{CF1FAA12-072C-4ED5-BA76-0FFFAEFDB88A}" dt="2026-01-31T16:27:42.455" v="715" actId="113"/>
          <ac:spMkLst>
            <pc:docMk/>
            <pc:sldMk cId="0" sldId="1012"/>
            <ac:spMk id="230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7:25.998" v="707" actId="1076"/>
          <ac:spMkLst>
            <pc:docMk/>
            <pc:sldMk cId="0" sldId="1012"/>
            <ac:spMk id="231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7:25.998" v="707" actId="1076"/>
          <ac:spMkLst>
            <pc:docMk/>
            <pc:sldMk cId="0" sldId="1012"/>
            <ac:spMk id="232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7:25.998" v="707" actId="1076"/>
          <ac:spMkLst>
            <pc:docMk/>
            <pc:sldMk cId="0" sldId="1012"/>
            <ac:spMk id="237" creationId="{00000000-0000-0000-0000-000000000000}"/>
          </ac:spMkLst>
        </pc:spChg>
        <pc:spChg chg="mod">
          <ac:chgData name="Zonghua Gu" userId="9a7e1853e1951ef5" providerId="LiveId" clId="{CF1FAA12-072C-4ED5-BA76-0FFFAEFDB88A}" dt="2026-01-31T16:27:25.998" v="707" actId="1076"/>
          <ac:spMkLst>
            <pc:docMk/>
            <pc:sldMk cId="0" sldId="1012"/>
            <ac:spMk id="242" creationId="{00000000-0000-0000-0000-000000000000}"/>
          </ac:spMkLst>
        </pc:spChg>
        <pc:grpChg chg="mod">
          <ac:chgData name="Zonghua Gu" userId="9a7e1853e1951ef5" providerId="LiveId" clId="{CF1FAA12-072C-4ED5-BA76-0FFFAEFDB88A}" dt="2026-01-31T16:27:25.998" v="707" actId="1076"/>
          <ac:grpSpMkLst>
            <pc:docMk/>
            <pc:sldMk cId="0" sldId="1012"/>
            <ac:grpSpMk id="233" creationId="{00000000-0000-0000-0000-000000000000}"/>
          </ac:grpSpMkLst>
        </pc:grpChg>
        <pc:grpChg chg="mod">
          <ac:chgData name="Zonghua Gu" userId="9a7e1853e1951ef5" providerId="LiveId" clId="{CF1FAA12-072C-4ED5-BA76-0FFFAEFDB88A}" dt="2026-01-31T16:27:25.998" v="707" actId="1076"/>
          <ac:grpSpMkLst>
            <pc:docMk/>
            <pc:sldMk cId="0" sldId="1012"/>
            <ac:grpSpMk id="238" creationId="{00000000-0000-0000-0000-000000000000}"/>
          </ac:grpSpMkLst>
        </pc:grpChg>
        <pc:picChg chg="add mod">
          <ac:chgData name="Zonghua Gu" userId="9a7e1853e1951ef5" providerId="LiveId" clId="{CF1FAA12-072C-4ED5-BA76-0FFFAEFDB88A}" dt="2026-01-31T16:27:36.420" v="713" actId="1076"/>
          <ac:picMkLst>
            <pc:docMk/>
            <pc:sldMk cId="0" sldId="1012"/>
            <ac:picMk id="3" creationId="{3C76008C-D089-BC2A-548B-BB669C345474}"/>
          </ac:picMkLst>
        </pc:picChg>
        <pc:picChg chg="add mod">
          <ac:chgData name="Zonghua Gu" userId="9a7e1853e1951ef5" providerId="LiveId" clId="{CF1FAA12-072C-4ED5-BA76-0FFFAEFDB88A}" dt="2026-01-31T16:27:26.713" v="708"/>
          <ac:picMkLst>
            <pc:docMk/>
            <pc:sldMk cId="0" sldId="1012"/>
            <ac:picMk id="248" creationId="{00000000-0000-0000-0000-000000000000}"/>
          </ac:picMkLst>
        </pc:picChg>
        <pc:picChg chg="add mod">
          <ac:chgData name="Zonghua Gu" userId="9a7e1853e1951ef5" providerId="LiveId" clId="{CF1FAA12-072C-4ED5-BA76-0FFFAEFDB88A}" dt="2026-01-31T16:28:13.762" v="720" actId="1076"/>
          <ac:picMkLst>
            <pc:docMk/>
            <pc:sldMk cId="0" sldId="1012"/>
            <ac:picMk id="254" creationId="{00000000-0000-0000-0000-000000000000}"/>
          </ac:picMkLst>
        </pc:picChg>
      </pc:sldChg>
      <pc:sldChg chg="delSp add del mod">
        <pc:chgData name="Zonghua Gu" userId="9a7e1853e1951ef5" providerId="LiveId" clId="{CF1FAA12-072C-4ED5-BA76-0FFFAEFDB88A}" dt="2026-01-31T16:27:47.741" v="716" actId="47"/>
        <pc:sldMkLst>
          <pc:docMk/>
          <pc:sldMk cId="0" sldId="1013"/>
        </pc:sldMkLst>
        <pc:picChg chg="del">
          <ac:chgData name="Zonghua Gu" userId="9a7e1853e1951ef5" providerId="LiveId" clId="{CF1FAA12-072C-4ED5-BA76-0FFFAEFDB88A}" dt="2026-01-31T16:27:15.156" v="706" actId="21"/>
          <ac:picMkLst>
            <pc:docMk/>
            <pc:sldMk cId="0" sldId="1013"/>
            <ac:picMk id="248" creationId="{00000000-0000-0000-0000-000000000000}"/>
          </ac:picMkLst>
        </pc:picChg>
      </pc:sldChg>
      <pc:sldChg chg="delSp add del mod">
        <pc:chgData name="Zonghua Gu" userId="9a7e1853e1951ef5" providerId="LiveId" clId="{CF1FAA12-072C-4ED5-BA76-0FFFAEFDB88A}" dt="2026-01-31T16:28:33.613" v="730" actId="47"/>
        <pc:sldMkLst>
          <pc:docMk/>
          <pc:sldMk cId="0" sldId="1014"/>
        </pc:sldMkLst>
        <pc:picChg chg="del">
          <ac:chgData name="Zonghua Gu" userId="9a7e1853e1951ef5" providerId="LiveId" clId="{CF1FAA12-072C-4ED5-BA76-0FFFAEFDB88A}" dt="2026-01-31T16:28:03.215" v="717" actId="21"/>
          <ac:picMkLst>
            <pc:docMk/>
            <pc:sldMk cId="0" sldId="1014"/>
            <ac:picMk id="254" creationId="{00000000-0000-0000-0000-000000000000}"/>
          </ac:picMkLst>
        </pc:picChg>
      </pc:sldChg>
      <pc:sldChg chg="add">
        <pc:chgData name="Zonghua Gu" userId="9a7e1853e1951ef5" providerId="LiveId" clId="{CF1FAA12-072C-4ED5-BA76-0FFFAEFDB88A}" dt="2026-01-31T16:22:57.257" v="653"/>
        <pc:sldMkLst>
          <pc:docMk/>
          <pc:sldMk cId="0" sldId="1015"/>
        </pc:sldMkLst>
      </pc:sldChg>
      <pc:sldChg chg="add">
        <pc:chgData name="Zonghua Gu" userId="9a7e1853e1951ef5" providerId="LiveId" clId="{CF1FAA12-072C-4ED5-BA76-0FFFAEFDB88A}" dt="2026-01-31T16:22:57.257" v="653"/>
        <pc:sldMkLst>
          <pc:docMk/>
          <pc:sldMk cId="0" sldId="1016"/>
        </pc:sldMkLst>
      </pc:sldChg>
      <pc:sldChg chg="modSp add del mod ord">
        <pc:chgData name="Zonghua Gu" userId="9a7e1853e1951ef5" providerId="LiveId" clId="{CF1FAA12-072C-4ED5-BA76-0FFFAEFDB88A}" dt="2026-01-31T16:31:15.935" v="741" actId="20577"/>
        <pc:sldMkLst>
          <pc:docMk/>
          <pc:sldMk cId="0" sldId="1017"/>
        </pc:sldMkLst>
        <pc:spChg chg="mod">
          <ac:chgData name="Zonghua Gu" userId="9a7e1853e1951ef5" providerId="LiveId" clId="{CF1FAA12-072C-4ED5-BA76-0FFFAEFDB88A}" dt="2026-01-31T16:31:15.935" v="741" actId="20577"/>
          <ac:spMkLst>
            <pc:docMk/>
            <pc:sldMk cId="0" sldId="1017"/>
            <ac:spMk id="50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efe69fe1a6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efe69fe1a6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here's the outline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start by talking about links in a lot of detail think about how you measure the performance of links what makes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good what makes a link bad what are the trade-offs we'll talk about what happens if links get overloaded and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very end now that we finished all of the introduction I can actually give you a preview of all the topics you're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see in a lot more detail so these three sets of lectures have really been about giving you a highlevel 10,000 foot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picture of what you're going to see this semester and then at the very end I'll show you the exact places where we'll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diving in and talking about things in lots more detail but before we get there let's not get ahead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ourselves let's start with talking about links and how to measure their performanc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fe69fe1a6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efe69fe1a6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far we've been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things like this we draw two circles and we draw a line between them and we say this is a link so what is a link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something that connects two devices and it has some properties so here are some three properties that we care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of them is bandwidth band with says how many bits can you send or receive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link per unit time so the way you measure it is data per unit time and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most common unit of measurement is bits per second BPS and derivations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thereof so for example Mbps is megabits per second kbps is kilobits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one thing I want to point out and it's very annoying and it trips me up all the time BPS is bits per second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not bytes per second those are different things and they're off by a factor of eight because there are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in a bite so if I see that this link works at 8 bits per second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byte per second and sometimes in real life people use these two interchangeably which 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annoying but just remember that to go from bits to btes there's a factor of eight because there are eight bits in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kind of annoying but something you have to deal with the second property is propagation delay and this property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seems like it's the same as bandwidth but if you squinted it they're very different things bandwidth says how many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can I receive per unit time propagation delay by contrast says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to travel across the link so if I just send a single bit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from the instant the bit is sent to the instant that the bit is received and this is just a unit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so we're just measuring how much time it takes to send the bit across the link and if this still doesn't totally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 sense I have an analogy for you so let's say that this link is like a pipe so you can think of a pipe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carrying water and we can say that the pipe has bandwidth and the bandwidth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would be how wide the pipe this so if this link has very small bandwidth that's equivalent to a pipe that's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narrow and if it's very narrow that means that the amount of water you can send through the pipe per unit time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very slow you have a very narrow pipe and you pump water through it the amount of water that trickles out on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 it's not going to be a lot of water by contrast if you have a really big pipe it's really big you can like walk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inside of it then if you try to shove water through this pipe the other side is going to be flooded really quick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quickly it's going to be flooded with all the water that you're sending through the pipe so intuitively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 of bandwidth as how wide your pipe is how much water can you shove through this pipe per unit Time by contrast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the length of the pipe so it's saying how long is the pipe if the pipe is connecting me to my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door neighbor not very long if the pipe is connecting San Francisco to New York that's a very long pipe and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tells us how long does it take for a single drop of water to travel from one end to the other so as I'm sending water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through the pipe I can start a timer the instant a drop of water enters the pipe and stop the timer when that same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water exits the pipe and see how long that takes and notice that these two things they're not really connected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other in any way you can increase one and not increase the other they basically change independently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independently of each other for example I can make the bandwidth much wider that is I can shove a lot more water through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now but the propagation delay stays the same just because I can shove a lot of water through the pipe if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is still really long it's still going to take a lot of time for any individual drop to travel across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and likewise if I make the propagation delay long or short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doesn't affect the bandwidth it just means that the water takes less time to travel through but if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stays the same it's still the same amount of water showing up just takes less time for each individual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so all of this is to say bandwidth and obligation delay are two totally separate properties and they're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really related to each other in any meaningful way and the third property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actually a combination of these two so it's called the bandwidth delay product and it's just taking these two terms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multiplying them together so notice that bandwidth is bits per unit time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time so if you think about multiplying 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you multiply it by seconds the output is just going to be bits just or rearranging the units a little bit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basically the bandwidth delay product if you multiply these two values together you'll get roughly the capacity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and in the water analogy I would think of this as if you freeze time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stop time for one second or however long and you measure the amount of water in the pipe at that instant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delay product that's how much water can fit in the link at any given instant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efe69fe1a6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efe69fe1a6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start doing performance calculations for how long it takes to send some amount of data through a link so 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example let's say we have a link with a bandwidth of one megabit 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and one megabit is 1 million bits so this means that this link can send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 bits per second again remember not to confuse this with bytes these are bits and the propagation delay is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millisecond which is 0.1 seconds that is how long it takes for for a single bite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enter the pipe and then exit the pipe so you enter the pipe at any time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leaves one millisecond later okay so the question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try to answer is let's say we have a packet that is 100 bytes how long does it take to send this packet from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instant that the first bit is sent to the instant that the last bit is received so in total from the instant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the sender starts shoving data into the pipe to the instant that the final bite or bit exits the pipe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efe69fe1a6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efe69fe1a6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here's the picture there's our link goes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to B the bandwidth as mentioned earlier is 1 million bits per second and the delay is .1 seconds so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going to show us what happens over time so we're going to start with time zero and as you move down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will increase so at Time Zero a is going to send the very first bit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are 800 bits to send and a is going to take that very first bit and throw it into the pipe so in it goes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that each bit takes one over one million seconds to send because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one million bits in one second that means that each bit takes one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million bits or seconds sorry to send so I'm just taking this value inverting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or taking the reciprocal this tells me how long it takes to send each bit into the pipe so the bandwidth allows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realize that at Time Zero I throw one bit into the pipe and then one millionth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a second later I throw the next bit into the pipe and 1 millionth of a second later I throw the next bit into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this is the rate at which I can throw bits into the pipe so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the next bit shows up or rather the first bit I guess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so this is how long it takes to send each bit at time equals zero I start throwing in the first one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enters the pipe at Time 1 millionth of a second and once it enters the pipe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0.1 seconds to pop out of the other side so by the time the packet reaches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it is now 0.1 seconds later so if you squint at this this is 0.1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amount of time it takes to travel through the pipe plus 1 millionth which is the amount of time it took to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packet or send this bit into the pipe in the first place so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bit arriving so this is the time at which the very first bit arrives then what happens next well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sender a sends the next bit into the pipe you throw it into the pipe and again 0.001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seconds later it shows up on this side and this is going to happen 800 times because there's 800 bits to send so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three millionth we throw another bit into the pipe 01 seconds later shows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on the other end so it's 0.1 plus 3 millionth of a second and so this keeps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over and over again and eventually we get to the 800th bit and that's going to be sent at 800 millionth of a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the first one so the first one was sent at 1 millionth 2 millionth 3 millionth all the way up to 800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which happens to be this number it's okay if these numbers don't you don't have to compute these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just tles on the slide and 0.1 seconds later that packet arrives on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as well and so this is our final answer this is when the final bit arrives at the recipient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0.008 that's when the bit enters the pipe and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0.180 0 that's when it exits the pipe so if you're really careful with these calculations and really do the math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you'll realize that this packet takes 1.8 milliseconds to arrive at the end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efe69fe1a6_0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2efe69fe1a6_0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looking for the formula roughly speaking this is how we computed it so this is the math that we did so we took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packet size that was 800 bits and we divided it by the bandwidth so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number in red gave us 800 millionth of a second basically tells us when the last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shows up so maybe another way of thinking it of it is one over bandwidth is how long it takes to send one bit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packets size number of bits so in total if each one takes one over bandwidth to send and you have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 number of bits the total amount of time it will take to just get everyone in the pipe is Packet size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that's this time right here this is the amount of time it takes to just get everyone into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regardless of what happens on the other side so the sender has to get until T equals 800 millionth of a second just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everyone into the pipe and this term actually also has a special term we call it transmission delay it's the amount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it takes just to shove everyone in the pipe regardless of what time they actually show up on the other side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this is the time it takes to just get everyone in the pipe by the time the last person enters the pipe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bit we also have to wait one more propagation delay for that last bit to exit so at the time the last 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wait one more propagation delay the last bit exits the pipe and that gives us our final answer so in total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comes from two sources one is the transmission delay and it's affected by packet size and bandwidth the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you have the longer it takes to shove everyone in the pipe and the narrower the packet the pipe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it takes to shove everyone into the pipe that's the bandwidth and the second term is propagation delay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the pipe is the longer it takes for packets to show up and we have one term of propagation delay at the end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packet to show up all the other packets show up earlier so we don't have to add them in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that is is to show up up here so if you really needed the magic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it's this but be ready to draw the timing diagrams to really apply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knowledge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efe69fe1a6_0_4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efe69fe1a6_0_4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okay so now that we know how to calculate the performance of links and use these performance attributes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52:44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calculate how long it takes to send packets through the network we can now start comparing links if you go to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52:50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store and try to buy some links you might think which of these is better and as always the answer is there's not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52:56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clear way there are tradeoffs so for example let's say you go to the store and you have these two choices of links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53:01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 of them has high bandwidth but low Pro but High propagation delay as well so the link is high bandwidth you can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shove lots of water through it but it's very long takes a lot of time for the packets to show up by contrast the other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link has smaller bandwidth it's very narrow can't send a lot of water through it at any given time but the propagation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delay is quite short so each packet that you send in shows up pretty quickly and so immed imately you think which of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these is better and the answer is it kind of depends on what data you're trying to send so for example let's say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you're sending a pretty small packet 10 bytes that's a pretty small packet well if you think about sending a 10 byte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 you can do the calculations that we just did and in fact if all of this is seeming like just some wizard magic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maybe you do want to sit down and actually crunch out these calculations you'll get roughly 10 milliseconds for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link one 1 millisecond for link two so you can actually run some calculations to prove Pro to yourself that link to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53:58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winner here but intuitively here's how I think about it this packet is very small so regardless of what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bandwidth is the amount of time it takes to shove this packet into the pipe is pretty quick there's only 10 bytes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you have to shove into the pipe so regardless of if my bandwidth is 10 megabits per second or 1 megabit per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second I'm basically going to be done shoving this packet into the bite into the pipe instantly cuz it's so small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 this means that most of the delay is going to come from the propagation delay it's going to come from the time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takes for this tiny little packet to travel all the way across the pipe so if I just have a little burst of water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 have to send in both cases getting the water in the pipe is not the problem it's the amount of time it takes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travel across the pipe that's really going to dominate in that case I want the shorter pipe because I want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 to get there as fast as possible and we know propagation delay is the main problem here so pick the one with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54:52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lower propagation delay here's the other case what if the packet is 10,000 bytes very big packet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well in this case again you can crunch the numbers you'll get roughly 18 milliseconds for link one 81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milliseconds for link two unless I messed up my math and if I did let me know but intuitively now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transmission delay is the one that dominates this is a lot of data to shove into the pipe so now we really want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big pipe we want the one where you can shove all the stuff into the pipe as fast as possible and Link one has the wi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bandwidth it's going to let us get all of these packets into the pipe and yes the propagation delay is worse but 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this case because there's so much to shove into the pipe the transmission delay dominates and compared to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amount of time it takes to shove the packets into the pipe the propagation delay is very small doesn't really make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noticeable difference the transmission delay is what you really feel as the limiting factor the one that makes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 transmission slow so it really depends in this case for packets that are small the propagation delay is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55:57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 that dominates and you really care about optimizing for that but if you're sending large packets maybe the transmission delay dominates and in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56:04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case you want the one with wider bandwidth and if you're sending mediumsized packets who knows you have to do the calculations yourself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56:11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really think about what link is best for your purposes so those are some trade-offs and you can see sometimes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56:17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requires back at the envelope calculations in addition to just thinking about things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56:25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intuitively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efee65359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2efee65359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Questions!!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efe69fe1a6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efe69fe1a6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we've just seen one way to draw out links we saw the timing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diagrams and we can use those to measure the performance of a link but there's actually an alternate way of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links and this one honestly kind of threw me off at first so I tried a couple of animations to make it look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let me know what you think they might be kind of weird but we'll try it so as a reminder we drew timing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timing diagrams I think they're great the way you read them is relatively simple time starts at the 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it works its way down and the way that we drew it is we basically said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each line represents some amount of bytes being sent from A to B and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 the place or the time where that set of bytes is sent and the time at which that set of bytes is received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can use this to help us calculate how long it takes for packets to be sent so for example here's another example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slightly more easy to stare at numbers so we have a link with bandwidth that sends five bits per second and a delay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7 seconds is this realistic no is it easier to draw on the slides yes so we'll go with this so here's a case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I can send five bits at every second so maybe another way of drawing the timing diagram from before instead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drawing each bit individually I can draw well at 1 second five packets enter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look at the dots 1 2 3 4 5 those are the five bits that entered and each arrives 7s later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efe69fe1a6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2efe69fe1a6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am showing to you is a frozen moment in time so I am causing the movie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you where the bits are at any given time if the bits are on this side outside of the blue pipe they are still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a waiting to be sent if the bits are on this side outside of the blue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have been received by B and crucially if they are inside the Blue Zone they are wait or they're currently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being sent through the pipe that's how I drew this and in general when people draw this they mainly draw the thing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and that's going to show you a Frozen in Time picture of the pipe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pausing the movie to see what's going on inside of the pipe so at time equals z none of the bits have been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they're all waiting at a to be sent and what happens in time equals 1 well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five bits so look what happened five of the bits entered the pipe there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are and have they reached B yet no because there's a delay so they're still in the pipe and they're not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reach B until 7 seconds later so they're going to enter the pipe now and 7 seconds later they're going to show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B so what happens at time two well you guessed it five more bits enter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check it out five more bits enter the pipe and also the five bits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entered at time equals 1 that would be these bits right here they took a step they started to approach B so again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we're watching the bits move from A to B we're just doing so with taking snapshots every second so we're pausing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movie okay so one more second elapses another set of five bits marches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this set right here marches into the pipe and again the bits that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already in the pipe take a step forward so what happens next I'm equals four they March again I'm equals 5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March again and notice nothing has arrived at B yet because we said the delay is 7 seconds so and we're still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equals 5 Seconds nothing has shown up yet okay time 6 something marches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seven bite marches in so at this point the pipe is full by the way so before it wasn't now it's full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that's something you can only really observe with these pipe diagrams another reason for drawing these but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earlier so I'm going to rewind a little bit remember how this one entered at time equals 1 and we said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is seven so if these bits enter at time equals 1 and the delay is seven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when when's it going to show up on the other side 1 + 7 is8 so we fast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 back here let check it out at 10 equals 8 those bits show up at B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exit the pipe B receives them and these bits they entered at time equals 2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behind the ones at time equals 1 so if these enter at time equals 2 and they have a delay of 7 Seconds they're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at 2 + 7 = 9 and there they are they show up at time equals 9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kind of get the idea the next family arrives at time equals 10 and then 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12 and so on and what we're seeing here is that for any given set of bits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March into the pipe and 7 seconds later they March out on the other end so we basically just watch the bits travel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across the pipe from A to B and by using this picture we got the same answer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 seconds it was still 17 seconds from the start to the end you could have also gotten this by plugging it into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or drawing the equivalent timing diagram like we did earlier this is the pipe diagram you draw a rectangle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rectangle has bits marching through it it's a little bit weird you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stare at it for a little bit and play with the animation a little bit to really get the hang of it but that's what it looks like and I've made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 for you to look at you can rewind you can fast forward whatever you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and yes please watch this with animation if you watch this without animation it looks like complete trash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makes no sense but if you play with animation it looks great so do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see it's so nice okay enough enough playing with this so uh that's how you view this diagram view with animations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2efe69fe1a6_0_10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2efe69fe1a6_0_10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just to convince yourself one more time here's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example where the pipe length is shorter and so what you'll notice is that the bandwidth is the same still the same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height so what that means is that we can still only March in five bits at any given second that's why it says five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per second only five bits can March in but now that the delay is 3 seconds instead of seven the rectangle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shorter or rather Slimmer less wide so what that means is that when this sequence of five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the stack we'll notice that at time one it enters and then one two 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later it shows up on the other side and for any one of these stacks of five let's pick one okay so let's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at this one right here right now it's here right now it's about to enter the pipe it enters at six 7 8 and at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equals 9 it exits the pipe let's look at this very last one it enters at time 10 11 12 13 is when it shows up and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the timing diagram would have given you the same answer took 13 seconds for this stack of bits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 packet to travel across the pipe so this pipe represents uh link with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same bandwidth but lower propagation DeLay So less wide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please view with animation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g2efe69fe1a6_0_1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0" name="Google Shape;880;g2efe69fe1a6_0_1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here's another example now I'm going to keep the propagation delay the same it's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still three so the width of this rectangle is the same but it is now taller because the band width is wider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again if you think about the water example I've increased the width of the pipe you can now shove in more dots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so by making this taller it is now the case that I cannot I can March in not five but 10 dots per second so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dots are lined up in stacks of 10 and at any second 10 of them enter and that's allowed because this pipe is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so at time equals 1 the stack of 10 enters but the delay is still three so you still have to count one two three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before that stack of 10 exits and same thing with this last set right here one two three before it exits I think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count it wrong okay so it enters right there and then one two three it exits and I get a total propagation time of 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so that's another example of a pipe diagram again people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 the rectangle but I really like Imagining the dots inside of the rectangle to remind myself why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looks like this do with animations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2efe69fe1a6_0_9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2efe69fe1a6_0_9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 life what they really care about is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itself they want to draw this rectangle as a visual representation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pipe so that they can analyze what fits in the pipe at any given time and the way that they draw this pipe is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sorry this pipe yeah H the way that they draw this pipe is based on the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 rectangle is based on the two properties that we already talked about so they're going to draw this pipe using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bandwidth to determine the height and remember we talked about this earlier the bandwidth tells us how many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we can fit in the pipe so the reason why I added this crazy animation is because I wanted to show you that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increase bandwidth what happens the rectangle gets taller and if the rectangle gets taller what happens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means more of these bits can line up to enter the pipe at any given unit of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why bandwidth represents the height of this rectangle so the thing that always confuses people is they say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why is bandwidth the height well one intuitive way of saying it is we talked about the water pipe the bandwidth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wide the pipe is another way of seeing it is if you look at this diagram it tells us that if the bandwidth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increased it means that you can stack more of these dots which represent bits and more of the bits can enter at 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given time that is exactly what it means to have higher bandwidth that's why the height is determined by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bandwidth and the width tells us the propagation delay again it's kind of like the water example the 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long the pipe is and how long it takes for a single drop of water to travel through the pipe but we can see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through our little animation as well that if you make this rectangle longer these bits are going to have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March for more time steps before they can exit on the other side and just like we saw earlier bandwidth times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if you multiply these two terms together you get the area of this rectangle which is the capacity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and again the animation shows us that this is indeed the capacity of the pipe the area of this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the bigger this rectangle is whether you make it taller or wider the bigger this rectangle is the more dots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or bits you can fit into this pipe so hopefully with these dots I've convinced you that the pipe diagram is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rectangle where the bandwidth is the height and the propagation delay is the width and the dots are really just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clarity but the rectangle is what people really care about when they draw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these and 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2efe69fe1a6_0_2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0" name="Google Shape;1340;g2efe69fe1a6_0_2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this is the picture that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care about at the very end so ultimately when people draw these again they don't draw the dots but they will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 things like this they'll draw a blue rectangle to represent the link and then they will draw these orange squares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represent the packets themselves and so these are actually the same packets these are three packets each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is 20 dots these are also three packets each packet is also 20 dots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20 bits but notice that because the link itself changed in particular the link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itself received more bandwidth so we're switching to will link with more bandwidth the packets got taller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narrower they shifted their shape to fit in the new pipe and so something that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think is really confusing to people when they see these diagrams is that wait a minute when I change the link that I'm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using the packets themselves also change shape and yes that's true they change shapes because they fit in the pipe in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way in particular more dots can be stacked and so they get taller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they get narrower because it takes less time to send them through the pipe the other thing that I think is 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totally intuitive is the transmission delay is the width of the packet so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width of this packet tells me the transmission delay that is how long does it take to shove this packet into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pipe and what this picture is showing you is that if you increase the bandwidth now that they can March in 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instead of stacks of five the transmission delay got shorter and that's represented by the fact that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got less wide I know I just said a lot of words at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will probably take a little bit of playing around with the demos and watching the animations to make sense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dots don't make sense I really just care about the shape of these rectangles but maybe they helped maybe they didn't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complain at me in the comments if you didn't like this but you can't say I didn't try I drew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the diagrams any questions on this by the way it is kind of a funky topic when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saw this I had for the first time I had no idea what the pipes look like when I drew the dots in they made a little bit more sense to me but maybe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not but the key idea I think is really confusing is really just the fact that transmission delay is actually the width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the packet not immediately obvious and the fact that it gets uh shorter as the packet gets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okay an attempt was made but let me know on ad or elsewhere if you find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confusing we can talk about it somewhere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g2efee65359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6" name="Google Shape;1406;g2efee65359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for the final topic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today I want to briefly mention what happened when links themselves get overloaded so sometimes there's a lot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to send and the link just can't keep up because its bandwidth isn't enough or his propagation delay isn't enough sometimes the link just cannot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keep up that's something we have to deal with on the internet 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2efee653596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2efee653596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let's talk about that so ultimately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roughly and we're going to talk about them a lot more in this class but at a very high level routers receive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and then pick a link to forward them closer to their destination the router says I can't reach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but if I send it to my buddy over here they're going to get this packet closer to the destination for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routers ultimately receive packets from links and send them out of links so here's an example where the router has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incoming links so for Simplicity we'll just assume these two links are being used to send traffic inwards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reality links might be bidirectional here we're assuming these links are just used for inputting data and then we'll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assume it has just a single outgoing Link in other words this router is going to forward all the packets to the right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reality there could be multiple outgoing links for now let's just assume one so let's see what happens as we go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a time and these are pipe diagrams by the way you see these little rectangles they're packets and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larger rectangle is the pipe itself so we're already using pipe diagrams which is kind of cool so this is a frozen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Moment In Time lots of packets are streaming into the router and the router's goal is to get them all out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its only outgoing link that's the goal of this particular router so if I look at this type diagram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g2efee653596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6" name="Google Shape;1436;g2efee653596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is the closest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the router it's going to get there first and the router forwards it out of the link and all the other packets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toward uh the router so they all move toward the router a little bit what comes next well packet A1 is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enter the router so at the next time step the router receives A1 sends it out out of the outgoing link and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other incoming packets take a step closer okay good and then D1 takes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over outwards toward its next top okay good at the next step A2 shows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great and it gets sent out and then at the next step B2 enters and it gets sent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out A3 enters get sent out B3 and A4 worked out just line at every given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the router only had to process one packet and send it out so this router was not overloaded it was able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successfully handle all of the packets from the incoming links with no problem so the traffic wasn't too heavy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was able to process and forward all of the packets and careful viewers might have noticed I think I messed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animation but pretend you didn't see it the important thing was just packets coming in and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out I'll fix it later okay here's an example where the router was going to have some overload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g2efee653596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5" name="Google Shape;1575;g2efee653596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take a look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picture the router has two packets arriving at the exact same time so in this pipe diagram Frozen in Time A1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are both about to arrive at the router at the same time they're right there next to the router and on the next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time step they're both going to arrive well that's a problem because this router can't handle two packets at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only handle one packet at a time it looks at the packet thinks about where it needs to go forwards the packet so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router can only handle one packet at a time what happens if it suddenly gets two at once well it's a problem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solution is the router is going to keep a que and the que basically says here are some packets that I've received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I have not processed so I'm going to save them for processing later and that's actually totally fine happens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time in the internet 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g2efee653596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9" name="Google Shape;1599;g2efee653596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so what's going to happen is A1 and B1 both arrive we arbitrarily choose to send out A1 and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1:20:31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process it and B1 get stuck in the que how did I choose A1 over B1 open question we'll talk about it some other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1:20:37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day but for now assume that one of them was chosen and at the next time step uh oh we have some trouble A2 and B2 are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1:20:44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also arriving at the same time so the router is going to take both of them and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1:20:49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shove them in the que and in the queue they take B1 and process that one so so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1:20:55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again the exact way that the router figures out what to get queued and what to process is a bit beyond the scope for right for right now but the important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1:21:01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thing is that when packets arrive they first enter the que look A2 and B2 enter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Google Shape;1623;g2efee653596_0_7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4" name="Google Shape;1624;g2efee653596_0_7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que and what was it B1 can get dced so B1 gets dced and gets sent out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happens over and over again um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Google Shape;1649;g2efee653596_0_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0" name="Google Shape;1650;g2efee653596_0_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at this time no packets enter so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is empty this pipe is empty so because right now there's no traffic this is a great opportunity to clear 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our que so we clear out A2 we clear out B2 that's great and now A3 enters B3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A4 enters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2efee653596_0_8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7" name="Google Shape;1677;g2efee653596_0_8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g2efee653596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3" name="Google Shape;1703;g2efee653596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called transient overload because temporarily the router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was overloaded and had too much to process but later the router used some downtime to finish training its que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having a queue is totally fine it just means some of the packets have to wait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g2efee653596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9" name="Google Shape;1769;g2efee653596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but sometimes the router cannot handle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all the incoming load so if the two pipes that are incoming look like this well this router is doomed it's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going to be able to handle all of these packets no matter how much it tries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put packets in a queue it's just not going to have enough bandwidth to send out this many packets over a single link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5:22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 this router is in trouble the que is going to build up and build up and eventually the queue itself is going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exceed some limit and become to full and at that point this router simply has to give up and it's going to start dropping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packets which means it receives a packet and just ignores it doesn't get forwarded the packet just gets lost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stuff like this by the way is why we said that the internet has best effort at layer three it's because we design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routers like this and the way that we design routers which is that we allow them to drop packets in cases like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 consistent with our design that we said routers only have to offer best effort service so it's a nice case of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design matching the implementation because we said that the Internet only provides best effort well then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router is allowed to drop packets if it can't handle them because the internet is best effort so you could have a que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but the que is not going to help you if you try drawing this out with a que the que itself is going to get packed and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6:22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full and eventually some of these later packets are just going to get dropped so here we call this persistent overload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because it's not the case that the router temporarily had a little bit too much to do but later it was able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clean out the queue this is the case where the queue is never getting clean we just don't have enough capacity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router is just not powerful enough or doesn't have enough processing power doesn't have enough outgoing bandwidth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 process all the packets that are incoming so this is a problem of not enough capacity it's not a problem of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temporary overload that gets solved this is a persistent problem that's why people call persistent overload so how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7:01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do you fix this turns out there's not really a great answer one possible answer is the router itself logs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somewhere for its operator the person operating this router hey I am not able to send out all the packets I have been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dropping a lot of things lately you might want to consider upgrading me to a better model give me some more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processing power connect me to some more links so that I can actually handle all the packets but that's a manual process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it's not something that the router can just automatically do routers don't upgrade themselves automatically someone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would actually have to come in and rewire this router or install a better one to handle this kind of load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something else we'll see later in the semester is this router might actually be able to send a packet backwards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sender and tell the sender you are sending me too much you need to slow down because I can't handle this kind of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load and that's something we'll spend a lot of time on when we talk about congestion control but for now I just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7:59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wanted to get the point across that routers take in incoming packets they forward them sometimes there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8:04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transient overload and sometimes there is persistent overload which we will try and solve a lot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8:12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later any thoughts on this stuff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packet must be fully received at each intermediate router before transmission on the next link starts</a:t>
            </a:r>
          </a:p>
        </p:txBody>
      </p:sp>
    </p:spTree>
    <p:extLst>
      <p:ext uri="{BB962C8B-B14F-4D97-AF65-F5344CB8AC3E}">
        <p14:creationId xmlns:p14="http://schemas.microsoft.com/office/powerpoint/2010/main" val="24929378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9" name="Google Shape;1799;g2efee653596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0" name="Google Shape;1800;g2efee653596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>
                <a:solidFill>
                  <a:schemeClr val="dk1"/>
                </a:solidFill>
              </a:rPr>
              <a:t>8:18 </a:t>
            </a:r>
            <a:r>
              <a:rPr lang="en-US" dirty="0"/>
              <a:t>Queues introduce extra delay.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okay so we actually have to go back now and revisit what a packet does when it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8:24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travels from its source to its destination because remember earlier we said that you send a packet the delay of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8:31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the packet comes from two sources one is the transmission delay that is how long does it take for all of the bits to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8:38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March into the pipe and the propagation delay is how long the pipe is how long does it take for the bits to travel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8:44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across the pipe but there's actually a third term that we've now introduced that we previous previously had not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8:51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thought of which is queuing delay because it could be the case that this packet travels multiple hops to its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8:58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destination and some of the intermediate routers trap the packet in a queue for some time before the packet can get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9:04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forwarded so that actually could introduce additional delay into the time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9:10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it takes to send a packet from a source to a destination so we already saw these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9:15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two terms those are in terms of the link that you have the bandwidth the propagation delay and now we have a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9:21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third term which is the queuing delay and that comes from routers that might have to put this packet in a que so in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9:28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total if you think about what does a packet do from the moment it's created to the moment it's received well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9:34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sender is the one that creates the packet it wraps the packet around a bunch of headers like we've seen before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9:40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then it sends the bits of the packet along a link and how long it takes to send the packet along the link depends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9:47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on those two terms eventually the packet arrives at a router and the router has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9:52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 forward the packet closer to its destination so the router says I'm not the Final Destination but the final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9:58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Destin is that way so send it that way so the router is going to forward the packet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10:04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in doing so the packet might have to wait a little bit in the queue or if this router is totally overwhelmed maybe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10:12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that packet just gets dropped that's also an option and then this just repeats over and over again we get to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10:17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the next router there might be some queuing time the router might drop it and if it doesn't drop then that packet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10:24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gets forwarded to the next router that router cues it for a little bit maybe maybe drops the pack pet forwards it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10:30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again and this repeats over and over again until either the packet reaches its destination because all the routers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10:36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along the path correctly forwarded the packet or the packet got dropped along the way in which case it's not reaching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10:43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its destination the end host will have to do something about that so roughly speaking that is what a packet does from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10:50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the moment it's created to either the moment it drops or the moment it reaches its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10:57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destination any thoughts on this</a:t>
            </a: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64319" indent="-221456" defTabSz="685800">
              <a:spcBef>
                <a:spcPts val="450"/>
              </a:spcBef>
              <a:buNone/>
              <a:defRPr/>
            </a:pPr>
            <a:r>
              <a:rPr lang="en-US" sz="1400" i="1" dirty="0" err="1">
                <a:solidFill>
                  <a:srgbClr val="CC0000"/>
                </a:solidFill>
                <a:latin typeface="Calibri" panose="020F0502020204030204"/>
              </a:rPr>
              <a:t>d</a:t>
            </a:r>
            <a:r>
              <a:rPr lang="en-US" sz="1400" baseline="-25000" dirty="0" err="1">
                <a:solidFill>
                  <a:srgbClr val="CC0000"/>
                </a:solidFill>
                <a:latin typeface="Calibri" panose="020F0502020204030204"/>
              </a:rPr>
              <a:t>proc</a:t>
            </a:r>
            <a:r>
              <a:rPr lang="en-US" sz="1400" dirty="0">
                <a:solidFill>
                  <a:srgbClr val="CC0000"/>
                </a:solidFill>
                <a:latin typeface="Calibri" panose="020F0502020204030204"/>
              </a:rPr>
              <a:t>: nodal processing</a:t>
            </a:r>
            <a:r>
              <a:rPr lang="en-US" sz="1400" dirty="0">
                <a:solidFill>
                  <a:prstClr val="black"/>
                </a:solidFill>
                <a:latin typeface="Calibri" panose="020F0502020204030204"/>
              </a:rPr>
              <a:t> </a:t>
            </a:r>
          </a:p>
          <a:p>
            <a:pPr marL="261938" indent="-175022" defTabSz="685800">
              <a:spcBef>
                <a:spcPts val="450"/>
              </a:spcBef>
              <a:buFont typeface="Wingdings" charset="0"/>
              <a:buChar char="§"/>
              <a:defRPr/>
            </a:pPr>
            <a:r>
              <a:rPr lang="en-US" sz="1100" dirty="0">
                <a:solidFill>
                  <a:prstClr val="black"/>
                </a:solidFill>
                <a:latin typeface="Calibri" panose="020F0502020204030204"/>
              </a:rPr>
              <a:t>check bit errors</a:t>
            </a:r>
          </a:p>
          <a:p>
            <a:pPr marL="261938" indent="-175022" defTabSz="685800">
              <a:spcBef>
                <a:spcPts val="450"/>
              </a:spcBef>
              <a:buFont typeface="Wingdings" charset="0"/>
              <a:buChar char="§"/>
              <a:defRPr/>
            </a:pPr>
            <a:r>
              <a:rPr lang="en-US" sz="1100" dirty="0">
                <a:solidFill>
                  <a:prstClr val="black"/>
                </a:solidFill>
                <a:latin typeface="Calibri" panose="020F0502020204030204"/>
              </a:rPr>
              <a:t>determine output link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/>
                <a:cs typeface="Arial"/>
                <a:sym typeface="Arial"/>
              </a:rPr>
              <a:t>nodal processing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/>
                <a:cs typeface="Arial"/>
                <a:sym typeface="Arial"/>
              </a:rPr>
              <a:t> 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  <a:p>
            <a:pPr marL="261938" indent="-175022" defTabSz="685800">
              <a:spcBef>
                <a:spcPts val="450"/>
              </a:spcBef>
              <a:buFont typeface="Wingdings" charset="0"/>
              <a:buChar char="§"/>
              <a:defRPr/>
            </a:pPr>
            <a:r>
              <a:rPr lang="en-US" sz="1100" dirty="0">
                <a:solidFill>
                  <a:prstClr val="black"/>
                </a:solidFill>
                <a:latin typeface="Calibri" panose="020F0502020204030204"/>
              </a:rPr>
              <a:t>typically &lt; microsecs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175023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6a8a0962f5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9" name="Google Shape;179;g36a8a0962f5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Transmission – how long it takes computer to actually put bits onto the wire. Depends on how much data you’re sending and the bandwidth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– normally speed of light.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Queueing – the traffic pattern. Routers are usually receiving/sending many packets on many different connections simultaneously, and this can slow down the network.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6a8a0962f5_0_4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Technically it is the speed of light in whatever material the signal is going through</a:t>
            </a:r>
            <a:endParaRPr/>
          </a:p>
        </p:txBody>
      </p:sp>
      <p:sp>
        <p:nvSpPr>
          <p:cNvPr id="227" name="Google Shape;227;g36a8a0962f5_0_4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70503395f7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70503395f7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looking for the formula roughly speaking this is how we computed it so this is the math that we did so we took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packet size that was 800 bits and we divided it by the bandwidth so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number in red gave us 800 millionth of a second basically tells us when the last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shows up so maybe another way of thinking it of it is one over bandwidth is how long it takes to send one bit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packets size number of bits so in total if each one takes one over bandwidth to send and you have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 number of bits the total amount of time it will take to just get everyone in the pipe is Packet size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that's this time right here this is the amount of time it takes to just get everyone into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regardless of what happens on the other side so the sender has to get until T equals 800 millionth of a second just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everyone into the pipe and this term actually also has a special term we call it transmission delay it's the amount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it takes just to shove everyone in the pipe regardless of what time they actually show up on the other side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this is the time it takes to just get everyone in the pipe by the time the last person enters the pipe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bit we also have to wait one more propagation delay for that last bit to exit so at the time the last 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wait one more propagation delay the last bit exits the pipe and that gives us our final answer so in total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comes from two sources one is the transmission delay and it's affected by packet size and bandwidth the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you have the longer it takes to shove everyone in the pipe and the narrower the packet the pipe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it takes to shove everyone into the pipe that's the bandwidth and the second term is propagation delay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the pipe is the longer it takes for packets to show up and we have one term of propagation delay at the end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packet to show up all the other packets show up earlier so we don't have to add them in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that is is to show up up here so if you really needed the magic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it's this but be ready to draw the timing diagrams to really apply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knowledge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6a8a0962f5_0_5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80" name="Google Shape;480;g36a8a0962f5_0_5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70503395f7_0_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70503395f7_0_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 life what they really care about is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itself they want to draw this rectangle as a visual representation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pipe so that they can analyze what fits in the pipe at any given time and the way that they draw this pipe is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sorry this pipe yeah H the way that they draw this pipe is based on the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 rectangle is based on the two properties that we already talked about so they're going to draw this pipe using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bandwidth to determine the height and remember we talked about this earlier the bandwidth tells us how many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we can fit in the pipe so the reason why I added this crazy animation is because I wanted to show you that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increase bandwidth what happens the rectangle gets taller and if the rectangle gets taller what happens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means more of these bits can line up to enter the pipe at any given unit of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why bandwidth represents the height of this rectangle so the thing that always confuses people is they say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why is bandwidth the height well one intuitive way of saying it is we talked about the water pipe the bandwidth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wide the pipe is another way of seeing it is if you look at this diagram it tells us that if the bandwidth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increased it means that you can stack more of these dots which represent bits and more of the bits can enter at 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given time that is exactly what it means to have higher bandwidth that's why the height is determined by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bandwidth and the width tells us the propagation delay again it's kind of like the water example the 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long the pipe is and how long it takes for a single drop of water to travel through the pipe but we can see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through our little animation as well that if you make this rectangle longer these bits are going to have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March for more time steps before they can exit on the other side and just like we saw earlier bandwidth times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if you multiply these two terms together you get the area of this rectangle which is the capacity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and again the animation shows us that this is indeed the capacity of the pipe the area of this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the bigger this rectangle is whether you make it taller or wider the bigger this rectangle is the more dots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or bits you can fit into this pipe so hopefully with these dots I've convinced you that the pipe diagram is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rectangle where the bandwidth is the height and the propagation delay is the width and the dots are really just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clarity but the rectangle is what people really care about when they draw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these and 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Google Shape;1830;g327ce77ef6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1" name="Google Shape;1831;g327ce77ef62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Briefly summarize links we talked about this handy little formula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we said the packet delay is the sum of the transmission delay that is how long it takes to send all the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across the wire plus the propagation delay how long it takes for a single bit to travel all the way from one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other end plus the queuing delay in case packets have to wait at a Queue at an intermediate router or multiple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perhaps and we talked about two types of overload transient overload if a couple packets arrive at the same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queue them and the queue drains or persistent overload where there's just not enough capacity to handle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everyone incoming and we also spend some time looking at two types of diagrams to help us analyze links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timing diagrams where we draw time going down and and this allows us to check when a packet gets sent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received and we also showed you the pipe diagram which shows uh the Link at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frozen moment in time and from this you can actually derive some of the properties of the link itself such 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transmission delay bandwidth so that's the summary of links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any final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questions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3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E873D4E-4EDA-1349-AB14-5DC995BFC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14712" y="483231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794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1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Bandwidth and</a:t>
            </a:r>
            <a:b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Pipe Diagrams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Overloaded Links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B7B7B7"/>
              </a:solidFill>
            </a:endParaRPr>
          </a:p>
        </p:txBody>
      </p:sp>
      <p:sp>
        <p:nvSpPr>
          <p:cNvPr id="168" name="Google Shape;168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Propagation Delay</a:t>
            </a:r>
            <a:endParaRPr/>
          </a:p>
        </p:txBody>
      </p:sp>
      <p:sp>
        <p:nvSpPr>
          <p:cNvPr id="169" name="Google Shape;169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3</a:t>
            </a:r>
            <a:r>
              <a:rPr lang="en"/>
              <a:t>, Spring </a:t>
            </a:r>
            <a:r>
              <a:rPr lang="en" dirty="0"/>
              <a:t>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A6DF20-E376-394A-773F-27EA8DB51F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5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link connects two devices.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Properties of a link: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</a:t>
            </a:r>
            <a:r>
              <a:rPr lang="en"/>
              <a:t>: Number of bits sent/received per unit time.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"Width"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bits per second (bps).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Propagation delay</a:t>
            </a:r>
            <a:r>
              <a:rPr lang="en"/>
              <a:t>: Time it takes a bit to travel along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"Length"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seconds.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Bandwidth-delay product</a:t>
            </a:r>
            <a:r>
              <a:rPr lang="en"/>
              <a:t>: Bandwidth × delay.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"Capacity" of the link.</a:t>
            </a:r>
            <a:endParaRPr/>
          </a:p>
        </p:txBody>
      </p:sp>
      <p:sp>
        <p:nvSpPr>
          <p:cNvPr id="175" name="Google Shape;175;p26"/>
          <p:cNvSpPr/>
          <p:nvPr/>
        </p:nvSpPr>
        <p:spPr>
          <a:xfrm>
            <a:off x="42465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Links</a:t>
            </a:r>
            <a:endParaRPr/>
          </a:p>
        </p:txBody>
      </p:sp>
      <p:sp>
        <p:nvSpPr>
          <p:cNvPr id="177" name="Google Shape;177;p26"/>
          <p:cNvSpPr/>
          <p:nvPr/>
        </p:nvSpPr>
        <p:spPr>
          <a:xfrm>
            <a:off x="32559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" name="Google Shape;178;p26"/>
          <p:cNvCxnSpPr>
            <a:stCxn id="177" idx="6"/>
            <a:endCxn id="175" idx="2"/>
          </p:cNvCxnSpPr>
          <p:nvPr/>
        </p:nvCxnSpPr>
        <p:spPr>
          <a:xfrm>
            <a:off x="3540963" y="702550"/>
            <a:ext cx="7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9" name="Google Shape;179;p26"/>
          <p:cNvSpPr/>
          <p:nvPr/>
        </p:nvSpPr>
        <p:spPr>
          <a:xfrm rot="-5400000">
            <a:off x="4888425" y="2885338"/>
            <a:ext cx="580800" cy="3612900"/>
          </a:xfrm>
          <a:prstGeom prst="can">
            <a:avLst>
              <a:gd name="adj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6"/>
          <p:cNvSpPr txBox="1"/>
          <p:nvPr/>
        </p:nvSpPr>
        <p:spPr>
          <a:xfrm>
            <a:off x="3980475" y="4556748"/>
            <a:ext cx="239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3058725" y="4401693"/>
            <a:ext cx="179700" cy="581004"/>
            <a:chOff x="2338450" y="3338450"/>
            <a:chExt cx="179700" cy="836700"/>
          </a:xfrm>
        </p:grpSpPr>
        <p:cxnSp>
          <p:nvCxnSpPr>
            <p:cNvPr id="182" name="Google Shape;182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3" name="Google Shape;183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4" name="Google Shape;184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5" name="Google Shape;185;p26"/>
          <p:cNvSpPr txBox="1"/>
          <p:nvPr/>
        </p:nvSpPr>
        <p:spPr>
          <a:xfrm>
            <a:off x="2158725" y="4556748"/>
            <a:ext cx="9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6" name="Google Shape;186;p26"/>
          <p:cNvGrpSpPr/>
          <p:nvPr/>
        </p:nvGrpSpPr>
        <p:grpSpPr>
          <a:xfrm rot="5400000">
            <a:off x="5115423" y="2481747"/>
            <a:ext cx="204624" cy="3473309"/>
            <a:chOff x="2338450" y="3338450"/>
            <a:chExt cx="179700" cy="836700"/>
          </a:xfrm>
        </p:grpSpPr>
        <p:cxnSp>
          <p:nvCxnSpPr>
            <p:cNvPr id="187" name="Google Shape;187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" name="Google Shape;190;p26"/>
          <p:cNvSpPr txBox="1"/>
          <p:nvPr/>
        </p:nvSpPr>
        <p:spPr>
          <a:xfrm>
            <a:off x="4435188" y="3916673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B2AC6-33B3-68A1-AAE5-4C89E8D4F84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sp>
        <p:nvSpPr>
          <p:cNvPr id="196" name="Google Shape;196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have a link with: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= 1 Mbps.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1,000,000 bits per second.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Propagation delay = 1 ms.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0.001 seconds.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long does it take to send a 100-byte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800-bit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 packet?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the time the first bit is sent,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the time the last bit is received.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Let's draw a timing diagram to help.</a:t>
            </a:r>
            <a:endParaRPr/>
          </a:p>
        </p:txBody>
      </p:sp>
      <p:cxnSp>
        <p:nvCxnSpPr>
          <p:cNvPr id="197" name="Google Shape;197;p27"/>
          <p:cNvCxnSpPr/>
          <p:nvPr/>
        </p:nvCxnSpPr>
        <p:spPr>
          <a:xfrm flipH="1">
            <a:off x="5065000" y="828400"/>
            <a:ext cx="885900" cy="237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8" name="Google Shape;198;p27"/>
          <p:cNvSpPr txBox="1"/>
          <p:nvPr/>
        </p:nvSpPr>
        <p:spPr>
          <a:xfrm>
            <a:off x="5950900" y="703900"/>
            <a:ext cx="2221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Note: We measure in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bits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per second, not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bytes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722CCE-BF2C-0A06-DDB7-6B4045A4F2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8"/>
          <p:cNvSpPr/>
          <p:nvPr/>
        </p:nvSpPr>
        <p:spPr>
          <a:xfrm>
            <a:off x="3356325" y="1828725"/>
            <a:ext cx="2442300" cy="2861950"/>
          </a:xfrm>
          <a:custGeom>
            <a:avLst/>
            <a:gdLst/>
            <a:ahLst/>
            <a:cxnLst/>
            <a:rect l="l" t="t" r="r" b="b"/>
            <a:pathLst>
              <a:path w="97692" h="114478" extrusionOk="0">
                <a:moveTo>
                  <a:pt x="0" y="0"/>
                </a:moveTo>
                <a:lnTo>
                  <a:pt x="97692" y="26177"/>
                </a:lnTo>
                <a:lnTo>
                  <a:pt x="97692" y="114478"/>
                </a:lnTo>
                <a:lnTo>
                  <a:pt x="20" y="8830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Google Shape;20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05" name="Google Shape;205;p28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8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7" name="Google Shape;207;p28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9" name="Google Shape;209;p28"/>
          <p:cNvCxnSpPr>
            <a:stCxn id="208" idx="6"/>
            <a:endCxn id="207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" name="Google Shape;210;p28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" name="Google Shape;211;p28"/>
          <p:cNvCxnSpPr/>
          <p:nvPr/>
        </p:nvCxnSpPr>
        <p:spPr>
          <a:xfrm>
            <a:off x="3082638" y="1517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2" name="Google Shape;212;p28"/>
          <p:cNvSpPr txBox="1"/>
          <p:nvPr/>
        </p:nvSpPr>
        <p:spPr>
          <a:xfrm>
            <a:off x="2484161" y="14099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8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4" name="Google Shape;214;p28"/>
          <p:cNvSpPr txBox="1"/>
          <p:nvPr/>
        </p:nvSpPr>
        <p:spPr>
          <a:xfrm>
            <a:off x="1834736" y="17147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282350" y="14714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each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6" name="Google Shape;216;p28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28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8" name="Google Shape;218;p28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74799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0.001s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28"/>
          <p:cNvCxnSpPr/>
          <p:nvPr/>
        </p:nvCxnSpPr>
        <p:spPr>
          <a:xfrm>
            <a:off x="3082638" y="2127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1" name="Google Shape;221;p28"/>
          <p:cNvSpPr txBox="1"/>
          <p:nvPr/>
        </p:nvSpPr>
        <p:spPr>
          <a:xfrm>
            <a:off x="1834736" y="2019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2" name="Google Shape;222;p28"/>
          <p:cNvCxnSpPr/>
          <p:nvPr/>
        </p:nvCxnSpPr>
        <p:spPr>
          <a:xfrm>
            <a:off x="3358213" y="2132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8"/>
          <p:cNvCxnSpPr/>
          <p:nvPr/>
        </p:nvCxnSpPr>
        <p:spPr>
          <a:xfrm rot="10800000">
            <a:off x="5800863" y="2788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4" name="Google Shape;224;p28"/>
          <p:cNvSpPr txBox="1"/>
          <p:nvPr/>
        </p:nvSpPr>
        <p:spPr>
          <a:xfrm>
            <a:off x="6149762" y="2680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28"/>
          <p:cNvCxnSpPr/>
          <p:nvPr/>
        </p:nvCxnSpPr>
        <p:spPr>
          <a:xfrm>
            <a:off x="3082638" y="2432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6" name="Google Shape;226;p28"/>
          <p:cNvSpPr txBox="1"/>
          <p:nvPr/>
        </p:nvSpPr>
        <p:spPr>
          <a:xfrm>
            <a:off x="1834736" y="23243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28"/>
          <p:cNvCxnSpPr/>
          <p:nvPr/>
        </p:nvCxnSpPr>
        <p:spPr>
          <a:xfrm>
            <a:off x="3358213" y="2436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28"/>
          <p:cNvCxnSpPr/>
          <p:nvPr/>
        </p:nvCxnSpPr>
        <p:spPr>
          <a:xfrm rot="10800000">
            <a:off x="5800863" y="3093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9" name="Google Shape;229;p28"/>
          <p:cNvSpPr txBox="1"/>
          <p:nvPr/>
        </p:nvSpPr>
        <p:spPr>
          <a:xfrm>
            <a:off x="6149762" y="29856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0" name="Google Shape;230;p28"/>
          <p:cNvCxnSpPr/>
          <p:nvPr/>
        </p:nvCxnSpPr>
        <p:spPr>
          <a:xfrm>
            <a:off x="3082638" y="4032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1" name="Google Shape;231;p28"/>
          <p:cNvSpPr txBox="1"/>
          <p:nvPr/>
        </p:nvSpPr>
        <p:spPr>
          <a:xfrm>
            <a:off x="1834736" y="3924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2" name="Google Shape;232;p28"/>
          <p:cNvCxnSpPr/>
          <p:nvPr/>
        </p:nvCxnSpPr>
        <p:spPr>
          <a:xfrm>
            <a:off x="3358213" y="4037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28"/>
          <p:cNvCxnSpPr/>
          <p:nvPr/>
        </p:nvCxnSpPr>
        <p:spPr>
          <a:xfrm rot="10800000">
            <a:off x="5800863" y="4693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28"/>
          <p:cNvSpPr txBox="1"/>
          <p:nvPr/>
        </p:nvSpPr>
        <p:spPr>
          <a:xfrm>
            <a:off x="6149762" y="4585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282350" y="36812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800th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800/1,000,000s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8"/>
          <p:cNvSpPr txBox="1"/>
          <p:nvPr/>
        </p:nvSpPr>
        <p:spPr>
          <a:xfrm>
            <a:off x="7479900" y="44503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1.8 ms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8"/>
          <p:cNvSpPr txBox="1"/>
          <p:nvPr/>
        </p:nvSpPr>
        <p:spPr>
          <a:xfrm>
            <a:off x="3763800" y="327597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92DA5C-34A0-F93C-BD1A-78092EA5B2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9"/>
          <p:cNvSpPr/>
          <p:nvPr/>
        </p:nvSpPr>
        <p:spPr>
          <a:xfrm>
            <a:off x="3355163" y="2794175"/>
            <a:ext cx="2442750" cy="1950050"/>
          </a:xfrm>
          <a:custGeom>
            <a:avLst/>
            <a:gdLst/>
            <a:ahLst/>
            <a:cxnLst/>
            <a:rect l="l" t="t" r="r" b="b"/>
            <a:pathLst>
              <a:path w="97710" h="78002" extrusionOk="0">
                <a:moveTo>
                  <a:pt x="0" y="0"/>
                </a:moveTo>
                <a:lnTo>
                  <a:pt x="97710" y="26181"/>
                </a:lnTo>
                <a:lnTo>
                  <a:pt x="97710" y="78002"/>
                </a:lnTo>
                <a:lnTo>
                  <a:pt x="34" y="51830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3" name="Google Shape;243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     </a:t>
            </a:r>
            <a:r>
              <a:rPr lang="en">
                <a:solidFill>
                  <a:schemeClr val="accent2"/>
                </a:solidFill>
              </a:rPr>
              <a:t>Transmission Delay</a:t>
            </a:r>
            <a:r>
              <a:rPr lang="en"/>
              <a:t>	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244" name="Google Shape;24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45" name="Google Shape;245;p29"/>
          <p:cNvCxnSpPr/>
          <p:nvPr/>
        </p:nvCxnSpPr>
        <p:spPr>
          <a:xfrm>
            <a:off x="3355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29"/>
          <p:cNvCxnSpPr/>
          <p:nvPr/>
        </p:nvCxnSpPr>
        <p:spPr>
          <a:xfrm>
            <a:off x="5799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29"/>
          <p:cNvSpPr/>
          <p:nvPr/>
        </p:nvSpPr>
        <p:spPr>
          <a:xfrm>
            <a:off x="5656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29"/>
          <p:cNvSpPr/>
          <p:nvPr/>
        </p:nvSpPr>
        <p:spPr>
          <a:xfrm>
            <a:off x="3212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9" name="Google Shape;249;p29"/>
          <p:cNvCxnSpPr>
            <a:stCxn id="248" idx="6"/>
            <a:endCxn id="247" idx="2"/>
          </p:cNvCxnSpPr>
          <p:nvPr/>
        </p:nvCxnSpPr>
        <p:spPr>
          <a:xfrm>
            <a:off x="3497838" y="201207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29"/>
          <p:cNvSpPr txBox="1"/>
          <p:nvPr/>
        </p:nvSpPr>
        <p:spPr>
          <a:xfrm>
            <a:off x="3355350" y="153481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1" name="Google Shape;251;p29"/>
          <p:cNvCxnSpPr/>
          <p:nvPr/>
        </p:nvCxnSpPr>
        <p:spPr>
          <a:xfrm>
            <a:off x="3082650" y="2482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29"/>
          <p:cNvSpPr txBox="1"/>
          <p:nvPr/>
        </p:nvSpPr>
        <p:spPr>
          <a:xfrm>
            <a:off x="2484173" y="237520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3" name="Google Shape;253;p29"/>
          <p:cNvCxnSpPr/>
          <p:nvPr/>
        </p:nvCxnSpPr>
        <p:spPr>
          <a:xfrm>
            <a:off x="3082650" y="2787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4" name="Google Shape;254;p29"/>
          <p:cNvSpPr txBox="1"/>
          <p:nvPr/>
        </p:nvSpPr>
        <p:spPr>
          <a:xfrm>
            <a:off x="1834749" y="26800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5" name="Google Shape;255;p29"/>
          <p:cNvCxnSpPr/>
          <p:nvPr/>
        </p:nvCxnSpPr>
        <p:spPr>
          <a:xfrm>
            <a:off x="3358225" y="27925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6" name="Google Shape;256;p29"/>
          <p:cNvCxnSpPr/>
          <p:nvPr/>
        </p:nvCxnSpPr>
        <p:spPr>
          <a:xfrm rot="10800000">
            <a:off x="5800875" y="341178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7" name="Google Shape;257;p29"/>
          <p:cNvSpPr txBox="1"/>
          <p:nvPr/>
        </p:nvSpPr>
        <p:spPr>
          <a:xfrm>
            <a:off x="6149775" y="33412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8" name="Google Shape;258;p29"/>
          <p:cNvCxnSpPr/>
          <p:nvPr/>
        </p:nvCxnSpPr>
        <p:spPr>
          <a:xfrm>
            <a:off x="3082650" y="4083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9" name="Google Shape;259;p29"/>
          <p:cNvSpPr txBox="1"/>
          <p:nvPr/>
        </p:nvSpPr>
        <p:spPr>
          <a:xfrm>
            <a:off x="1834749" y="39754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0" name="Google Shape;260;p29"/>
          <p:cNvCxnSpPr/>
          <p:nvPr/>
        </p:nvCxnSpPr>
        <p:spPr>
          <a:xfrm>
            <a:off x="3358225" y="40879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29"/>
          <p:cNvCxnSpPr/>
          <p:nvPr/>
        </p:nvCxnSpPr>
        <p:spPr>
          <a:xfrm rot="10800000">
            <a:off x="5800875" y="47443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2" name="Google Shape;262;p29"/>
          <p:cNvSpPr txBox="1"/>
          <p:nvPr/>
        </p:nvSpPr>
        <p:spPr>
          <a:xfrm>
            <a:off x="6149775" y="46366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29"/>
          <p:cNvSpPr txBox="1"/>
          <p:nvPr/>
        </p:nvSpPr>
        <p:spPr>
          <a:xfrm>
            <a:off x="3763813" y="363162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4" name="Google Shape;264;p29"/>
          <p:cNvGrpSpPr/>
          <p:nvPr/>
        </p:nvGrpSpPr>
        <p:grpSpPr>
          <a:xfrm>
            <a:off x="1617050" y="2787567"/>
            <a:ext cx="179700" cy="1263835"/>
            <a:chOff x="2338450" y="3338450"/>
            <a:chExt cx="179700" cy="836700"/>
          </a:xfrm>
        </p:grpSpPr>
        <p:cxnSp>
          <p:nvCxnSpPr>
            <p:cNvPr id="265" name="Google Shape;265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6" name="Google Shape;266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7" name="Google Shape;267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68" name="Google Shape;268;p29"/>
          <p:cNvSpPr txBox="1"/>
          <p:nvPr/>
        </p:nvSpPr>
        <p:spPr>
          <a:xfrm>
            <a:off x="457550" y="3194700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9" name="Google Shape;269;p29"/>
          <p:cNvGrpSpPr/>
          <p:nvPr/>
        </p:nvGrpSpPr>
        <p:grpSpPr>
          <a:xfrm>
            <a:off x="1617050" y="4125162"/>
            <a:ext cx="179700" cy="616397"/>
            <a:chOff x="2338450" y="3338450"/>
            <a:chExt cx="179700" cy="836700"/>
          </a:xfrm>
        </p:grpSpPr>
        <p:cxnSp>
          <p:nvCxnSpPr>
            <p:cNvPr id="270" name="Google Shape;270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1" name="Google Shape;271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2" name="Google Shape;272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73" name="Google Shape;273;p29"/>
          <p:cNvSpPr txBox="1"/>
          <p:nvPr/>
        </p:nvSpPr>
        <p:spPr>
          <a:xfrm>
            <a:off x="457550" y="4171625"/>
            <a:ext cx="1159500" cy="486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" name="Google Shape;264;p29">
            <a:extLst>
              <a:ext uri="{FF2B5EF4-FFF2-40B4-BE49-F238E27FC236}">
                <a16:creationId xmlns:a16="http://schemas.microsoft.com/office/drawing/2014/main" id="{FDFFF79C-7725-2078-7F86-6E48679F7D76}"/>
              </a:ext>
            </a:extLst>
          </p:cNvPr>
          <p:cNvGrpSpPr/>
          <p:nvPr/>
        </p:nvGrpSpPr>
        <p:grpSpPr>
          <a:xfrm>
            <a:off x="5890726" y="3473601"/>
            <a:ext cx="179700" cy="1263835"/>
            <a:chOff x="2338450" y="3338450"/>
            <a:chExt cx="179700" cy="836700"/>
          </a:xfrm>
        </p:grpSpPr>
        <p:cxnSp>
          <p:nvCxnSpPr>
            <p:cNvPr id="3" name="Google Shape;265;p29">
              <a:extLst>
                <a:ext uri="{FF2B5EF4-FFF2-40B4-BE49-F238E27FC236}">
                  <a16:creationId xmlns:a16="http://schemas.microsoft.com/office/drawing/2014/main" id="{2999479C-0ADC-915C-7A45-62EDC482F1E6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" name="Google Shape;266;p29">
              <a:extLst>
                <a:ext uri="{FF2B5EF4-FFF2-40B4-BE49-F238E27FC236}">
                  <a16:creationId xmlns:a16="http://schemas.microsoft.com/office/drawing/2014/main" id="{970FA3A7-F5CF-E75C-1425-931F2F9A8F2C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" name="Google Shape;267;p29">
              <a:extLst>
                <a:ext uri="{FF2B5EF4-FFF2-40B4-BE49-F238E27FC236}">
                  <a16:creationId xmlns:a16="http://schemas.microsoft.com/office/drawing/2014/main" id="{94D04834-3214-FE28-1784-2408768CFE8E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" name="Google Shape;268;p29">
            <a:extLst>
              <a:ext uri="{FF2B5EF4-FFF2-40B4-BE49-F238E27FC236}">
                <a16:creationId xmlns:a16="http://schemas.microsoft.com/office/drawing/2014/main" id="{9609AC40-414C-5789-F083-794CE51B714A}"/>
              </a:ext>
            </a:extLst>
          </p:cNvPr>
          <p:cNvSpPr txBox="1"/>
          <p:nvPr/>
        </p:nvSpPr>
        <p:spPr>
          <a:xfrm>
            <a:off x="5980576" y="3928475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" name="Google Shape;269;p29">
            <a:extLst>
              <a:ext uri="{FF2B5EF4-FFF2-40B4-BE49-F238E27FC236}">
                <a16:creationId xmlns:a16="http://schemas.microsoft.com/office/drawing/2014/main" id="{09604C9E-C1EE-1B67-1ACE-E1829258B867}"/>
              </a:ext>
            </a:extLst>
          </p:cNvPr>
          <p:cNvGrpSpPr/>
          <p:nvPr/>
        </p:nvGrpSpPr>
        <p:grpSpPr>
          <a:xfrm>
            <a:off x="5891842" y="2799949"/>
            <a:ext cx="179700" cy="616397"/>
            <a:chOff x="2338450" y="3338450"/>
            <a:chExt cx="179700" cy="836700"/>
          </a:xfrm>
        </p:grpSpPr>
        <p:cxnSp>
          <p:nvCxnSpPr>
            <p:cNvPr id="8" name="Google Shape;270;p29">
              <a:extLst>
                <a:ext uri="{FF2B5EF4-FFF2-40B4-BE49-F238E27FC236}">
                  <a16:creationId xmlns:a16="http://schemas.microsoft.com/office/drawing/2014/main" id="{94E1355B-B186-0C4F-40B9-98BCA9ADF22C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271;p29">
              <a:extLst>
                <a:ext uri="{FF2B5EF4-FFF2-40B4-BE49-F238E27FC236}">
                  <a16:creationId xmlns:a16="http://schemas.microsoft.com/office/drawing/2014/main" id="{722682C0-DC59-85A7-9509-1B004CB66CC2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272;p29">
              <a:extLst>
                <a:ext uri="{FF2B5EF4-FFF2-40B4-BE49-F238E27FC236}">
                  <a16:creationId xmlns:a16="http://schemas.microsoft.com/office/drawing/2014/main" id="{371E38CE-270D-C34B-16DB-37C5F31FB278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" name="Google Shape;273;p29">
            <a:extLst>
              <a:ext uri="{FF2B5EF4-FFF2-40B4-BE49-F238E27FC236}">
                <a16:creationId xmlns:a16="http://schemas.microsoft.com/office/drawing/2014/main" id="{7C3BE59A-C772-1889-7DA3-BC391672559E}"/>
              </a:ext>
            </a:extLst>
          </p:cNvPr>
          <p:cNvSpPr txBox="1"/>
          <p:nvPr/>
        </p:nvSpPr>
        <p:spPr>
          <a:xfrm>
            <a:off x="5937224" y="2808025"/>
            <a:ext cx="1159500" cy="486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1137A80-02D7-95F3-FD83-A19418120E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Tradeoffs</a:t>
            </a:r>
            <a:endParaRPr/>
          </a:p>
        </p:txBody>
      </p:sp>
      <p:sp>
        <p:nvSpPr>
          <p:cNvPr id="279" name="Google Shape;279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Which link is better? It depends.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 1:	Bandwidth 10 Mbps	Propagation Delay = 10 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 2:	Bandwidth 1 Mbps	Propagation Delay = 1 ms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10-byte packet: Link 2 is better.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~10 ms with Link 1.	~1 ms with Link 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small packet, transmission delay is negligible. Propagation delay dominates.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10,000-byte packet: Link 1 is better.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~18 ms with Link 1.	~81 ms with Link 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large packet, transmission delay dominates.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75F425-7812-11BF-8500-8D5D9BBBCF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Bandwidth and</a:t>
            </a:r>
            <a:br>
              <a:rPr lang="en" dirty="0">
                <a:solidFill>
                  <a:srgbClr val="B7B7B7"/>
                </a:solidFill>
              </a:rPr>
            </a:br>
            <a:r>
              <a:rPr lang="en" dirty="0">
                <a:solidFill>
                  <a:srgbClr val="B7B7B7"/>
                </a:solidFill>
              </a:rPr>
              <a:t>Propagation Delay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Pipe Diagrams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Overloaded Links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B7B7B7"/>
              </a:solidFill>
            </a:endParaRPr>
          </a:p>
        </p:txBody>
      </p:sp>
      <p:sp>
        <p:nvSpPr>
          <p:cNvPr id="285" name="Google Shape;285;p3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286" name="Google Shape;286;p3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B14530-09BE-77E1-D263-9728F130DC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Diagrams and Pipe Diagrams</a:t>
            </a:r>
            <a:endParaRPr/>
          </a:p>
        </p:txBody>
      </p:sp>
      <p:sp>
        <p:nvSpPr>
          <p:cNvPr id="292" name="Google Shape;292;p32"/>
          <p:cNvSpPr/>
          <p:nvPr/>
        </p:nvSpPr>
        <p:spPr>
          <a:xfrm>
            <a:off x="3356825" y="1828525"/>
            <a:ext cx="2443000" cy="2712725"/>
          </a:xfrm>
          <a:custGeom>
            <a:avLst/>
            <a:gdLst/>
            <a:ahLst/>
            <a:cxnLst/>
            <a:rect l="l" t="t" r="r" b="b"/>
            <a:pathLst>
              <a:path w="97720" h="108509" extrusionOk="0">
                <a:moveTo>
                  <a:pt x="0" y="0"/>
                </a:moveTo>
                <a:lnTo>
                  <a:pt x="0" y="82325"/>
                </a:lnTo>
                <a:lnTo>
                  <a:pt x="97720" y="108509"/>
                </a:lnTo>
                <a:lnTo>
                  <a:pt x="97720" y="26029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93" name="Google Shape;293;p32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2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5" name="Google Shape;295;p32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6" name="Google Shape;296;p32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32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8" name="Google Shape;298;p32"/>
          <p:cNvCxnSpPr>
            <a:stCxn id="297" idx="6"/>
            <a:endCxn id="296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9" name="Google Shape;299;p32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0" name="Google Shape;300;p32"/>
          <p:cNvCxnSpPr/>
          <p:nvPr/>
        </p:nvCxnSpPr>
        <p:spPr>
          <a:xfrm>
            <a:off x="3082638" y="1593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1" name="Google Shape;301;p32"/>
          <p:cNvSpPr txBox="1"/>
          <p:nvPr/>
        </p:nvSpPr>
        <p:spPr>
          <a:xfrm>
            <a:off x="2484161" y="14861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2" name="Google Shape;302;p32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3" name="Google Shape;303;p32"/>
          <p:cNvSpPr txBox="1"/>
          <p:nvPr/>
        </p:nvSpPr>
        <p:spPr>
          <a:xfrm>
            <a:off x="2383430" y="17147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891950" y="1471450"/>
            <a:ext cx="15144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5 bits transmitted per second.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5" name="Google Shape;305;p32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6" name="Google Shape;306;p32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69465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8" name="Google Shape;308;p32"/>
          <p:cNvCxnSpPr/>
          <p:nvPr/>
        </p:nvCxnSpPr>
        <p:spPr>
          <a:xfrm>
            <a:off x="3082638" y="2051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9" name="Google Shape;309;p32"/>
          <p:cNvSpPr txBox="1"/>
          <p:nvPr/>
        </p:nvSpPr>
        <p:spPr>
          <a:xfrm>
            <a:off x="2383430" y="19433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0" name="Google Shape;310;p32"/>
          <p:cNvCxnSpPr/>
          <p:nvPr/>
        </p:nvCxnSpPr>
        <p:spPr>
          <a:xfrm>
            <a:off x="3358213" y="2055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1" name="Google Shape;311;p32"/>
          <p:cNvCxnSpPr/>
          <p:nvPr/>
        </p:nvCxnSpPr>
        <p:spPr>
          <a:xfrm rot="10800000">
            <a:off x="5800863" y="2712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2" name="Google Shape;312;p32"/>
          <p:cNvSpPr txBox="1"/>
          <p:nvPr/>
        </p:nvSpPr>
        <p:spPr>
          <a:xfrm>
            <a:off x="6149755" y="26046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3" name="Google Shape;313;p32"/>
          <p:cNvCxnSpPr/>
          <p:nvPr/>
        </p:nvCxnSpPr>
        <p:spPr>
          <a:xfrm>
            <a:off x="3082638" y="2279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4" name="Google Shape;314;p32"/>
          <p:cNvSpPr txBox="1"/>
          <p:nvPr/>
        </p:nvSpPr>
        <p:spPr>
          <a:xfrm>
            <a:off x="2383430" y="21719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5" name="Google Shape;315;p32"/>
          <p:cNvCxnSpPr/>
          <p:nvPr/>
        </p:nvCxnSpPr>
        <p:spPr>
          <a:xfrm>
            <a:off x="3358213" y="2284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6" name="Google Shape;316;p32"/>
          <p:cNvCxnSpPr/>
          <p:nvPr/>
        </p:nvCxnSpPr>
        <p:spPr>
          <a:xfrm rot="10800000">
            <a:off x="5800863" y="2940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7" name="Google Shape;317;p32"/>
          <p:cNvSpPr txBox="1"/>
          <p:nvPr/>
        </p:nvSpPr>
        <p:spPr>
          <a:xfrm>
            <a:off x="6149755" y="28332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8" name="Google Shape;318;p32"/>
          <p:cNvCxnSpPr/>
          <p:nvPr/>
        </p:nvCxnSpPr>
        <p:spPr>
          <a:xfrm>
            <a:off x="3082638" y="3879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9" name="Google Shape;319;p32"/>
          <p:cNvSpPr txBox="1"/>
          <p:nvPr/>
        </p:nvSpPr>
        <p:spPr>
          <a:xfrm>
            <a:off x="1834736" y="37721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0" name="Google Shape;320;p32"/>
          <p:cNvCxnSpPr/>
          <p:nvPr/>
        </p:nvCxnSpPr>
        <p:spPr>
          <a:xfrm>
            <a:off x="3358213" y="3884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1" name="Google Shape;321;p32"/>
          <p:cNvCxnSpPr/>
          <p:nvPr/>
        </p:nvCxnSpPr>
        <p:spPr>
          <a:xfrm rot="10800000">
            <a:off x="5800863" y="4541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2" name="Google Shape;322;p32"/>
          <p:cNvSpPr txBox="1"/>
          <p:nvPr/>
        </p:nvSpPr>
        <p:spPr>
          <a:xfrm>
            <a:off x="6149756" y="4433400"/>
            <a:ext cx="636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2"/>
          <p:cNvSpPr txBox="1"/>
          <p:nvPr/>
        </p:nvSpPr>
        <p:spPr>
          <a:xfrm>
            <a:off x="891950" y="3681250"/>
            <a:ext cx="13938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10s to transmit 50 bits.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32"/>
          <p:cNvSpPr txBox="1"/>
          <p:nvPr/>
        </p:nvSpPr>
        <p:spPr>
          <a:xfrm>
            <a:off x="6870300" y="42979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32"/>
          <p:cNvSpPr txBox="1"/>
          <p:nvPr/>
        </p:nvSpPr>
        <p:spPr>
          <a:xfrm>
            <a:off x="3967050" y="4570475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26" name="Google Shape;326;p32"/>
          <p:cNvGrpSpPr/>
          <p:nvPr/>
        </p:nvGrpSpPr>
        <p:grpSpPr>
          <a:xfrm>
            <a:off x="4175093" y="1976049"/>
            <a:ext cx="793800" cy="354600"/>
            <a:chOff x="4175093" y="1976049"/>
            <a:chExt cx="793800" cy="354600"/>
          </a:xfrm>
        </p:grpSpPr>
        <p:sp>
          <p:nvSpPr>
            <p:cNvPr id="327" name="Google Shape;327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8" name="Google Shape;328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9" name="Google Shape;329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0" name="Google Shape;330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1" name="Google Shape;331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2" name="Google Shape;332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3" name="Google Shape;333;p32"/>
          <p:cNvGrpSpPr/>
          <p:nvPr/>
        </p:nvGrpSpPr>
        <p:grpSpPr>
          <a:xfrm>
            <a:off x="4175093" y="2204649"/>
            <a:ext cx="793800" cy="354600"/>
            <a:chOff x="4175093" y="1976049"/>
            <a:chExt cx="793800" cy="354600"/>
          </a:xfrm>
        </p:grpSpPr>
        <p:sp>
          <p:nvSpPr>
            <p:cNvPr id="334" name="Google Shape;334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5" name="Google Shape;335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6" name="Google Shape;336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7" name="Google Shape;337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8" name="Google Shape;338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9" name="Google Shape;339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0" name="Google Shape;340;p32"/>
          <p:cNvGrpSpPr/>
          <p:nvPr/>
        </p:nvGrpSpPr>
        <p:grpSpPr>
          <a:xfrm>
            <a:off x="4175093" y="2433249"/>
            <a:ext cx="793800" cy="354600"/>
            <a:chOff x="4175093" y="1976049"/>
            <a:chExt cx="793800" cy="354600"/>
          </a:xfrm>
        </p:grpSpPr>
        <p:sp>
          <p:nvSpPr>
            <p:cNvPr id="341" name="Google Shape;341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2" name="Google Shape;342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3" name="Google Shape;343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4" name="Google Shape;344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5" name="Google Shape;345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6" name="Google Shape;346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7" name="Google Shape;347;p32"/>
          <p:cNvGrpSpPr/>
          <p:nvPr/>
        </p:nvGrpSpPr>
        <p:grpSpPr>
          <a:xfrm>
            <a:off x="4175093" y="4033449"/>
            <a:ext cx="793800" cy="354600"/>
            <a:chOff x="4175093" y="1976049"/>
            <a:chExt cx="793800" cy="354600"/>
          </a:xfrm>
        </p:grpSpPr>
        <p:sp>
          <p:nvSpPr>
            <p:cNvPr id="348" name="Google Shape;34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9" name="Google Shape;34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0" name="Google Shape;35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1" name="Google Shape;35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2" name="Google Shape;35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3" name="Google Shape;35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54" name="Google Shape;354;p32"/>
          <p:cNvCxnSpPr/>
          <p:nvPr/>
        </p:nvCxnSpPr>
        <p:spPr>
          <a:xfrm>
            <a:off x="3358213" y="2513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55" name="Google Shape;355;p32"/>
          <p:cNvGrpSpPr/>
          <p:nvPr/>
        </p:nvGrpSpPr>
        <p:grpSpPr>
          <a:xfrm>
            <a:off x="4175093" y="2661849"/>
            <a:ext cx="793800" cy="354600"/>
            <a:chOff x="4175093" y="1976049"/>
            <a:chExt cx="793800" cy="354600"/>
          </a:xfrm>
        </p:grpSpPr>
        <p:sp>
          <p:nvSpPr>
            <p:cNvPr id="356" name="Google Shape;35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7" name="Google Shape;35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8" name="Google Shape;35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9" name="Google Shape;35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0" name="Google Shape;36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1" name="Google Shape;36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62" name="Google Shape;362;p32"/>
          <p:cNvCxnSpPr/>
          <p:nvPr/>
        </p:nvCxnSpPr>
        <p:spPr>
          <a:xfrm>
            <a:off x="3358213" y="2741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3" name="Google Shape;363;p32"/>
          <p:cNvCxnSpPr/>
          <p:nvPr/>
        </p:nvCxnSpPr>
        <p:spPr>
          <a:xfrm>
            <a:off x="3358213" y="2970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4" name="Google Shape;364;p32"/>
          <p:cNvCxnSpPr/>
          <p:nvPr/>
        </p:nvCxnSpPr>
        <p:spPr>
          <a:xfrm>
            <a:off x="3358213" y="3198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5" name="Google Shape;365;p32"/>
          <p:cNvGrpSpPr/>
          <p:nvPr/>
        </p:nvGrpSpPr>
        <p:grpSpPr>
          <a:xfrm>
            <a:off x="4175093" y="2890449"/>
            <a:ext cx="793800" cy="354600"/>
            <a:chOff x="4175093" y="1976049"/>
            <a:chExt cx="793800" cy="354600"/>
          </a:xfrm>
        </p:grpSpPr>
        <p:sp>
          <p:nvSpPr>
            <p:cNvPr id="366" name="Google Shape;36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7" name="Google Shape;36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8" name="Google Shape;36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9" name="Google Shape;36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0" name="Google Shape;37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1" name="Google Shape;37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2" name="Google Shape;372;p32"/>
          <p:cNvGrpSpPr/>
          <p:nvPr/>
        </p:nvGrpSpPr>
        <p:grpSpPr>
          <a:xfrm>
            <a:off x="4175093" y="3119049"/>
            <a:ext cx="793800" cy="354600"/>
            <a:chOff x="4175093" y="1976049"/>
            <a:chExt cx="793800" cy="354600"/>
          </a:xfrm>
        </p:grpSpPr>
        <p:sp>
          <p:nvSpPr>
            <p:cNvPr id="373" name="Google Shape;373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4" name="Google Shape;374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5" name="Google Shape;375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6" name="Google Shape;376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7" name="Google Shape;377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8" name="Google Shape;378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9" name="Google Shape;379;p32"/>
          <p:cNvGrpSpPr/>
          <p:nvPr/>
        </p:nvGrpSpPr>
        <p:grpSpPr>
          <a:xfrm>
            <a:off x="4175093" y="3347649"/>
            <a:ext cx="793800" cy="354600"/>
            <a:chOff x="4175093" y="1976049"/>
            <a:chExt cx="793800" cy="354600"/>
          </a:xfrm>
        </p:grpSpPr>
        <p:sp>
          <p:nvSpPr>
            <p:cNvPr id="380" name="Google Shape;380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1" name="Google Shape;381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2" name="Google Shape;382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3" name="Google Shape;383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4" name="Google Shape;384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5" name="Google Shape;385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86" name="Google Shape;386;p32"/>
          <p:cNvCxnSpPr/>
          <p:nvPr/>
        </p:nvCxnSpPr>
        <p:spPr>
          <a:xfrm>
            <a:off x="3358213" y="3427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87" name="Google Shape;387;p32"/>
          <p:cNvGrpSpPr/>
          <p:nvPr/>
        </p:nvGrpSpPr>
        <p:grpSpPr>
          <a:xfrm>
            <a:off x="4175093" y="3576249"/>
            <a:ext cx="793800" cy="354600"/>
            <a:chOff x="4175093" y="1976049"/>
            <a:chExt cx="793800" cy="354600"/>
          </a:xfrm>
        </p:grpSpPr>
        <p:sp>
          <p:nvSpPr>
            <p:cNvPr id="388" name="Google Shape;38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9" name="Google Shape;38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0" name="Google Shape;39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1" name="Google Shape;39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2" name="Google Shape;39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3" name="Google Shape;39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94" name="Google Shape;394;p32"/>
          <p:cNvCxnSpPr/>
          <p:nvPr/>
        </p:nvCxnSpPr>
        <p:spPr>
          <a:xfrm>
            <a:off x="3358213" y="3656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95" name="Google Shape;395;p32"/>
          <p:cNvGrpSpPr/>
          <p:nvPr/>
        </p:nvGrpSpPr>
        <p:grpSpPr>
          <a:xfrm>
            <a:off x="4175093" y="3804849"/>
            <a:ext cx="793800" cy="354600"/>
            <a:chOff x="4175093" y="1976049"/>
            <a:chExt cx="793800" cy="354600"/>
          </a:xfrm>
        </p:grpSpPr>
        <p:sp>
          <p:nvSpPr>
            <p:cNvPr id="396" name="Google Shape;39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7" name="Google Shape;39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8" name="Google Shape;39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9" name="Google Shape;39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0" name="Google Shape;40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1" name="Google Shape;40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5F1155-5FDE-05AF-4840-C43810FE97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Timing Diagrams and Pipe Diagrams</a:t>
            </a:r>
            <a:endParaRPr/>
          </a:p>
        </p:txBody>
      </p:sp>
      <p:sp>
        <p:nvSpPr>
          <p:cNvPr id="407" name="Google Shape;407;p33"/>
          <p:cNvSpPr/>
          <p:nvPr/>
        </p:nvSpPr>
        <p:spPr>
          <a:xfrm>
            <a:off x="3397578" y="1500493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08" name="Google Shape;408;p33"/>
          <p:cNvGrpSpPr/>
          <p:nvPr/>
        </p:nvGrpSpPr>
        <p:grpSpPr>
          <a:xfrm>
            <a:off x="1284960" y="1567850"/>
            <a:ext cx="158191" cy="779684"/>
            <a:chOff x="4492945" y="1763407"/>
            <a:chExt cx="158191" cy="779684"/>
          </a:xfrm>
        </p:grpSpPr>
        <p:sp>
          <p:nvSpPr>
            <p:cNvPr id="409" name="Google Shape;409;p33"/>
            <p:cNvSpPr/>
            <p:nvPr/>
          </p:nvSpPr>
          <p:spPr>
            <a:xfrm rot="5400612">
              <a:off x="4182253" y="2074223"/>
              <a:ext cx="779574" cy="1580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0" name="Google Shape;410;p33"/>
            <p:cNvSpPr/>
            <p:nvPr/>
          </p:nvSpPr>
          <p:spPr>
            <a:xfrm rot="4500040">
              <a:off x="4529246" y="2426441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1" name="Google Shape;411;p33"/>
            <p:cNvSpPr/>
            <p:nvPr/>
          </p:nvSpPr>
          <p:spPr>
            <a:xfrm rot="4500040">
              <a:off x="4529165" y="2268692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2" name="Google Shape;412;p33"/>
            <p:cNvSpPr/>
            <p:nvPr/>
          </p:nvSpPr>
          <p:spPr>
            <a:xfrm rot="4500040">
              <a:off x="4528843" y="2111008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3" name="Google Shape;413;p33"/>
            <p:cNvSpPr/>
            <p:nvPr/>
          </p:nvSpPr>
          <p:spPr>
            <a:xfrm rot="4500040">
              <a:off x="4528980" y="1953200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4" name="Google Shape;414;p33"/>
            <p:cNvSpPr/>
            <p:nvPr/>
          </p:nvSpPr>
          <p:spPr>
            <a:xfrm rot="4500040">
              <a:off x="4528803" y="1795477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15" name="Google Shape;415;p33"/>
          <p:cNvGrpSpPr/>
          <p:nvPr/>
        </p:nvGrpSpPr>
        <p:grpSpPr>
          <a:xfrm>
            <a:off x="1589851" y="1567850"/>
            <a:ext cx="158100" cy="779700"/>
            <a:chOff x="4493036" y="1763407"/>
            <a:chExt cx="158100" cy="779700"/>
          </a:xfrm>
        </p:grpSpPr>
        <p:sp>
          <p:nvSpPr>
            <p:cNvPr id="416" name="Google Shape;41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7" name="Google Shape;41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8" name="Google Shape;41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9" name="Google Shape;41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0" name="Google Shape;42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1" name="Google Shape;42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2" name="Google Shape;422;p33"/>
          <p:cNvGrpSpPr/>
          <p:nvPr/>
        </p:nvGrpSpPr>
        <p:grpSpPr>
          <a:xfrm>
            <a:off x="1894651" y="1567850"/>
            <a:ext cx="158100" cy="779700"/>
            <a:chOff x="4493036" y="1763407"/>
            <a:chExt cx="158100" cy="779700"/>
          </a:xfrm>
        </p:grpSpPr>
        <p:sp>
          <p:nvSpPr>
            <p:cNvPr id="423" name="Google Shape;42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4" name="Google Shape;42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5" name="Google Shape;42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6" name="Google Shape;42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7" name="Google Shape;42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8" name="Google Shape;42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9" name="Google Shape;429;p33"/>
          <p:cNvGrpSpPr/>
          <p:nvPr/>
        </p:nvGrpSpPr>
        <p:grpSpPr>
          <a:xfrm>
            <a:off x="2199451" y="1567850"/>
            <a:ext cx="158100" cy="779700"/>
            <a:chOff x="4493036" y="1763407"/>
            <a:chExt cx="158100" cy="779700"/>
          </a:xfrm>
        </p:grpSpPr>
        <p:sp>
          <p:nvSpPr>
            <p:cNvPr id="430" name="Google Shape;43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1" name="Google Shape;43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2" name="Google Shape;43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3" name="Google Shape;43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4" name="Google Shape;43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5" name="Google Shape;43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36" name="Google Shape;436;p33"/>
          <p:cNvGrpSpPr/>
          <p:nvPr/>
        </p:nvGrpSpPr>
        <p:grpSpPr>
          <a:xfrm>
            <a:off x="2504251" y="1567850"/>
            <a:ext cx="158100" cy="779700"/>
            <a:chOff x="4493036" y="1763407"/>
            <a:chExt cx="158100" cy="779700"/>
          </a:xfrm>
        </p:grpSpPr>
        <p:sp>
          <p:nvSpPr>
            <p:cNvPr id="437" name="Google Shape;43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8" name="Google Shape;43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9" name="Google Shape;43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0" name="Google Shape;44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1" name="Google Shape;44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2" name="Google Shape;44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43" name="Google Shape;443;p33"/>
          <p:cNvGrpSpPr/>
          <p:nvPr/>
        </p:nvGrpSpPr>
        <p:grpSpPr>
          <a:xfrm>
            <a:off x="2809051" y="1567850"/>
            <a:ext cx="158100" cy="779700"/>
            <a:chOff x="4493036" y="1763407"/>
            <a:chExt cx="158100" cy="779700"/>
          </a:xfrm>
        </p:grpSpPr>
        <p:sp>
          <p:nvSpPr>
            <p:cNvPr id="444" name="Google Shape;44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5" name="Google Shape;44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6" name="Google Shape;44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7" name="Google Shape;44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8" name="Google Shape;44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9" name="Google Shape;44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50" name="Google Shape;450;p33"/>
          <p:cNvGrpSpPr/>
          <p:nvPr/>
        </p:nvGrpSpPr>
        <p:grpSpPr>
          <a:xfrm>
            <a:off x="3113851" y="1567850"/>
            <a:ext cx="158100" cy="779700"/>
            <a:chOff x="4493036" y="1763407"/>
            <a:chExt cx="158100" cy="779700"/>
          </a:xfrm>
        </p:grpSpPr>
        <p:sp>
          <p:nvSpPr>
            <p:cNvPr id="451" name="Google Shape;45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2" name="Google Shape;45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3" name="Google Shape;45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4" name="Google Shape;45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5" name="Google Shape;45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6" name="Google Shape;45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7" name="Google Shape;457;p33"/>
          <p:cNvSpPr/>
          <p:nvPr/>
        </p:nvSpPr>
        <p:spPr>
          <a:xfrm>
            <a:off x="5651437" y="109390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8" name="Google Shape;458;p33"/>
          <p:cNvSpPr/>
          <p:nvPr/>
        </p:nvSpPr>
        <p:spPr>
          <a:xfrm>
            <a:off x="3207437" y="109390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9" name="Google Shape;459;p33"/>
          <p:cNvCxnSpPr>
            <a:stCxn id="458" idx="6"/>
            <a:endCxn id="457" idx="2"/>
          </p:cNvCxnSpPr>
          <p:nvPr/>
        </p:nvCxnSpPr>
        <p:spPr>
          <a:xfrm>
            <a:off x="3492437" y="1236408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0" name="Google Shape;460;p33"/>
          <p:cNvSpPr txBox="1"/>
          <p:nvPr/>
        </p:nvSpPr>
        <p:spPr>
          <a:xfrm>
            <a:off x="3349950" y="759146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61" name="Google Shape;461;p33"/>
          <p:cNvGrpSpPr/>
          <p:nvPr/>
        </p:nvGrpSpPr>
        <p:grpSpPr>
          <a:xfrm>
            <a:off x="3565776" y="1567850"/>
            <a:ext cx="158100" cy="779700"/>
            <a:chOff x="4493036" y="1763407"/>
            <a:chExt cx="158100" cy="779700"/>
          </a:xfrm>
        </p:grpSpPr>
        <p:sp>
          <p:nvSpPr>
            <p:cNvPr id="462" name="Google Shape;46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3" name="Google Shape;46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4" name="Google Shape;46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5" name="Google Shape;46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6" name="Google Shape;46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7" name="Google Shape;46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68" name="Google Shape;468;p33"/>
          <p:cNvGrpSpPr/>
          <p:nvPr/>
        </p:nvGrpSpPr>
        <p:grpSpPr>
          <a:xfrm>
            <a:off x="3870576" y="1567850"/>
            <a:ext cx="158100" cy="779700"/>
            <a:chOff x="4493036" y="1763407"/>
            <a:chExt cx="158100" cy="779700"/>
          </a:xfrm>
        </p:grpSpPr>
        <p:sp>
          <p:nvSpPr>
            <p:cNvPr id="469" name="Google Shape;46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0" name="Google Shape;47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1" name="Google Shape;47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2" name="Google Shape;47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3" name="Google Shape;47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4" name="Google Shape;47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75" name="Google Shape;475;p33"/>
          <p:cNvGrpSpPr/>
          <p:nvPr/>
        </p:nvGrpSpPr>
        <p:grpSpPr>
          <a:xfrm>
            <a:off x="4175376" y="1567850"/>
            <a:ext cx="158100" cy="779700"/>
            <a:chOff x="4493036" y="1763407"/>
            <a:chExt cx="158100" cy="779700"/>
          </a:xfrm>
        </p:grpSpPr>
        <p:sp>
          <p:nvSpPr>
            <p:cNvPr id="476" name="Google Shape;47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7" name="Google Shape;47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8" name="Google Shape;47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9" name="Google Shape;47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0" name="Google Shape;48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1" name="Google Shape;48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2" name="Google Shape;482;p33"/>
          <p:cNvGrpSpPr/>
          <p:nvPr/>
        </p:nvGrpSpPr>
        <p:grpSpPr>
          <a:xfrm>
            <a:off x="4480176" y="1567850"/>
            <a:ext cx="158100" cy="779700"/>
            <a:chOff x="4493036" y="1763407"/>
            <a:chExt cx="158100" cy="779700"/>
          </a:xfrm>
        </p:grpSpPr>
        <p:sp>
          <p:nvSpPr>
            <p:cNvPr id="483" name="Google Shape;48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4" name="Google Shape;48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5" name="Google Shape;48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6" name="Google Shape;48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7" name="Google Shape;48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8" name="Google Shape;48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9" name="Google Shape;489;p33"/>
          <p:cNvGrpSpPr/>
          <p:nvPr/>
        </p:nvGrpSpPr>
        <p:grpSpPr>
          <a:xfrm>
            <a:off x="4784976" y="1567850"/>
            <a:ext cx="158100" cy="779700"/>
            <a:chOff x="4493036" y="1763407"/>
            <a:chExt cx="158100" cy="779700"/>
          </a:xfrm>
        </p:grpSpPr>
        <p:sp>
          <p:nvSpPr>
            <p:cNvPr id="490" name="Google Shape;49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1" name="Google Shape;49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2" name="Google Shape;49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3" name="Google Shape;49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4" name="Google Shape;49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5" name="Google Shape;49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96" name="Google Shape;496;p33"/>
          <p:cNvGrpSpPr/>
          <p:nvPr/>
        </p:nvGrpSpPr>
        <p:grpSpPr>
          <a:xfrm>
            <a:off x="5089776" y="1567850"/>
            <a:ext cx="158100" cy="779700"/>
            <a:chOff x="4493036" y="1763407"/>
            <a:chExt cx="158100" cy="779700"/>
          </a:xfrm>
        </p:grpSpPr>
        <p:sp>
          <p:nvSpPr>
            <p:cNvPr id="497" name="Google Shape;49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8" name="Google Shape;49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9" name="Google Shape;49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0" name="Google Shape;50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1" name="Google Shape;50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2" name="Google Shape;50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03" name="Google Shape;503;p33"/>
          <p:cNvGrpSpPr/>
          <p:nvPr/>
        </p:nvGrpSpPr>
        <p:grpSpPr>
          <a:xfrm>
            <a:off x="5394576" y="1567850"/>
            <a:ext cx="158100" cy="779700"/>
            <a:chOff x="4493036" y="1763407"/>
            <a:chExt cx="158100" cy="779700"/>
          </a:xfrm>
        </p:grpSpPr>
        <p:sp>
          <p:nvSpPr>
            <p:cNvPr id="504" name="Google Shape;50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5" name="Google Shape;50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6" name="Google Shape;50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7" name="Google Shape;50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8" name="Google Shape;50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9" name="Google Shape;50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0" name="Google Shape;510;p33"/>
          <p:cNvGrpSpPr/>
          <p:nvPr/>
        </p:nvGrpSpPr>
        <p:grpSpPr>
          <a:xfrm>
            <a:off x="370651" y="1567850"/>
            <a:ext cx="158100" cy="779700"/>
            <a:chOff x="4493036" y="1763407"/>
            <a:chExt cx="158100" cy="779700"/>
          </a:xfrm>
        </p:grpSpPr>
        <p:sp>
          <p:nvSpPr>
            <p:cNvPr id="511" name="Google Shape;51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2" name="Google Shape;51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3" name="Google Shape;51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4" name="Google Shape;51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5" name="Google Shape;51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6" name="Google Shape;51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7" name="Google Shape;517;p33"/>
          <p:cNvGrpSpPr/>
          <p:nvPr/>
        </p:nvGrpSpPr>
        <p:grpSpPr>
          <a:xfrm>
            <a:off x="675451" y="1567850"/>
            <a:ext cx="158100" cy="779700"/>
            <a:chOff x="4493036" y="1763407"/>
            <a:chExt cx="158100" cy="779700"/>
          </a:xfrm>
        </p:grpSpPr>
        <p:sp>
          <p:nvSpPr>
            <p:cNvPr id="518" name="Google Shape;51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9" name="Google Shape;51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0" name="Google Shape;52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1" name="Google Shape;52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2" name="Google Shape;52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3" name="Google Shape;52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33"/>
          <p:cNvGrpSpPr/>
          <p:nvPr/>
        </p:nvGrpSpPr>
        <p:grpSpPr>
          <a:xfrm>
            <a:off x="980251" y="1567850"/>
            <a:ext cx="158100" cy="779700"/>
            <a:chOff x="4493036" y="1763407"/>
            <a:chExt cx="158100" cy="779700"/>
          </a:xfrm>
        </p:grpSpPr>
        <p:sp>
          <p:nvSpPr>
            <p:cNvPr id="525" name="Google Shape;52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6" name="Google Shape;52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7" name="Google Shape;52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8" name="Google Shape;52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9" name="Google Shape;52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0" name="Google Shape;53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1" name="Google Shape;531;p33"/>
          <p:cNvGrpSpPr/>
          <p:nvPr/>
        </p:nvGrpSpPr>
        <p:grpSpPr>
          <a:xfrm>
            <a:off x="6771451" y="1567850"/>
            <a:ext cx="158100" cy="779700"/>
            <a:chOff x="4493036" y="1763407"/>
            <a:chExt cx="158100" cy="779700"/>
          </a:xfrm>
        </p:grpSpPr>
        <p:sp>
          <p:nvSpPr>
            <p:cNvPr id="532" name="Google Shape;53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3" name="Google Shape;53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4" name="Google Shape;53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5" name="Google Shape;53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6" name="Google Shape;53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7" name="Google Shape;53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8" name="Google Shape;538;p33"/>
          <p:cNvGrpSpPr/>
          <p:nvPr/>
        </p:nvGrpSpPr>
        <p:grpSpPr>
          <a:xfrm>
            <a:off x="7076251" y="1567850"/>
            <a:ext cx="158100" cy="779700"/>
            <a:chOff x="4493036" y="1763407"/>
            <a:chExt cx="158100" cy="779700"/>
          </a:xfrm>
        </p:grpSpPr>
        <p:sp>
          <p:nvSpPr>
            <p:cNvPr id="539" name="Google Shape;53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0" name="Google Shape;54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1" name="Google Shape;54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2" name="Google Shape;54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3" name="Google Shape;54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4" name="Google Shape;54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5" name="Google Shape;545;p33"/>
          <p:cNvGrpSpPr/>
          <p:nvPr/>
        </p:nvGrpSpPr>
        <p:grpSpPr>
          <a:xfrm>
            <a:off x="7381051" y="1567850"/>
            <a:ext cx="158100" cy="779700"/>
            <a:chOff x="4493036" y="1763407"/>
            <a:chExt cx="158100" cy="779700"/>
          </a:xfrm>
        </p:grpSpPr>
        <p:sp>
          <p:nvSpPr>
            <p:cNvPr id="546" name="Google Shape;54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7" name="Google Shape;54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8" name="Google Shape;54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9" name="Google Shape;54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0" name="Google Shape;55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1" name="Google Shape;55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2" name="Google Shape;552;p33"/>
          <p:cNvGrpSpPr/>
          <p:nvPr/>
        </p:nvGrpSpPr>
        <p:grpSpPr>
          <a:xfrm>
            <a:off x="7685851" y="1567850"/>
            <a:ext cx="158100" cy="779700"/>
            <a:chOff x="4493036" y="1763407"/>
            <a:chExt cx="158100" cy="779700"/>
          </a:xfrm>
        </p:grpSpPr>
        <p:sp>
          <p:nvSpPr>
            <p:cNvPr id="553" name="Google Shape;55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4" name="Google Shape;55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5" name="Google Shape;55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6" name="Google Shape;55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7" name="Google Shape;55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8" name="Google Shape;55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9" name="Google Shape;559;p33"/>
          <p:cNvGrpSpPr/>
          <p:nvPr/>
        </p:nvGrpSpPr>
        <p:grpSpPr>
          <a:xfrm>
            <a:off x="7990651" y="1567850"/>
            <a:ext cx="158100" cy="779700"/>
            <a:chOff x="4493036" y="1763407"/>
            <a:chExt cx="158100" cy="779700"/>
          </a:xfrm>
        </p:grpSpPr>
        <p:sp>
          <p:nvSpPr>
            <p:cNvPr id="560" name="Google Shape;56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1" name="Google Shape;56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2" name="Google Shape;56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3" name="Google Shape;56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4" name="Google Shape;56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5" name="Google Shape;56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66" name="Google Shape;566;p33"/>
          <p:cNvGrpSpPr/>
          <p:nvPr/>
        </p:nvGrpSpPr>
        <p:grpSpPr>
          <a:xfrm>
            <a:off x="8295451" y="1567850"/>
            <a:ext cx="158100" cy="779700"/>
            <a:chOff x="4493036" y="1763407"/>
            <a:chExt cx="158100" cy="779700"/>
          </a:xfrm>
        </p:grpSpPr>
        <p:sp>
          <p:nvSpPr>
            <p:cNvPr id="567" name="Google Shape;56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8" name="Google Shape;56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9" name="Google Shape;56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0" name="Google Shape;57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1" name="Google Shape;57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2" name="Google Shape;57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73" name="Google Shape;573;p33"/>
          <p:cNvGrpSpPr/>
          <p:nvPr/>
        </p:nvGrpSpPr>
        <p:grpSpPr>
          <a:xfrm>
            <a:off x="8600251" y="1567850"/>
            <a:ext cx="158100" cy="779700"/>
            <a:chOff x="4493036" y="1763407"/>
            <a:chExt cx="158100" cy="779700"/>
          </a:xfrm>
        </p:grpSpPr>
        <p:sp>
          <p:nvSpPr>
            <p:cNvPr id="574" name="Google Shape;57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5" name="Google Shape;57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6" name="Google Shape;57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8" name="Google Shape;57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9" name="Google Shape;57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0" name="Google Shape;580;p33"/>
          <p:cNvGrpSpPr/>
          <p:nvPr/>
        </p:nvGrpSpPr>
        <p:grpSpPr>
          <a:xfrm>
            <a:off x="5857051" y="1567850"/>
            <a:ext cx="158100" cy="779700"/>
            <a:chOff x="4493036" y="1763407"/>
            <a:chExt cx="158100" cy="779700"/>
          </a:xfrm>
        </p:grpSpPr>
        <p:sp>
          <p:nvSpPr>
            <p:cNvPr id="581" name="Google Shape;58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3" name="Google Shape;58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4" name="Google Shape;58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5" name="Google Shape;58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6" name="Google Shape;58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7" name="Google Shape;587;p33"/>
          <p:cNvGrpSpPr/>
          <p:nvPr/>
        </p:nvGrpSpPr>
        <p:grpSpPr>
          <a:xfrm>
            <a:off x="6161851" y="1567850"/>
            <a:ext cx="158100" cy="779700"/>
            <a:chOff x="4493036" y="1763407"/>
            <a:chExt cx="158100" cy="779700"/>
          </a:xfrm>
        </p:grpSpPr>
        <p:sp>
          <p:nvSpPr>
            <p:cNvPr id="588" name="Google Shape;58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9" name="Google Shape;58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0" name="Google Shape;59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1" name="Google Shape;59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2" name="Google Shape;59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3" name="Google Shape;59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94" name="Google Shape;594;p33"/>
          <p:cNvGrpSpPr/>
          <p:nvPr/>
        </p:nvGrpSpPr>
        <p:grpSpPr>
          <a:xfrm>
            <a:off x="6466651" y="1567850"/>
            <a:ext cx="158100" cy="779700"/>
            <a:chOff x="4493036" y="1763407"/>
            <a:chExt cx="158100" cy="779700"/>
          </a:xfrm>
        </p:grpSpPr>
        <p:sp>
          <p:nvSpPr>
            <p:cNvPr id="595" name="Google Shape;59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6" name="Google Shape;59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7" name="Google Shape;59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8" name="Google Shape;59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9" name="Google Shape;59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0" name="Google Shape;60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1" name="Google Shape;601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5" name="Google Shape;605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33"/>
          <p:cNvSpPr txBox="1"/>
          <p:nvPr/>
        </p:nvSpPr>
        <p:spPr>
          <a:xfrm>
            <a:off x="3983881" y="244980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33"/>
          <p:cNvSpPr txBox="1"/>
          <p:nvPr/>
        </p:nvSpPr>
        <p:spPr>
          <a:xfrm>
            <a:off x="2256415" y="4907831"/>
            <a:ext cx="478924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(These diagrams needsto be viewed with animation to make sense.)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33"/>
          <p:cNvSpPr txBox="1">
            <a:spLocks noGrp="1"/>
          </p:cNvSpPr>
          <p:nvPr>
            <p:ph type="body" idx="1"/>
          </p:nvPr>
        </p:nvSpPr>
        <p:spPr>
          <a:xfrm>
            <a:off x="111762" y="271055"/>
            <a:ext cx="8909700" cy="5883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pipe diagram shows the bits on the link at any given moment in time.</a:t>
            </a:r>
            <a:endParaRPr dirty="0"/>
          </a:p>
        </p:txBody>
      </p:sp>
      <p:sp>
        <p:nvSpPr>
          <p:cNvPr id="1061" name="Google Shape;1061;p37"/>
          <p:cNvSpPr/>
          <p:nvPr/>
        </p:nvSpPr>
        <p:spPr>
          <a:xfrm>
            <a:off x="3450027" y="3568329"/>
            <a:ext cx="22251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62" name="Google Shape;1062;p37"/>
          <p:cNvGrpSpPr/>
          <p:nvPr/>
        </p:nvGrpSpPr>
        <p:grpSpPr>
          <a:xfrm>
            <a:off x="2834725" y="3635636"/>
            <a:ext cx="158100" cy="779700"/>
            <a:chOff x="4493036" y="1763407"/>
            <a:chExt cx="158100" cy="779700"/>
          </a:xfrm>
        </p:grpSpPr>
        <p:sp>
          <p:nvSpPr>
            <p:cNvPr id="1063" name="Google Shape;106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4" name="Google Shape;106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5" name="Google Shape;106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6" name="Google Shape;106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7" name="Google Shape;106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8" name="Google Shape;106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69" name="Google Shape;1069;p37"/>
          <p:cNvGrpSpPr/>
          <p:nvPr/>
        </p:nvGrpSpPr>
        <p:grpSpPr>
          <a:xfrm>
            <a:off x="3139525" y="3635636"/>
            <a:ext cx="158100" cy="779700"/>
            <a:chOff x="4493036" y="1763407"/>
            <a:chExt cx="158100" cy="779700"/>
          </a:xfrm>
        </p:grpSpPr>
        <p:sp>
          <p:nvSpPr>
            <p:cNvPr id="1070" name="Google Shape;107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1" name="Google Shape;107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2" name="Google Shape;107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3" name="Google Shape;107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4" name="Google Shape;107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5" name="Google Shape;107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76" name="Google Shape;1076;p37"/>
          <p:cNvGrpSpPr/>
          <p:nvPr/>
        </p:nvGrpSpPr>
        <p:grpSpPr>
          <a:xfrm>
            <a:off x="3569125" y="3635636"/>
            <a:ext cx="158100" cy="779700"/>
            <a:chOff x="4493036" y="1763407"/>
            <a:chExt cx="158100" cy="779700"/>
          </a:xfrm>
        </p:grpSpPr>
        <p:sp>
          <p:nvSpPr>
            <p:cNvPr id="1077" name="Google Shape;107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8" name="Google Shape;107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9" name="Google Shape;107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0" name="Google Shape;108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1" name="Google Shape;108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2" name="Google Shape;108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83" name="Google Shape;1083;p37"/>
          <p:cNvGrpSpPr/>
          <p:nvPr/>
        </p:nvGrpSpPr>
        <p:grpSpPr>
          <a:xfrm>
            <a:off x="3873925" y="3635636"/>
            <a:ext cx="158100" cy="779700"/>
            <a:chOff x="4493036" y="1763407"/>
            <a:chExt cx="158100" cy="779700"/>
          </a:xfrm>
        </p:grpSpPr>
        <p:sp>
          <p:nvSpPr>
            <p:cNvPr id="1084" name="Google Shape;108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5" name="Google Shape;108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6" name="Google Shape;108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7" name="Google Shape;108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8" name="Google Shape;108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9" name="Google Shape;108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0" name="Google Shape;1090;p37"/>
          <p:cNvGrpSpPr/>
          <p:nvPr/>
        </p:nvGrpSpPr>
        <p:grpSpPr>
          <a:xfrm>
            <a:off x="4178725" y="3635636"/>
            <a:ext cx="158100" cy="779700"/>
            <a:chOff x="4493036" y="1763407"/>
            <a:chExt cx="158100" cy="779700"/>
          </a:xfrm>
        </p:grpSpPr>
        <p:sp>
          <p:nvSpPr>
            <p:cNvPr id="1091" name="Google Shape;109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2" name="Google Shape;109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3" name="Google Shape;109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4" name="Google Shape;109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5" name="Google Shape;109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6" name="Google Shape;109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7" name="Google Shape;1097;p37"/>
          <p:cNvGrpSpPr/>
          <p:nvPr/>
        </p:nvGrpSpPr>
        <p:grpSpPr>
          <a:xfrm>
            <a:off x="4483525" y="3635636"/>
            <a:ext cx="158100" cy="779700"/>
            <a:chOff x="4493036" y="1763407"/>
            <a:chExt cx="158100" cy="779700"/>
          </a:xfrm>
        </p:grpSpPr>
        <p:sp>
          <p:nvSpPr>
            <p:cNvPr id="1098" name="Google Shape;109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9" name="Google Shape;109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0" name="Google Shape;110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1" name="Google Shape;110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2" name="Google Shape;110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3" name="Google Shape;110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04" name="Google Shape;1104;p37"/>
          <p:cNvGrpSpPr/>
          <p:nvPr/>
        </p:nvGrpSpPr>
        <p:grpSpPr>
          <a:xfrm>
            <a:off x="4788325" y="3635636"/>
            <a:ext cx="158100" cy="779700"/>
            <a:chOff x="4493036" y="1763407"/>
            <a:chExt cx="158100" cy="779700"/>
          </a:xfrm>
        </p:grpSpPr>
        <p:sp>
          <p:nvSpPr>
            <p:cNvPr id="1105" name="Google Shape;110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6" name="Google Shape;110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7" name="Google Shape;110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8" name="Google Shape;110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9" name="Google Shape;110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0" name="Google Shape;111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11" name="Google Shape;1111;p37"/>
          <p:cNvSpPr/>
          <p:nvPr/>
        </p:nvSpPr>
        <p:spPr>
          <a:xfrm>
            <a:off x="5642002" y="3151057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2" name="Google Shape;1112;p37"/>
          <p:cNvSpPr/>
          <p:nvPr/>
        </p:nvSpPr>
        <p:spPr>
          <a:xfrm>
            <a:off x="3198002" y="3151057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3" name="Google Shape;1113;p37"/>
          <p:cNvCxnSpPr>
            <a:stCxn id="1112" idx="6"/>
            <a:endCxn id="1111" idx="2"/>
          </p:cNvCxnSpPr>
          <p:nvPr/>
        </p:nvCxnSpPr>
        <p:spPr>
          <a:xfrm>
            <a:off x="3483002" y="3293557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37"/>
          <p:cNvSpPr txBox="1"/>
          <p:nvPr/>
        </p:nvSpPr>
        <p:spPr>
          <a:xfrm>
            <a:off x="3428987" y="2778582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15" name="Google Shape;1115;p37"/>
          <p:cNvGrpSpPr/>
          <p:nvPr/>
        </p:nvGrpSpPr>
        <p:grpSpPr>
          <a:xfrm>
            <a:off x="5093125" y="3635686"/>
            <a:ext cx="158100" cy="779700"/>
            <a:chOff x="4493036" y="1763407"/>
            <a:chExt cx="158100" cy="779700"/>
          </a:xfrm>
        </p:grpSpPr>
        <p:sp>
          <p:nvSpPr>
            <p:cNvPr id="1116" name="Google Shape;1116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7" name="Google Shape;1117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8" name="Google Shape;1118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9" name="Google Shape;1119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0" name="Google Shape;1120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1" name="Google Shape;1121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2" name="Google Shape;1122;p37"/>
          <p:cNvGrpSpPr/>
          <p:nvPr/>
        </p:nvGrpSpPr>
        <p:grpSpPr>
          <a:xfrm>
            <a:off x="5397925" y="3635686"/>
            <a:ext cx="158100" cy="779700"/>
            <a:chOff x="4493036" y="1763407"/>
            <a:chExt cx="158100" cy="779700"/>
          </a:xfrm>
        </p:grpSpPr>
        <p:sp>
          <p:nvSpPr>
            <p:cNvPr id="1123" name="Google Shape;112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4" name="Google Shape;112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5" name="Google Shape;112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6" name="Google Shape;112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7" name="Google Shape;112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8" name="Google Shape;112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9" name="Google Shape;1129;p37"/>
          <p:cNvGrpSpPr/>
          <p:nvPr/>
        </p:nvGrpSpPr>
        <p:grpSpPr>
          <a:xfrm>
            <a:off x="5827525" y="3635686"/>
            <a:ext cx="158100" cy="779700"/>
            <a:chOff x="4493036" y="1763407"/>
            <a:chExt cx="158100" cy="779700"/>
          </a:xfrm>
        </p:grpSpPr>
        <p:sp>
          <p:nvSpPr>
            <p:cNvPr id="1130" name="Google Shape;113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1" name="Google Shape;113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2" name="Google Shape;113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3" name="Google Shape;113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4" name="Google Shape;113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5" name="Google Shape;113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36" name="Google Shape;1136;p37"/>
          <p:cNvGrpSpPr/>
          <p:nvPr/>
        </p:nvGrpSpPr>
        <p:grpSpPr>
          <a:xfrm>
            <a:off x="6132325" y="3635686"/>
            <a:ext cx="158100" cy="779700"/>
            <a:chOff x="4493036" y="1763407"/>
            <a:chExt cx="158100" cy="779700"/>
          </a:xfrm>
        </p:grpSpPr>
        <p:sp>
          <p:nvSpPr>
            <p:cNvPr id="1137" name="Google Shape;113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8" name="Google Shape;113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9" name="Google Shape;113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0" name="Google Shape;114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1" name="Google Shape;114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2" name="Google Shape;114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43" name="Google Shape;1143;p37"/>
          <p:cNvGrpSpPr/>
          <p:nvPr/>
        </p:nvGrpSpPr>
        <p:grpSpPr>
          <a:xfrm>
            <a:off x="6437125" y="3635686"/>
            <a:ext cx="158100" cy="779700"/>
            <a:chOff x="4493036" y="1763407"/>
            <a:chExt cx="158100" cy="779700"/>
          </a:xfrm>
        </p:grpSpPr>
        <p:sp>
          <p:nvSpPr>
            <p:cNvPr id="1144" name="Google Shape;114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5" name="Google Shape;114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6" name="Google Shape;114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7" name="Google Shape;114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8" name="Google Shape;114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9" name="Google Shape;114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0" name="Google Shape;1150;p37"/>
          <p:cNvGrpSpPr/>
          <p:nvPr/>
        </p:nvGrpSpPr>
        <p:grpSpPr>
          <a:xfrm>
            <a:off x="6741925" y="3635686"/>
            <a:ext cx="158100" cy="779700"/>
            <a:chOff x="4493036" y="1763407"/>
            <a:chExt cx="158100" cy="779700"/>
          </a:xfrm>
        </p:grpSpPr>
        <p:sp>
          <p:nvSpPr>
            <p:cNvPr id="1151" name="Google Shape;115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2" name="Google Shape;115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3" name="Google Shape;115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4" name="Google Shape;115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5" name="Google Shape;115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6" name="Google Shape;115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7" name="Google Shape;1157;p37"/>
          <p:cNvGrpSpPr/>
          <p:nvPr/>
        </p:nvGrpSpPr>
        <p:grpSpPr>
          <a:xfrm>
            <a:off x="2225125" y="3635636"/>
            <a:ext cx="158100" cy="779700"/>
            <a:chOff x="4493036" y="1763407"/>
            <a:chExt cx="158100" cy="779700"/>
          </a:xfrm>
        </p:grpSpPr>
        <p:sp>
          <p:nvSpPr>
            <p:cNvPr id="1158" name="Google Shape;115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9" name="Google Shape;115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0" name="Google Shape;116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1" name="Google Shape;116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2" name="Google Shape;116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3" name="Google Shape;116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4" name="Google Shape;1164;p37"/>
          <p:cNvGrpSpPr/>
          <p:nvPr/>
        </p:nvGrpSpPr>
        <p:grpSpPr>
          <a:xfrm>
            <a:off x="2529925" y="3635636"/>
            <a:ext cx="158100" cy="779700"/>
            <a:chOff x="4493036" y="1763407"/>
            <a:chExt cx="158100" cy="779700"/>
          </a:xfrm>
        </p:grpSpPr>
        <p:sp>
          <p:nvSpPr>
            <p:cNvPr id="1165" name="Google Shape;116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6" name="Google Shape;116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7" name="Google Shape;116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8" name="Google Shape;116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9" name="Google Shape;116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70" name="Google Shape;117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72" name="Google Shape;1172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5" name="Google Shape;1175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6" name="Google Shape;1176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8" name="Google Shape;1178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9" name="Google Shape;1179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1" name="Google Shape;1181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2" name="Google Shape;1182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37"/>
          <p:cNvSpPr txBox="1"/>
          <p:nvPr/>
        </p:nvSpPr>
        <p:spPr>
          <a:xfrm>
            <a:off x="3892671" y="4556654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325;p32">
            <a:extLst>
              <a:ext uri="{FF2B5EF4-FFF2-40B4-BE49-F238E27FC236}">
                <a16:creationId xmlns:a16="http://schemas.microsoft.com/office/drawing/2014/main" id="{7325B79A-FB31-3696-E489-A37A22220B04}"/>
              </a:ext>
            </a:extLst>
          </p:cNvPr>
          <p:cNvSpPr txBox="1"/>
          <p:nvPr/>
        </p:nvSpPr>
        <p:spPr>
          <a:xfrm>
            <a:off x="1926281" y="1107674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325;p32">
            <a:extLst>
              <a:ext uri="{FF2B5EF4-FFF2-40B4-BE49-F238E27FC236}">
                <a16:creationId xmlns:a16="http://schemas.microsoft.com/office/drawing/2014/main" id="{70CFB66F-72F7-6C74-73BA-44222CE4279E}"/>
              </a:ext>
            </a:extLst>
          </p:cNvPr>
          <p:cNvSpPr txBox="1"/>
          <p:nvPr/>
        </p:nvSpPr>
        <p:spPr>
          <a:xfrm>
            <a:off x="1934187" y="3181114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20-bit packet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EE99E-3B2F-446B-6E54-1E677ED3B8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696" name="Google Shape;696;p35"/>
          <p:cNvSpPr/>
          <p:nvPr/>
        </p:nvSpPr>
        <p:spPr>
          <a:xfrm>
            <a:off x="4080600" y="3424450"/>
            <a:ext cx="9828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97" name="Google Shape;697;p35"/>
          <p:cNvGrpSpPr/>
          <p:nvPr/>
        </p:nvGrpSpPr>
        <p:grpSpPr>
          <a:xfrm>
            <a:off x="1902148" y="3491807"/>
            <a:ext cx="158100" cy="779700"/>
            <a:chOff x="4493036" y="1763407"/>
            <a:chExt cx="158100" cy="779700"/>
          </a:xfrm>
        </p:grpSpPr>
        <p:sp>
          <p:nvSpPr>
            <p:cNvPr id="698" name="Google Shape;69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9" name="Google Shape;69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0" name="Google Shape;70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1" name="Google Shape;70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2" name="Google Shape;70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3" name="Google Shape;70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4" name="Google Shape;704;p35"/>
          <p:cNvGrpSpPr/>
          <p:nvPr/>
        </p:nvGrpSpPr>
        <p:grpSpPr>
          <a:xfrm>
            <a:off x="2206948" y="3491807"/>
            <a:ext cx="158100" cy="779700"/>
            <a:chOff x="4493036" y="1763407"/>
            <a:chExt cx="158100" cy="779700"/>
          </a:xfrm>
        </p:grpSpPr>
        <p:sp>
          <p:nvSpPr>
            <p:cNvPr id="705" name="Google Shape;70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6" name="Google Shape;70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7" name="Google Shape;70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8" name="Google Shape;70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9" name="Google Shape;70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0" name="Google Shape;71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1" name="Google Shape;711;p35"/>
          <p:cNvGrpSpPr/>
          <p:nvPr/>
        </p:nvGrpSpPr>
        <p:grpSpPr>
          <a:xfrm>
            <a:off x="2511748" y="3491807"/>
            <a:ext cx="158100" cy="779700"/>
            <a:chOff x="4493036" y="1763407"/>
            <a:chExt cx="158100" cy="779700"/>
          </a:xfrm>
        </p:grpSpPr>
        <p:sp>
          <p:nvSpPr>
            <p:cNvPr id="712" name="Google Shape;71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3" name="Google Shape;71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4" name="Google Shape;71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5" name="Google Shape;71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6" name="Google Shape;71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7" name="Google Shape;71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8" name="Google Shape;718;p35"/>
          <p:cNvGrpSpPr/>
          <p:nvPr/>
        </p:nvGrpSpPr>
        <p:grpSpPr>
          <a:xfrm>
            <a:off x="2816548" y="3491807"/>
            <a:ext cx="158100" cy="779700"/>
            <a:chOff x="4493036" y="1763407"/>
            <a:chExt cx="158100" cy="779700"/>
          </a:xfrm>
        </p:grpSpPr>
        <p:sp>
          <p:nvSpPr>
            <p:cNvPr id="719" name="Google Shape;71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0" name="Google Shape;72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1" name="Google Shape;72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2" name="Google Shape;72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3" name="Google Shape;72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25" name="Google Shape;725;p35"/>
          <p:cNvGrpSpPr/>
          <p:nvPr/>
        </p:nvGrpSpPr>
        <p:grpSpPr>
          <a:xfrm>
            <a:off x="3121348" y="3491807"/>
            <a:ext cx="158100" cy="779700"/>
            <a:chOff x="4493036" y="1763407"/>
            <a:chExt cx="158100" cy="779700"/>
          </a:xfrm>
        </p:grpSpPr>
        <p:sp>
          <p:nvSpPr>
            <p:cNvPr id="726" name="Google Shape;72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7" name="Google Shape;72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8" name="Google Shape;72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9" name="Google Shape;72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0" name="Google Shape;73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1" name="Google Shape;73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2" name="Google Shape;732;p35"/>
          <p:cNvGrpSpPr/>
          <p:nvPr/>
        </p:nvGrpSpPr>
        <p:grpSpPr>
          <a:xfrm>
            <a:off x="3426148" y="3491807"/>
            <a:ext cx="158100" cy="779700"/>
            <a:chOff x="4493036" y="1763407"/>
            <a:chExt cx="158100" cy="779700"/>
          </a:xfrm>
        </p:grpSpPr>
        <p:sp>
          <p:nvSpPr>
            <p:cNvPr id="733" name="Google Shape;73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4" name="Google Shape;73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5" name="Google Shape;73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6" name="Google Shape;73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7" name="Google Shape;73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8" name="Google Shape;73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9" name="Google Shape;739;p35"/>
          <p:cNvGrpSpPr/>
          <p:nvPr/>
        </p:nvGrpSpPr>
        <p:grpSpPr>
          <a:xfrm>
            <a:off x="3730948" y="3491807"/>
            <a:ext cx="158100" cy="779700"/>
            <a:chOff x="4493036" y="1763407"/>
            <a:chExt cx="158100" cy="779700"/>
          </a:xfrm>
        </p:grpSpPr>
        <p:sp>
          <p:nvSpPr>
            <p:cNvPr id="740" name="Google Shape;74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1" name="Google Shape;74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2" name="Google Shape;74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3" name="Google Shape;74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4" name="Google Shape;74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5" name="Google Shape;74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746" name="Google Shape;746;p35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35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35"/>
          <p:cNvCxnSpPr>
            <a:stCxn id="747" idx="6"/>
            <a:endCxn id="746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9" name="Google Shape;749;p35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50" name="Google Shape;750;p35"/>
          <p:cNvGrpSpPr/>
          <p:nvPr/>
        </p:nvGrpSpPr>
        <p:grpSpPr>
          <a:xfrm>
            <a:off x="4182873" y="3491807"/>
            <a:ext cx="158100" cy="779700"/>
            <a:chOff x="4493036" y="1763407"/>
            <a:chExt cx="158100" cy="779700"/>
          </a:xfrm>
        </p:grpSpPr>
        <p:sp>
          <p:nvSpPr>
            <p:cNvPr id="751" name="Google Shape;75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2" name="Google Shape;75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3" name="Google Shape;75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4" name="Google Shape;75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5" name="Google Shape;75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6" name="Google Shape;75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57" name="Google Shape;757;p35"/>
          <p:cNvGrpSpPr/>
          <p:nvPr/>
        </p:nvGrpSpPr>
        <p:grpSpPr>
          <a:xfrm>
            <a:off x="4487673" y="3491807"/>
            <a:ext cx="158100" cy="779700"/>
            <a:chOff x="4493036" y="1763407"/>
            <a:chExt cx="158100" cy="779700"/>
          </a:xfrm>
        </p:grpSpPr>
        <p:sp>
          <p:nvSpPr>
            <p:cNvPr id="758" name="Google Shape;75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9" name="Google Shape;75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0" name="Google Shape;76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1" name="Google Shape;76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2" name="Google Shape;76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3" name="Google Shape;76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64" name="Google Shape;764;p35"/>
          <p:cNvGrpSpPr/>
          <p:nvPr/>
        </p:nvGrpSpPr>
        <p:grpSpPr>
          <a:xfrm>
            <a:off x="4792473" y="3491807"/>
            <a:ext cx="158100" cy="779700"/>
            <a:chOff x="4493036" y="1763407"/>
            <a:chExt cx="158100" cy="779700"/>
          </a:xfrm>
        </p:grpSpPr>
        <p:sp>
          <p:nvSpPr>
            <p:cNvPr id="765" name="Google Shape;76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6" name="Google Shape;76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7" name="Google Shape;76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8" name="Google Shape;76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9" name="Google Shape;76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0" name="Google Shape;77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1" name="Google Shape;771;p35"/>
          <p:cNvGrpSpPr/>
          <p:nvPr/>
        </p:nvGrpSpPr>
        <p:grpSpPr>
          <a:xfrm>
            <a:off x="5254948" y="3491857"/>
            <a:ext cx="158100" cy="779700"/>
            <a:chOff x="4493036" y="1763407"/>
            <a:chExt cx="158100" cy="779700"/>
          </a:xfrm>
        </p:grpSpPr>
        <p:sp>
          <p:nvSpPr>
            <p:cNvPr id="772" name="Google Shape;77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3" name="Google Shape;77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4" name="Google Shape;77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5" name="Google Shape;77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6" name="Google Shape;77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7" name="Google Shape;77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8" name="Google Shape;778;p35"/>
          <p:cNvGrpSpPr/>
          <p:nvPr/>
        </p:nvGrpSpPr>
        <p:grpSpPr>
          <a:xfrm>
            <a:off x="5559748" y="3491857"/>
            <a:ext cx="158100" cy="779700"/>
            <a:chOff x="4493036" y="1763407"/>
            <a:chExt cx="158100" cy="779700"/>
          </a:xfrm>
        </p:grpSpPr>
        <p:sp>
          <p:nvSpPr>
            <p:cNvPr id="779" name="Google Shape;77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0" name="Google Shape;78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1" name="Google Shape;78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2" name="Google Shape;78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3" name="Google Shape;78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4" name="Google Shape;78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85" name="Google Shape;785;p35"/>
          <p:cNvGrpSpPr/>
          <p:nvPr/>
        </p:nvGrpSpPr>
        <p:grpSpPr>
          <a:xfrm>
            <a:off x="5864548" y="3491857"/>
            <a:ext cx="158100" cy="779700"/>
            <a:chOff x="4493036" y="1763407"/>
            <a:chExt cx="158100" cy="779700"/>
          </a:xfrm>
        </p:grpSpPr>
        <p:sp>
          <p:nvSpPr>
            <p:cNvPr id="786" name="Google Shape;78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7" name="Google Shape;78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8" name="Google Shape;78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9" name="Google Shape;78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0" name="Google Shape;79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1" name="Google Shape;79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2" name="Google Shape;792;p35"/>
          <p:cNvGrpSpPr/>
          <p:nvPr/>
        </p:nvGrpSpPr>
        <p:grpSpPr>
          <a:xfrm>
            <a:off x="6169348" y="3491857"/>
            <a:ext cx="158100" cy="779700"/>
            <a:chOff x="4493036" y="1763407"/>
            <a:chExt cx="158100" cy="779700"/>
          </a:xfrm>
        </p:grpSpPr>
        <p:sp>
          <p:nvSpPr>
            <p:cNvPr id="793" name="Google Shape;79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4" name="Google Shape;79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5" name="Google Shape;79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6" name="Google Shape;79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7" name="Google Shape;79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8" name="Google Shape;79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9" name="Google Shape;799;p35"/>
          <p:cNvGrpSpPr/>
          <p:nvPr/>
        </p:nvGrpSpPr>
        <p:grpSpPr>
          <a:xfrm>
            <a:off x="987748" y="3491807"/>
            <a:ext cx="158100" cy="779700"/>
            <a:chOff x="4493036" y="1763407"/>
            <a:chExt cx="158100" cy="779700"/>
          </a:xfrm>
        </p:grpSpPr>
        <p:sp>
          <p:nvSpPr>
            <p:cNvPr id="800" name="Google Shape;80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1" name="Google Shape;80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2" name="Google Shape;80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3" name="Google Shape;80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4" name="Google Shape;80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5" name="Google Shape;80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06" name="Google Shape;806;p35"/>
          <p:cNvGrpSpPr/>
          <p:nvPr/>
        </p:nvGrpSpPr>
        <p:grpSpPr>
          <a:xfrm>
            <a:off x="1292548" y="3491807"/>
            <a:ext cx="158100" cy="779700"/>
            <a:chOff x="4493036" y="1763407"/>
            <a:chExt cx="158100" cy="779700"/>
          </a:xfrm>
        </p:grpSpPr>
        <p:sp>
          <p:nvSpPr>
            <p:cNvPr id="807" name="Google Shape;807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8" name="Google Shape;808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9" name="Google Shape;809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0" name="Google Shape;810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1" name="Google Shape;811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2" name="Google Shape;812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13" name="Google Shape;813;p35"/>
          <p:cNvGrpSpPr/>
          <p:nvPr/>
        </p:nvGrpSpPr>
        <p:grpSpPr>
          <a:xfrm>
            <a:off x="1597348" y="3491807"/>
            <a:ext cx="158100" cy="779700"/>
            <a:chOff x="4493036" y="1763407"/>
            <a:chExt cx="158100" cy="779700"/>
          </a:xfrm>
        </p:grpSpPr>
        <p:sp>
          <p:nvSpPr>
            <p:cNvPr id="814" name="Google Shape;814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5" name="Google Shape;815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6" name="Google Shape;816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7" name="Google Shape;817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8" name="Google Shape;818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9" name="Google Shape;819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0" name="Google Shape;820;p35"/>
          <p:cNvGrpSpPr/>
          <p:nvPr/>
        </p:nvGrpSpPr>
        <p:grpSpPr>
          <a:xfrm>
            <a:off x="7388548" y="3491807"/>
            <a:ext cx="158100" cy="779700"/>
            <a:chOff x="4493036" y="1763407"/>
            <a:chExt cx="158100" cy="779700"/>
          </a:xfrm>
        </p:grpSpPr>
        <p:sp>
          <p:nvSpPr>
            <p:cNvPr id="821" name="Google Shape;82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2" name="Google Shape;82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3" name="Google Shape;82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4" name="Google Shape;82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5" name="Google Shape;82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6" name="Google Shape;82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7" name="Google Shape;827;p35"/>
          <p:cNvGrpSpPr/>
          <p:nvPr/>
        </p:nvGrpSpPr>
        <p:grpSpPr>
          <a:xfrm>
            <a:off x="7693348" y="3491807"/>
            <a:ext cx="158100" cy="779700"/>
            <a:chOff x="4493036" y="1763407"/>
            <a:chExt cx="158100" cy="779700"/>
          </a:xfrm>
        </p:grpSpPr>
        <p:sp>
          <p:nvSpPr>
            <p:cNvPr id="828" name="Google Shape;82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9" name="Google Shape;82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0" name="Google Shape;83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1" name="Google Shape;83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2" name="Google Shape;83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3" name="Google Shape;83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34" name="Google Shape;834;p35"/>
          <p:cNvGrpSpPr/>
          <p:nvPr/>
        </p:nvGrpSpPr>
        <p:grpSpPr>
          <a:xfrm>
            <a:off x="7998148" y="3491807"/>
            <a:ext cx="158100" cy="779700"/>
            <a:chOff x="4493036" y="1763407"/>
            <a:chExt cx="158100" cy="779700"/>
          </a:xfrm>
        </p:grpSpPr>
        <p:sp>
          <p:nvSpPr>
            <p:cNvPr id="835" name="Google Shape;83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6" name="Google Shape;83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7" name="Google Shape;83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8" name="Google Shape;83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9" name="Google Shape;83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0" name="Google Shape;84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1" name="Google Shape;841;p35"/>
          <p:cNvGrpSpPr/>
          <p:nvPr/>
        </p:nvGrpSpPr>
        <p:grpSpPr>
          <a:xfrm>
            <a:off x="6474148" y="3491807"/>
            <a:ext cx="158100" cy="779700"/>
            <a:chOff x="4493036" y="1763407"/>
            <a:chExt cx="158100" cy="779700"/>
          </a:xfrm>
        </p:grpSpPr>
        <p:sp>
          <p:nvSpPr>
            <p:cNvPr id="842" name="Google Shape;84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3" name="Google Shape;84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4" name="Google Shape;84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5" name="Google Shape;84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6" name="Google Shape;84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7" name="Google Shape;84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8" name="Google Shape;848;p35"/>
          <p:cNvGrpSpPr/>
          <p:nvPr/>
        </p:nvGrpSpPr>
        <p:grpSpPr>
          <a:xfrm>
            <a:off x="6778948" y="3491807"/>
            <a:ext cx="158100" cy="779700"/>
            <a:chOff x="4493036" y="1763407"/>
            <a:chExt cx="158100" cy="779700"/>
          </a:xfrm>
        </p:grpSpPr>
        <p:sp>
          <p:nvSpPr>
            <p:cNvPr id="849" name="Google Shape;84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0" name="Google Shape;85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1" name="Google Shape;85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2" name="Google Shape;85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3" name="Google Shape;85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4" name="Google Shape;85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55" name="Google Shape;855;p35"/>
          <p:cNvGrpSpPr/>
          <p:nvPr/>
        </p:nvGrpSpPr>
        <p:grpSpPr>
          <a:xfrm>
            <a:off x="7083748" y="3491807"/>
            <a:ext cx="158100" cy="779700"/>
            <a:chOff x="4493036" y="1763407"/>
            <a:chExt cx="158100" cy="779700"/>
          </a:xfrm>
        </p:grpSpPr>
        <p:sp>
          <p:nvSpPr>
            <p:cNvPr id="856" name="Google Shape;85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7" name="Google Shape;85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8" name="Google Shape;85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9" name="Google Shape;85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0" name="Google Shape;86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1" name="Google Shape;86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62" name="Google Shape;86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6" name="Google Shape;866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7" name="Google Shape;867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6" name="Google Shape;876;p35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7" name="Google Shape;877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Shorter propagation delay: Pipe length is shorter.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9DD89-92CA-E1C4-60B3-BF5D63E213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883" name="Google Shape;883;p36"/>
          <p:cNvSpPr/>
          <p:nvPr/>
        </p:nvSpPr>
        <p:spPr>
          <a:xfrm>
            <a:off x="3420981" y="176123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36"/>
          <p:cNvSpPr/>
          <p:nvPr/>
        </p:nvSpPr>
        <p:spPr>
          <a:xfrm>
            <a:off x="976981" y="176123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5" name="Google Shape;885;p36"/>
          <p:cNvCxnSpPr>
            <a:stCxn id="884" idx="6"/>
            <a:endCxn id="883" idx="2"/>
          </p:cNvCxnSpPr>
          <p:nvPr/>
        </p:nvCxnSpPr>
        <p:spPr>
          <a:xfrm>
            <a:off x="1261981" y="1903732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p36"/>
          <p:cNvSpPr txBox="1"/>
          <p:nvPr/>
        </p:nvSpPr>
        <p:spPr>
          <a:xfrm>
            <a:off x="1119494" y="1426470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Higher bandwidth: Pipe height is taller.</a:t>
            </a:r>
            <a:endParaRPr dirty="0"/>
          </a:p>
        </p:txBody>
      </p:sp>
      <p:sp>
        <p:nvSpPr>
          <p:cNvPr id="888" name="Google Shape;888;p36"/>
          <p:cNvSpPr/>
          <p:nvPr/>
        </p:nvSpPr>
        <p:spPr>
          <a:xfrm>
            <a:off x="1850031" y="2190557"/>
            <a:ext cx="9828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36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92" name="Google Shape;892;p36"/>
          <p:cNvGrpSpPr/>
          <p:nvPr/>
        </p:nvGrpSpPr>
        <p:grpSpPr>
          <a:xfrm>
            <a:off x="320331" y="2260158"/>
            <a:ext cx="158100" cy="1572900"/>
            <a:chOff x="987750" y="2698651"/>
            <a:chExt cx="158100" cy="1572900"/>
          </a:xfrm>
        </p:grpSpPr>
        <p:sp>
          <p:nvSpPr>
            <p:cNvPr id="893" name="Google Shape;89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4" name="Google Shape;89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5" name="Google Shape;89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6" name="Google Shape;89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7" name="Google Shape;89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8" name="Google Shape;89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9" name="Google Shape;89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0" name="Google Shape;90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1" name="Google Shape;90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2" name="Google Shape;90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3" name="Google Shape;90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04" name="Google Shape;904;p36"/>
          <p:cNvGrpSpPr/>
          <p:nvPr/>
        </p:nvGrpSpPr>
        <p:grpSpPr>
          <a:xfrm>
            <a:off x="625131" y="2260158"/>
            <a:ext cx="158100" cy="1572900"/>
            <a:chOff x="987750" y="2698651"/>
            <a:chExt cx="158100" cy="1572900"/>
          </a:xfrm>
        </p:grpSpPr>
        <p:sp>
          <p:nvSpPr>
            <p:cNvPr id="905" name="Google Shape;90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6" name="Google Shape;90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7" name="Google Shape;90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8" name="Google Shape;90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9" name="Google Shape;90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0" name="Google Shape;91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1" name="Google Shape;91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2" name="Google Shape;91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3" name="Google Shape;91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4" name="Google Shape;91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5" name="Google Shape;91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16" name="Google Shape;916;p36"/>
          <p:cNvGrpSpPr/>
          <p:nvPr/>
        </p:nvGrpSpPr>
        <p:grpSpPr>
          <a:xfrm>
            <a:off x="929931" y="2260158"/>
            <a:ext cx="158100" cy="1572900"/>
            <a:chOff x="987750" y="2698651"/>
            <a:chExt cx="158100" cy="1572900"/>
          </a:xfrm>
        </p:grpSpPr>
        <p:sp>
          <p:nvSpPr>
            <p:cNvPr id="917" name="Google Shape;91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8" name="Google Shape;91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9" name="Google Shape;91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0" name="Google Shape;92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1" name="Google Shape;92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2" name="Google Shape;92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3" name="Google Shape;92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4" name="Google Shape;92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5" name="Google Shape;92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6" name="Google Shape;92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7" name="Google Shape;92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28" name="Google Shape;928;p36"/>
          <p:cNvGrpSpPr/>
          <p:nvPr/>
        </p:nvGrpSpPr>
        <p:grpSpPr>
          <a:xfrm>
            <a:off x="1234731" y="2260158"/>
            <a:ext cx="158100" cy="1572900"/>
            <a:chOff x="987750" y="2698651"/>
            <a:chExt cx="158100" cy="1572900"/>
          </a:xfrm>
        </p:grpSpPr>
        <p:sp>
          <p:nvSpPr>
            <p:cNvPr id="929" name="Google Shape;92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0" name="Google Shape;93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1" name="Google Shape;93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2" name="Google Shape;93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3" name="Google Shape;93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4" name="Google Shape;93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5" name="Google Shape;93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6" name="Google Shape;93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7" name="Google Shape;93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8" name="Google Shape;93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9" name="Google Shape;93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40" name="Google Shape;940;p36"/>
          <p:cNvGrpSpPr/>
          <p:nvPr/>
        </p:nvGrpSpPr>
        <p:grpSpPr>
          <a:xfrm>
            <a:off x="1539531" y="2260158"/>
            <a:ext cx="158100" cy="1572900"/>
            <a:chOff x="987750" y="2698651"/>
            <a:chExt cx="158100" cy="1572900"/>
          </a:xfrm>
        </p:grpSpPr>
        <p:sp>
          <p:nvSpPr>
            <p:cNvPr id="941" name="Google Shape;94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2" name="Google Shape;94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3" name="Google Shape;94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4" name="Google Shape;94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5" name="Google Shape;94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6" name="Google Shape;94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7" name="Google Shape;94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8" name="Google Shape;94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9" name="Google Shape;94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0" name="Google Shape;95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1" name="Google Shape;95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2" name="Google Shape;952;p36"/>
          <p:cNvGrpSpPr/>
          <p:nvPr/>
        </p:nvGrpSpPr>
        <p:grpSpPr>
          <a:xfrm>
            <a:off x="2985231" y="2260158"/>
            <a:ext cx="158100" cy="1572900"/>
            <a:chOff x="987750" y="2698651"/>
            <a:chExt cx="158100" cy="1572900"/>
          </a:xfrm>
        </p:grpSpPr>
        <p:sp>
          <p:nvSpPr>
            <p:cNvPr id="953" name="Google Shape;95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4" name="Google Shape;95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5" name="Google Shape;95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6" name="Google Shape;95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7" name="Google Shape;95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8" name="Google Shape;95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9" name="Google Shape;95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0" name="Google Shape;96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1" name="Google Shape;96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2" name="Google Shape;96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3" name="Google Shape;96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64" name="Google Shape;964;p36"/>
          <p:cNvGrpSpPr/>
          <p:nvPr/>
        </p:nvGrpSpPr>
        <p:grpSpPr>
          <a:xfrm>
            <a:off x="3290031" y="2260158"/>
            <a:ext cx="158100" cy="1572900"/>
            <a:chOff x="987750" y="2698651"/>
            <a:chExt cx="158100" cy="1572900"/>
          </a:xfrm>
        </p:grpSpPr>
        <p:sp>
          <p:nvSpPr>
            <p:cNvPr id="965" name="Google Shape;96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6" name="Google Shape;96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7" name="Google Shape;96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8" name="Google Shape;96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9" name="Google Shape;96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0" name="Google Shape;97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1" name="Google Shape;97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2" name="Google Shape;97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3" name="Google Shape;97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4" name="Google Shape;97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5" name="Google Shape;97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76" name="Google Shape;976;p36"/>
          <p:cNvGrpSpPr/>
          <p:nvPr/>
        </p:nvGrpSpPr>
        <p:grpSpPr>
          <a:xfrm>
            <a:off x="3594831" y="2260158"/>
            <a:ext cx="158100" cy="1572900"/>
            <a:chOff x="987750" y="2698651"/>
            <a:chExt cx="158100" cy="1572900"/>
          </a:xfrm>
        </p:grpSpPr>
        <p:sp>
          <p:nvSpPr>
            <p:cNvPr id="977" name="Google Shape;97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8" name="Google Shape;97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9" name="Google Shape;97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0" name="Google Shape;98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1" name="Google Shape;98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2" name="Google Shape;98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3" name="Google Shape;98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4" name="Google Shape;98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5" name="Google Shape;98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6" name="Google Shape;98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7" name="Google Shape;98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8" name="Google Shape;988;p36"/>
          <p:cNvGrpSpPr/>
          <p:nvPr/>
        </p:nvGrpSpPr>
        <p:grpSpPr>
          <a:xfrm>
            <a:off x="3899631" y="2260158"/>
            <a:ext cx="158100" cy="1572900"/>
            <a:chOff x="987750" y="2698651"/>
            <a:chExt cx="158100" cy="1572900"/>
          </a:xfrm>
        </p:grpSpPr>
        <p:sp>
          <p:nvSpPr>
            <p:cNvPr id="989" name="Google Shape;98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0" name="Google Shape;99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1" name="Google Shape;99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2" name="Google Shape;99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3" name="Google Shape;99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4" name="Google Shape;99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5" name="Google Shape;99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6" name="Google Shape;99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7" name="Google Shape;99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8" name="Google Shape;99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9" name="Google Shape;99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00" name="Google Shape;1000;p36"/>
          <p:cNvGrpSpPr/>
          <p:nvPr/>
        </p:nvGrpSpPr>
        <p:grpSpPr>
          <a:xfrm>
            <a:off x="4204431" y="2260158"/>
            <a:ext cx="158100" cy="1572900"/>
            <a:chOff x="987750" y="2698651"/>
            <a:chExt cx="158100" cy="1572900"/>
          </a:xfrm>
        </p:grpSpPr>
        <p:sp>
          <p:nvSpPr>
            <p:cNvPr id="1001" name="Google Shape;100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2" name="Google Shape;100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3" name="Google Shape;100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4" name="Google Shape;100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5" name="Google Shape;100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6" name="Google Shape;100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7" name="Google Shape;100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8" name="Google Shape;100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9" name="Google Shape;100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0" name="Google Shape;101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1" name="Google Shape;101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12" name="Google Shape;1012;p36"/>
          <p:cNvGrpSpPr/>
          <p:nvPr/>
        </p:nvGrpSpPr>
        <p:grpSpPr>
          <a:xfrm>
            <a:off x="1952306" y="2260158"/>
            <a:ext cx="158100" cy="1572900"/>
            <a:chOff x="987750" y="2698651"/>
            <a:chExt cx="158100" cy="1572900"/>
          </a:xfrm>
        </p:grpSpPr>
        <p:sp>
          <p:nvSpPr>
            <p:cNvPr id="1013" name="Google Shape;101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4" name="Google Shape;101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5" name="Google Shape;101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6" name="Google Shape;101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7" name="Google Shape;101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8" name="Google Shape;101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9" name="Google Shape;101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0" name="Google Shape;102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1" name="Google Shape;102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2" name="Google Shape;102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3" name="Google Shape;102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24" name="Google Shape;1024;p36"/>
          <p:cNvGrpSpPr/>
          <p:nvPr/>
        </p:nvGrpSpPr>
        <p:grpSpPr>
          <a:xfrm>
            <a:off x="2257106" y="2260158"/>
            <a:ext cx="158100" cy="1572900"/>
            <a:chOff x="987750" y="2698651"/>
            <a:chExt cx="158100" cy="1572900"/>
          </a:xfrm>
        </p:grpSpPr>
        <p:sp>
          <p:nvSpPr>
            <p:cNvPr id="1025" name="Google Shape;102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6" name="Google Shape;102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7" name="Google Shape;102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8" name="Google Shape;102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9" name="Google Shape;102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0" name="Google Shape;103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1" name="Google Shape;103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2" name="Google Shape;103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3" name="Google Shape;103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4" name="Google Shape;103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5" name="Google Shape;103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6" name="Google Shape;1036;p36"/>
          <p:cNvGrpSpPr/>
          <p:nvPr/>
        </p:nvGrpSpPr>
        <p:grpSpPr>
          <a:xfrm>
            <a:off x="2561906" y="2260158"/>
            <a:ext cx="158100" cy="1572900"/>
            <a:chOff x="987750" y="2698651"/>
            <a:chExt cx="158100" cy="1572900"/>
          </a:xfrm>
        </p:grpSpPr>
        <p:sp>
          <p:nvSpPr>
            <p:cNvPr id="1037" name="Google Shape;103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8" name="Google Shape;103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9" name="Google Shape;103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0" name="Google Shape;104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1" name="Google Shape;104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2" name="Google Shape;104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3" name="Google Shape;104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4" name="Google Shape;104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5" name="Google Shape;104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6" name="Google Shape;104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7" name="Google Shape;104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48" name="Google Shape;1048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36"/>
          <p:cNvSpPr txBox="1"/>
          <p:nvPr/>
        </p:nvSpPr>
        <p:spPr>
          <a:xfrm>
            <a:off x="1666088" y="3943916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0" name="Google Shape;1190;p38"/>
          <p:cNvSpPr/>
          <p:nvPr/>
        </p:nvSpPr>
        <p:spPr>
          <a:xfrm>
            <a:off x="7881893" y="175219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38"/>
          <p:cNvSpPr/>
          <p:nvPr/>
        </p:nvSpPr>
        <p:spPr>
          <a:xfrm>
            <a:off x="5437893" y="175219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2" name="Google Shape;1192;p38"/>
          <p:cNvCxnSpPr>
            <a:stCxn id="1191" idx="6"/>
            <a:endCxn id="1190" idx="2"/>
          </p:cNvCxnSpPr>
          <p:nvPr/>
        </p:nvCxnSpPr>
        <p:spPr>
          <a:xfrm>
            <a:off x="5722893" y="1894694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3" name="Google Shape;1193;p38"/>
          <p:cNvSpPr txBox="1"/>
          <p:nvPr/>
        </p:nvSpPr>
        <p:spPr>
          <a:xfrm>
            <a:off x="5580406" y="1417432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38"/>
          <p:cNvSpPr/>
          <p:nvPr/>
        </p:nvSpPr>
        <p:spPr>
          <a:xfrm>
            <a:off x="5689918" y="2181519"/>
            <a:ext cx="22251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96" name="Google Shape;1196;p38"/>
          <p:cNvGrpSpPr/>
          <p:nvPr/>
        </p:nvGrpSpPr>
        <p:grpSpPr>
          <a:xfrm>
            <a:off x="5379418" y="2251120"/>
            <a:ext cx="158100" cy="1572900"/>
            <a:chOff x="987750" y="2698651"/>
            <a:chExt cx="158100" cy="1572900"/>
          </a:xfrm>
        </p:grpSpPr>
        <p:sp>
          <p:nvSpPr>
            <p:cNvPr id="1197" name="Google Shape;119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8" name="Google Shape;119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9" name="Google Shape;119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0" name="Google Shape;120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1" name="Google Shape;120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2" name="Google Shape;120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3" name="Google Shape;120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4" name="Google Shape;120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5" name="Google Shape;120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6" name="Google Shape;120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7" name="Google Shape;120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08" name="Google Shape;1208;p38"/>
          <p:cNvGrpSpPr/>
          <p:nvPr/>
        </p:nvGrpSpPr>
        <p:grpSpPr>
          <a:xfrm>
            <a:off x="8067418" y="2251120"/>
            <a:ext cx="158100" cy="1572900"/>
            <a:chOff x="987750" y="2698651"/>
            <a:chExt cx="158100" cy="1572900"/>
          </a:xfrm>
        </p:grpSpPr>
        <p:sp>
          <p:nvSpPr>
            <p:cNvPr id="1209" name="Google Shape;120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0" name="Google Shape;121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1" name="Google Shape;121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2" name="Google Shape;121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3" name="Google Shape;121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4" name="Google Shape;121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5" name="Google Shape;121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6" name="Google Shape;121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7" name="Google Shape;121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8" name="Google Shape;121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9" name="Google Shape;121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20" name="Google Shape;1220;p38"/>
          <p:cNvGrpSpPr/>
          <p:nvPr/>
        </p:nvGrpSpPr>
        <p:grpSpPr>
          <a:xfrm>
            <a:off x="8372218" y="2251120"/>
            <a:ext cx="158100" cy="1572900"/>
            <a:chOff x="987750" y="2698651"/>
            <a:chExt cx="158100" cy="1572900"/>
          </a:xfrm>
        </p:grpSpPr>
        <p:sp>
          <p:nvSpPr>
            <p:cNvPr id="1221" name="Google Shape;122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2" name="Google Shape;122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3" name="Google Shape;122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4" name="Google Shape;122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5" name="Google Shape;122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6" name="Google Shape;122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7" name="Google Shape;122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8" name="Google Shape;122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9" name="Google Shape;122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0" name="Google Shape;123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1" name="Google Shape;123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32" name="Google Shape;1232;p38"/>
          <p:cNvGrpSpPr/>
          <p:nvPr/>
        </p:nvGrpSpPr>
        <p:grpSpPr>
          <a:xfrm>
            <a:off x="6413218" y="2251120"/>
            <a:ext cx="158100" cy="1572900"/>
            <a:chOff x="987750" y="2698651"/>
            <a:chExt cx="158100" cy="1572900"/>
          </a:xfrm>
        </p:grpSpPr>
        <p:sp>
          <p:nvSpPr>
            <p:cNvPr id="1233" name="Google Shape;123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4" name="Google Shape;123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5" name="Google Shape;123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6" name="Google Shape;123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7" name="Google Shape;123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8" name="Google Shape;123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9" name="Google Shape;123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0" name="Google Shape;124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1" name="Google Shape;124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2" name="Google Shape;124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3" name="Google Shape;124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44" name="Google Shape;1244;p38"/>
          <p:cNvGrpSpPr/>
          <p:nvPr/>
        </p:nvGrpSpPr>
        <p:grpSpPr>
          <a:xfrm>
            <a:off x="6718018" y="2251120"/>
            <a:ext cx="158100" cy="1572900"/>
            <a:chOff x="987750" y="2698651"/>
            <a:chExt cx="158100" cy="1572900"/>
          </a:xfrm>
        </p:grpSpPr>
        <p:sp>
          <p:nvSpPr>
            <p:cNvPr id="1245" name="Google Shape;124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6" name="Google Shape;124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7" name="Google Shape;124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8" name="Google Shape;124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1" name="Google Shape;125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2" name="Google Shape;125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3" name="Google Shape;125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4" name="Google Shape;125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5" name="Google Shape;125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56" name="Google Shape;1256;p38"/>
          <p:cNvGrpSpPr/>
          <p:nvPr/>
        </p:nvGrpSpPr>
        <p:grpSpPr>
          <a:xfrm>
            <a:off x="7022818" y="2251120"/>
            <a:ext cx="158100" cy="1572900"/>
            <a:chOff x="987750" y="2698651"/>
            <a:chExt cx="158100" cy="1572900"/>
          </a:xfrm>
        </p:grpSpPr>
        <p:sp>
          <p:nvSpPr>
            <p:cNvPr id="1257" name="Google Shape;125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8" name="Google Shape;125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9" name="Google Shape;125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0" name="Google Shape;126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1" name="Google Shape;126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2" name="Google Shape;126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3" name="Google Shape;126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4" name="Google Shape;126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5" name="Google Shape;126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6" name="Google Shape;126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7" name="Google Shape;126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68" name="Google Shape;1268;p38"/>
          <p:cNvGrpSpPr/>
          <p:nvPr/>
        </p:nvGrpSpPr>
        <p:grpSpPr>
          <a:xfrm>
            <a:off x="6108418" y="2251120"/>
            <a:ext cx="158100" cy="1572900"/>
            <a:chOff x="987750" y="2698651"/>
            <a:chExt cx="158100" cy="1572900"/>
          </a:xfrm>
        </p:grpSpPr>
        <p:sp>
          <p:nvSpPr>
            <p:cNvPr id="1269" name="Google Shape;126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0" name="Google Shape;127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1" name="Google Shape;127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2" name="Google Shape;127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3" name="Google Shape;127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4" name="Google Shape;127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5" name="Google Shape;127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6" name="Google Shape;127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7" name="Google Shape;127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8" name="Google Shape;127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9" name="Google Shape;127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80" name="Google Shape;1280;p38"/>
          <p:cNvGrpSpPr/>
          <p:nvPr/>
        </p:nvGrpSpPr>
        <p:grpSpPr>
          <a:xfrm>
            <a:off x="7327618" y="2251120"/>
            <a:ext cx="158100" cy="1572900"/>
            <a:chOff x="987750" y="2698651"/>
            <a:chExt cx="158100" cy="1572900"/>
          </a:xfrm>
        </p:grpSpPr>
        <p:sp>
          <p:nvSpPr>
            <p:cNvPr id="1281" name="Google Shape;128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2" name="Google Shape;128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3" name="Google Shape;128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4" name="Google Shape;128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5" name="Google Shape;128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6" name="Google Shape;128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7" name="Google Shape;128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8" name="Google Shape;128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9" name="Google Shape;128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0" name="Google Shape;129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1" name="Google Shape;129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92" name="Google Shape;1292;p38"/>
          <p:cNvGrpSpPr/>
          <p:nvPr/>
        </p:nvGrpSpPr>
        <p:grpSpPr>
          <a:xfrm>
            <a:off x="5803618" y="2251120"/>
            <a:ext cx="158100" cy="1572900"/>
            <a:chOff x="987750" y="2698651"/>
            <a:chExt cx="158100" cy="1572900"/>
          </a:xfrm>
        </p:grpSpPr>
        <p:sp>
          <p:nvSpPr>
            <p:cNvPr id="1293" name="Google Shape;129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4" name="Google Shape;129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5" name="Google Shape;129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6" name="Google Shape;129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7" name="Google Shape;129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8" name="Google Shape;129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9" name="Google Shape;129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0" name="Google Shape;130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1" name="Google Shape;130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2" name="Google Shape;130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3" name="Google Shape;130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04" name="Google Shape;1304;p38"/>
          <p:cNvGrpSpPr/>
          <p:nvPr/>
        </p:nvGrpSpPr>
        <p:grpSpPr>
          <a:xfrm>
            <a:off x="7632418" y="2251120"/>
            <a:ext cx="158100" cy="1572900"/>
            <a:chOff x="987750" y="2698651"/>
            <a:chExt cx="158100" cy="1572900"/>
          </a:xfrm>
        </p:grpSpPr>
        <p:sp>
          <p:nvSpPr>
            <p:cNvPr id="1305" name="Google Shape;130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6" name="Google Shape;130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7" name="Google Shape;130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8" name="Google Shape;130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9" name="Google Shape;130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0" name="Google Shape;131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1" name="Google Shape;131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2" name="Google Shape;131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3" name="Google Shape;131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4" name="Google Shape;131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5" name="Google Shape;131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16" name="Google Shape;1316;p38"/>
          <p:cNvGrpSpPr/>
          <p:nvPr/>
        </p:nvGrpSpPr>
        <p:grpSpPr>
          <a:xfrm>
            <a:off x="5074618" y="2251120"/>
            <a:ext cx="158100" cy="1572900"/>
            <a:chOff x="987750" y="2698651"/>
            <a:chExt cx="158100" cy="1572900"/>
          </a:xfrm>
        </p:grpSpPr>
        <p:sp>
          <p:nvSpPr>
            <p:cNvPr id="1317" name="Google Shape;131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8" name="Google Shape;131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9" name="Google Shape;131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0" name="Google Shape;132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1" name="Google Shape;132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2" name="Google Shape;132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3" name="Google Shape;132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4" name="Google Shape;132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5" name="Google Shape;132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6" name="Google Shape;132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7" name="Google Shape;132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28" name="Google Shape;1328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9" name="Google Shape;1329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0" name="Google Shape;1330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1" name="Google Shape;1331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2" name="Google Shape;1332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3" name="Google Shape;1333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4" name="Google Shape;1334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5" name="Google Shape;1335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6" name="Google Shape;1336;p38"/>
          <p:cNvSpPr txBox="1"/>
          <p:nvPr/>
        </p:nvSpPr>
        <p:spPr>
          <a:xfrm>
            <a:off x="6132562" y="3969969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7" name="Google Shape;1337;p38"/>
          <p:cNvSpPr txBox="1"/>
          <p:nvPr/>
        </p:nvSpPr>
        <p:spPr>
          <a:xfrm>
            <a:off x="6132562" y="389221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F175C5-392A-3FAD-42A9-3489D5BC17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626" name="Google Shape;626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dirty="0"/>
              <a:t>The pipe diagram shows the bits on the link at any given moment in time.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Height = bandwidth.</a:t>
            </a:r>
            <a:r>
              <a:rPr lang="en" dirty="0"/>
              <a:t> How many bits we can put in the pipe per unit time.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Width = propagation delay.</a:t>
            </a:r>
            <a:r>
              <a:rPr lang="en" dirty="0"/>
              <a:t> How long it takes for bits to travel through the pipe.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Area = bandwidth-delay product</a:t>
            </a:r>
            <a:r>
              <a:rPr lang="en" dirty="0"/>
              <a:t>. How many bits fit in the pipe at a given instant.</a:t>
            </a:r>
            <a:endParaRPr dirty="0"/>
          </a:p>
        </p:txBody>
      </p:sp>
      <p:sp>
        <p:nvSpPr>
          <p:cNvPr id="627" name="Google Shape;627;p34"/>
          <p:cNvSpPr/>
          <p:nvPr/>
        </p:nvSpPr>
        <p:spPr>
          <a:xfrm>
            <a:off x="3405125" y="3424450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8" name="Google Shape;628;p34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34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0" name="Google Shape;630;p34"/>
          <p:cNvCxnSpPr>
            <a:cxnSpLocks/>
            <a:stCxn id="629" idx="6"/>
            <a:endCxn id="628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p34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32" name="Google Shape;632;p34"/>
          <p:cNvGrpSpPr/>
          <p:nvPr/>
        </p:nvGrpSpPr>
        <p:grpSpPr>
          <a:xfrm>
            <a:off x="3573323" y="3491807"/>
            <a:ext cx="158100" cy="779700"/>
            <a:chOff x="4493036" y="1763407"/>
            <a:chExt cx="158100" cy="779700"/>
          </a:xfrm>
        </p:grpSpPr>
        <p:sp>
          <p:nvSpPr>
            <p:cNvPr id="633" name="Google Shape;633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4" name="Google Shape;634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5" name="Google Shape;635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6" name="Google Shape;636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7" name="Google Shape;637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8" name="Google Shape;638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39" name="Google Shape;639;p34"/>
          <p:cNvGrpSpPr/>
          <p:nvPr/>
        </p:nvGrpSpPr>
        <p:grpSpPr>
          <a:xfrm>
            <a:off x="3878123" y="3491807"/>
            <a:ext cx="158100" cy="779700"/>
            <a:chOff x="4493036" y="1763407"/>
            <a:chExt cx="158100" cy="779700"/>
          </a:xfrm>
        </p:grpSpPr>
        <p:sp>
          <p:nvSpPr>
            <p:cNvPr id="640" name="Google Shape;640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1" name="Google Shape;641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2" name="Google Shape;642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3" name="Google Shape;643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4" name="Google Shape;644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5" name="Google Shape;645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46" name="Google Shape;646;p34"/>
          <p:cNvGrpSpPr/>
          <p:nvPr/>
        </p:nvGrpSpPr>
        <p:grpSpPr>
          <a:xfrm>
            <a:off x="4182923" y="3491807"/>
            <a:ext cx="158100" cy="779700"/>
            <a:chOff x="4493036" y="1763407"/>
            <a:chExt cx="158100" cy="779700"/>
          </a:xfrm>
        </p:grpSpPr>
        <p:sp>
          <p:nvSpPr>
            <p:cNvPr id="647" name="Google Shape;647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8" name="Google Shape;648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9" name="Google Shape;649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0" name="Google Shape;650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1" name="Google Shape;651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2" name="Google Shape;652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53" name="Google Shape;653;p34"/>
          <p:cNvGrpSpPr/>
          <p:nvPr/>
        </p:nvGrpSpPr>
        <p:grpSpPr>
          <a:xfrm>
            <a:off x="4487723" y="3491807"/>
            <a:ext cx="158100" cy="779700"/>
            <a:chOff x="4493036" y="1763407"/>
            <a:chExt cx="158100" cy="779700"/>
          </a:xfrm>
        </p:grpSpPr>
        <p:sp>
          <p:nvSpPr>
            <p:cNvPr id="654" name="Google Shape;654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5" name="Google Shape;655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6" name="Google Shape;656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7" name="Google Shape;657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8" name="Google Shape;658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9" name="Google Shape;659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0" name="Google Shape;660;p34"/>
          <p:cNvGrpSpPr/>
          <p:nvPr/>
        </p:nvGrpSpPr>
        <p:grpSpPr>
          <a:xfrm>
            <a:off x="4792523" y="3491807"/>
            <a:ext cx="158100" cy="779700"/>
            <a:chOff x="4493036" y="1763407"/>
            <a:chExt cx="158100" cy="779700"/>
          </a:xfrm>
        </p:grpSpPr>
        <p:sp>
          <p:nvSpPr>
            <p:cNvPr id="661" name="Google Shape;661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2" name="Google Shape;662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3" name="Google Shape;663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4" name="Google Shape;664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5" name="Google Shape;665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6" name="Google Shape;666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7" name="Google Shape;667;p34"/>
          <p:cNvGrpSpPr/>
          <p:nvPr/>
        </p:nvGrpSpPr>
        <p:grpSpPr>
          <a:xfrm>
            <a:off x="5097323" y="3491807"/>
            <a:ext cx="158100" cy="779700"/>
            <a:chOff x="4493036" y="1763407"/>
            <a:chExt cx="158100" cy="779700"/>
          </a:xfrm>
        </p:grpSpPr>
        <p:sp>
          <p:nvSpPr>
            <p:cNvPr id="668" name="Google Shape;668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9" name="Google Shape;669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0" name="Google Shape;670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1" name="Google Shape;671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2" name="Google Shape;672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3" name="Google Shape;673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74" name="Google Shape;674;p34"/>
          <p:cNvGrpSpPr/>
          <p:nvPr/>
        </p:nvGrpSpPr>
        <p:grpSpPr>
          <a:xfrm>
            <a:off x="5402123" y="3491807"/>
            <a:ext cx="158100" cy="779700"/>
            <a:chOff x="4493036" y="1763407"/>
            <a:chExt cx="158100" cy="779700"/>
          </a:xfrm>
        </p:grpSpPr>
        <p:sp>
          <p:nvSpPr>
            <p:cNvPr id="675" name="Google Shape;675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6" name="Google Shape;676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7" name="Google Shape;677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8" name="Google Shape;678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9" name="Google Shape;679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0" name="Google Shape;680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1" name="Google Shape;681;p34"/>
          <p:cNvGrpSpPr/>
          <p:nvPr/>
        </p:nvGrpSpPr>
        <p:grpSpPr>
          <a:xfrm>
            <a:off x="3073025" y="3424440"/>
            <a:ext cx="179700" cy="914429"/>
            <a:chOff x="2338450" y="3338450"/>
            <a:chExt cx="179700" cy="836700"/>
          </a:xfrm>
        </p:grpSpPr>
        <p:cxnSp>
          <p:nvCxnSpPr>
            <p:cNvPr id="682" name="Google Shape;682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3" name="Google Shape;683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4" name="Google Shape;684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85" name="Google Shape;685;p34"/>
          <p:cNvSpPr txBox="1"/>
          <p:nvPr/>
        </p:nvSpPr>
        <p:spPr>
          <a:xfrm>
            <a:off x="2210425" y="3746200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86" name="Google Shape;686;p34"/>
          <p:cNvGrpSpPr/>
          <p:nvPr/>
        </p:nvGrpSpPr>
        <p:grpSpPr>
          <a:xfrm rot="5400000">
            <a:off x="4476767" y="3419744"/>
            <a:ext cx="179700" cy="2322763"/>
            <a:chOff x="2338450" y="3338450"/>
            <a:chExt cx="179700" cy="836700"/>
          </a:xfrm>
        </p:grpSpPr>
        <p:cxnSp>
          <p:nvCxnSpPr>
            <p:cNvPr id="687" name="Google Shape;687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8" name="Google Shape;688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9" name="Google Shape;689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90" name="Google Shape;690;p34"/>
          <p:cNvSpPr txBox="1"/>
          <p:nvPr/>
        </p:nvSpPr>
        <p:spPr>
          <a:xfrm>
            <a:off x="3763025" y="4579850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E5BF35-3F37-6664-0E8D-DC4A4955AD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Pipe Diagrams – Packet Transmission Delay</a:t>
            </a:r>
            <a:endParaRPr dirty="0"/>
          </a:p>
        </p:txBody>
      </p:sp>
      <p:sp>
        <p:nvSpPr>
          <p:cNvPr id="1344" name="Google Shape;1344;p39"/>
          <p:cNvSpPr/>
          <p:nvPr/>
        </p:nvSpPr>
        <p:spPr>
          <a:xfrm>
            <a:off x="1556150" y="4098675"/>
            <a:ext cx="2742600" cy="852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5" name="Google Shape;1345;p39"/>
          <p:cNvSpPr/>
          <p:nvPr/>
        </p:nvSpPr>
        <p:spPr>
          <a:xfrm>
            <a:off x="17967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46" name="Google Shape;1346;p39"/>
          <p:cNvGrpSpPr/>
          <p:nvPr/>
        </p:nvGrpSpPr>
        <p:grpSpPr>
          <a:xfrm>
            <a:off x="1842994" y="4177573"/>
            <a:ext cx="542100" cy="694500"/>
            <a:chOff x="2107969" y="3180898"/>
            <a:chExt cx="542100" cy="694500"/>
          </a:xfrm>
        </p:grpSpPr>
        <p:sp>
          <p:nvSpPr>
            <p:cNvPr id="1347" name="Google Shape;1347;p39"/>
            <p:cNvSpPr/>
            <p:nvPr/>
          </p:nvSpPr>
          <p:spPr>
            <a:xfrm>
              <a:off x="21079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8" name="Google Shape;1348;p39"/>
            <p:cNvSpPr/>
            <p:nvPr/>
          </p:nvSpPr>
          <p:spPr>
            <a:xfrm>
              <a:off x="21079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9" name="Google Shape;1349;p39"/>
            <p:cNvSpPr/>
            <p:nvPr/>
          </p:nvSpPr>
          <p:spPr>
            <a:xfrm>
              <a:off x="21079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0" name="Google Shape;1350;p39"/>
            <p:cNvSpPr/>
            <p:nvPr/>
          </p:nvSpPr>
          <p:spPr>
            <a:xfrm>
              <a:off x="21079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1" name="Google Shape;1351;p39"/>
            <p:cNvSpPr/>
            <p:nvPr/>
          </p:nvSpPr>
          <p:spPr>
            <a:xfrm>
              <a:off x="21079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2" name="Google Shape;1352;p39"/>
            <p:cNvSpPr/>
            <p:nvPr/>
          </p:nvSpPr>
          <p:spPr>
            <a:xfrm>
              <a:off x="22603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3" name="Google Shape;1353;p39"/>
            <p:cNvSpPr/>
            <p:nvPr/>
          </p:nvSpPr>
          <p:spPr>
            <a:xfrm>
              <a:off x="22603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4" name="Google Shape;1354;p39"/>
            <p:cNvSpPr/>
            <p:nvPr/>
          </p:nvSpPr>
          <p:spPr>
            <a:xfrm>
              <a:off x="22603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5" name="Google Shape;1355;p39"/>
            <p:cNvSpPr/>
            <p:nvPr/>
          </p:nvSpPr>
          <p:spPr>
            <a:xfrm>
              <a:off x="22603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6" name="Google Shape;1356;p39"/>
            <p:cNvSpPr/>
            <p:nvPr/>
          </p:nvSpPr>
          <p:spPr>
            <a:xfrm>
              <a:off x="22603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7" name="Google Shape;1357;p39"/>
            <p:cNvSpPr/>
            <p:nvPr/>
          </p:nvSpPr>
          <p:spPr>
            <a:xfrm>
              <a:off x="24127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8" name="Google Shape;1358;p39"/>
            <p:cNvSpPr/>
            <p:nvPr/>
          </p:nvSpPr>
          <p:spPr>
            <a:xfrm>
              <a:off x="24127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9" name="Google Shape;1359;p39"/>
            <p:cNvSpPr/>
            <p:nvPr/>
          </p:nvSpPr>
          <p:spPr>
            <a:xfrm>
              <a:off x="24127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0" name="Google Shape;1360;p39"/>
            <p:cNvSpPr/>
            <p:nvPr/>
          </p:nvSpPr>
          <p:spPr>
            <a:xfrm>
              <a:off x="24127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1" name="Google Shape;1361;p39"/>
            <p:cNvSpPr/>
            <p:nvPr/>
          </p:nvSpPr>
          <p:spPr>
            <a:xfrm>
              <a:off x="24127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2" name="Google Shape;1362;p39"/>
            <p:cNvSpPr/>
            <p:nvPr/>
          </p:nvSpPr>
          <p:spPr>
            <a:xfrm>
              <a:off x="25651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3" name="Google Shape;1363;p39"/>
            <p:cNvSpPr/>
            <p:nvPr/>
          </p:nvSpPr>
          <p:spPr>
            <a:xfrm>
              <a:off x="25651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4" name="Google Shape;1364;p39"/>
            <p:cNvSpPr/>
            <p:nvPr/>
          </p:nvSpPr>
          <p:spPr>
            <a:xfrm>
              <a:off x="25651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5" name="Google Shape;1365;p39"/>
            <p:cNvSpPr/>
            <p:nvPr/>
          </p:nvSpPr>
          <p:spPr>
            <a:xfrm>
              <a:off x="25651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6" name="Google Shape;1366;p39"/>
            <p:cNvSpPr/>
            <p:nvPr/>
          </p:nvSpPr>
          <p:spPr>
            <a:xfrm>
              <a:off x="25651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67" name="Google Shape;1367;p39"/>
          <p:cNvSpPr/>
          <p:nvPr/>
        </p:nvSpPr>
        <p:spPr>
          <a:xfrm>
            <a:off x="24378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8" name="Google Shape;1368;p39"/>
          <p:cNvSpPr/>
          <p:nvPr/>
        </p:nvSpPr>
        <p:spPr>
          <a:xfrm>
            <a:off x="30789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9" name="Google Shape;1369;p39"/>
          <p:cNvSpPr/>
          <p:nvPr/>
        </p:nvSpPr>
        <p:spPr>
          <a:xfrm>
            <a:off x="4854425" y="3246375"/>
            <a:ext cx="2742600" cy="1704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0" name="Google Shape;1370;p39"/>
          <p:cNvSpPr/>
          <p:nvPr/>
        </p:nvSpPr>
        <p:spPr>
          <a:xfrm>
            <a:off x="51186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1" name="Google Shape;1371;p39"/>
          <p:cNvSpPr/>
          <p:nvPr/>
        </p:nvSpPr>
        <p:spPr>
          <a:xfrm>
            <a:off x="54402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2" name="Google Shape;1372;p39"/>
          <p:cNvSpPr/>
          <p:nvPr/>
        </p:nvSpPr>
        <p:spPr>
          <a:xfrm>
            <a:off x="57618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73" name="Google Shape;1373;p39"/>
          <p:cNvGrpSpPr/>
          <p:nvPr/>
        </p:nvGrpSpPr>
        <p:grpSpPr>
          <a:xfrm>
            <a:off x="5160819" y="3370423"/>
            <a:ext cx="237300" cy="1456500"/>
            <a:chOff x="4040319" y="2979898"/>
            <a:chExt cx="237300" cy="1456500"/>
          </a:xfrm>
        </p:grpSpPr>
        <p:sp>
          <p:nvSpPr>
            <p:cNvPr id="1374" name="Google Shape;1374;p39"/>
            <p:cNvSpPr/>
            <p:nvPr/>
          </p:nvSpPr>
          <p:spPr>
            <a:xfrm>
              <a:off x="40403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5" name="Google Shape;1375;p39"/>
            <p:cNvSpPr/>
            <p:nvPr/>
          </p:nvSpPr>
          <p:spPr>
            <a:xfrm>
              <a:off x="40403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6" name="Google Shape;1376;p39"/>
            <p:cNvSpPr/>
            <p:nvPr/>
          </p:nvSpPr>
          <p:spPr>
            <a:xfrm>
              <a:off x="40403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7" name="Google Shape;1377;p39"/>
            <p:cNvSpPr/>
            <p:nvPr/>
          </p:nvSpPr>
          <p:spPr>
            <a:xfrm>
              <a:off x="40403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8" name="Google Shape;1378;p39"/>
            <p:cNvSpPr/>
            <p:nvPr/>
          </p:nvSpPr>
          <p:spPr>
            <a:xfrm>
              <a:off x="40403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9" name="Google Shape;1379;p39"/>
            <p:cNvSpPr/>
            <p:nvPr/>
          </p:nvSpPr>
          <p:spPr>
            <a:xfrm>
              <a:off x="41927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0" name="Google Shape;1380;p39"/>
            <p:cNvSpPr/>
            <p:nvPr/>
          </p:nvSpPr>
          <p:spPr>
            <a:xfrm>
              <a:off x="41927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1" name="Google Shape;1381;p39"/>
            <p:cNvSpPr/>
            <p:nvPr/>
          </p:nvSpPr>
          <p:spPr>
            <a:xfrm>
              <a:off x="41927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2" name="Google Shape;1382;p39"/>
            <p:cNvSpPr/>
            <p:nvPr/>
          </p:nvSpPr>
          <p:spPr>
            <a:xfrm>
              <a:off x="41927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3" name="Google Shape;1383;p39"/>
            <p:cNvSpPr/>
            <p:nvPr/>
          </p:nvSpPr>
          <p:spPr>
            <a:xfrm>
              <a:off x="41927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4" name="Google Shape;1384;p39"/>
            <p:cNvSpPr/>
            <p:nvPr/>
          </p:nvSpPr>
          <p:spPr>
            <a:xfrm>
              <a:off x="40403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5" name="Google Shape;1385;p39"/>
            <p:cNvSpPr/>
            <p:nvPr/>
          </p:nvSpPr>
          <p:spPr>
            <a:xfrm>
              <a:off x="40403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6" name="Google Shape;1386;p39"/>
            <p:cNvSpPr/>
            <p:nvPr/>
          </p:nvSpPr>
          <p:spPr>
            <a:xfrm>
              <a:off x="40403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7" name="Google Shape;1387;p39"/>
            <p:cNvSpPr/>
            <p:nvPr/>
          </p:nvSpPr>
          <p:spPr>
            <a:xfrm>
              <a:off x="40403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8" name="Google Shape;1388;p39"/>
            <p:cNvSpPr/>
            <p:nvPr/>
          </p:nvSpPr>
          <p:spPr>
            <a:xfrm>
              <a:off x="40403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9" name="Google Shape;1389;p39"/>
            <p:cNvSpPr/>
            <p:nvPr/>
          </p:nvSpPr>
          <p:spPr>
            <a:xfrm>
              <a:off x="41927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0" name="Google Shape;1390;p39"/>
            <p:cNvSpPr/>
            <p:nvPr/>
          </p:nvSpPr>
          <p:spPr>
            <a:xfrm>
              <a:off x="41927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1" name="Google Shape;1391;p39"/>
            <p:cNvSpPr/>
            <p:nvPr/>
          </p:nvSpPr>
          <p:spPr>
            <a:xfrm>
              <a:off x="41927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2" name="Google Shape;1392;p39"/>
            <p:cNvSpPr/>
            <p:nvPr/>
          </p:nvSpPr>
          <p:spPr>
            <a:xfrm>
              <a:off x="41927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3" name="Google Shape;1393;p39"/>
            <p:cNvSpPr/>
            <p:nvPr/>
          </p:nvSpPr>
          <p:spPr>
            <a:xfrm>
              <a:off x="41927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94" name="Google Shape;1394;p39"/>
          <p:cNvGrpSpPr/>
          <p:nvPr/>
        </p:nvGrpSpPr>
        <p:grpSpPr>
          <a:xfrm rot="5400000">
            <a:off x="2026005" y="3613633"/>
            <a:ext cx="179700" cy="637984"/>
            <a:chOff x="2338450" y="3338450"/>
            <a:chExt cx="179700" cy="836700"/>
          </a:xfrm>
        </p:grpSpPr>
        <p:cxnSp>
          <p:nvCxnSpPr>
            <p:cNvPr id="1395" name="Google Shape;1395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6" name="Google Shape;1396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7" name="Google Shape;1397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398" name="Google Shape;1398;p39"/>
          <p:cNvSpPr txBox="1"/>
          <p:nvPr/>
        </p:nvSpPr>
        <p:spPr>
          <a:xfrm>
            <a:off x="1523500" y="3356475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99" name="Google Shape;1399;p39"/>
          <p:cNvGrpSpPr/>
          <p:nvPr/>
        </p:nvGrpSpPr>
        <p:grpSpPr>
          <a:xfrm rot="5400000">
            <a:off x="5189616" y="2919302"/>
            <a:ext cx="179700" cy="322046"/>
            <a:chOff x="2338450" y="3338450"/>
            <a:chExt cx="179700" cy="836700"/>
          </a:xfrm>
        </p:grpSpPr>
        <p:cxnSp>
          <p:nvCxnSpPr>
            <p:cNvPr id="1400" name="Google Shape;1400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1" name="Google Shape;1401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2" name="Google Shape;1402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3" name="Google Shape;1403;p39"/>
          <p:cNvSpPr txBox="1"/>
          <p:nvPr/>
        </p:nvSpPr>
        <p:spPr>
          <a:xfrm>
            <a:off x="4688925" y="2504163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189;p38">
            <a:extLst>
              <a:ext uri="{FF2B5EF4-FFF2-40B4-BE49-F238E27FC236}">
                <a16:creationId xmlns:a16="http://schemas.microsoft.com/office/drawing/2014/main" id="{C3C090EE-F007-890C-75CE-7557A76071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19779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</a:t>
            </a:r>
            <a:r>
              <a:rPr lang="en" b="1" dirty="0"/>
              <a:t>width of the packet </a:t>
            </a:r>
            <a:r>
              <a:rPr lang="en" dirty="0"/>
              <a:t>in the pipe represents the transmission delay.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long it takes to put all the bits in the pipe.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For </a:t>
            </a:r>
            <a:r>
              <a:rPr lang="en" b="1" dirty="0"/>
              <a:t>a packet of given size</a:t>
            </a:r>
            <a:r>
              <a:rPr lang="en" dirty="0"/>
              <a:t>: more bandwidth = taller pipe = more bits in pipe per unit time = narrower packet in pipe.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4342AF-3652-A472-6A3C-C1D95221A8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4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Bandwidth and</a:t>
            </a:r>
            <a:br>
              <a:rPr lang="en" dirty="0">
                <a:solidFill>
                  <a:srgbClr val="B7B7B7"/>
                </a:solidFill>
              </a:rPr>
            </a:br>
            <a:r>
              <a:rPr lang="en" dirty="0">
                <a:solidFill>
                  <a:srgbClr val="B7B7B7"/>
                </a:solidFill>
              </a:rPr>
              <a:t>Propagation Delay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Pipe Diagrams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Overloaded Links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B7B7B7"/>
              </a:solidFill>
            </a:endParaRPr>
          </a:p>
        </p:txBody>
      </p:sp>
      <p:sp>
        <p:nvSpPr>
          <p:cNvPr id="1409" name="Google Shape;1409;p4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Overloaded Links</a:t>
            </a:r>
            <a:endParaRPr/>
          </a:p>
        </p:txBody>
      </p:sp>
      <p:sp>
        <p:nvSpPr>
          <p:cNvPr id="1410" name="Google Shape;1410;p4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43665D-087D-9FC8-A3AA-B370FFB988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16" name="Google Shape;1416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cxnSp>
        <p:nvCxnSpPr>
          <p:cNvPr id="1417" name="Google Shape;1417;p41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8" name="Google Shape;1418;p41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9" name="Google Shape;1419;p41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41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1" name="Google Shape;1421;p41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2" name="Google Shape;1422;p41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41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4" name="Google Shape;1424;p41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5" name="Google Shape;1425;p41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26" name="Google Shape;1426;p41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7" name="Google Shape;1427;p41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8" name="Google Shape;1428;p41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9" name="Google Shape;1429;p41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0" name="Google Shape;1430;p41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1" name="Google Shape;1431;p41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2" name="Google Shape;1432;p41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3" name="Google Shape;1433;p41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DC735-23A9-6F1F-C0B0-F147FFC761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39" name="Google Shape;1439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grpSp>
        <p:nvGrpSpPr>
          <p:cNvPr id="1440" name="Google Shape;1440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41" name="Google Shape;1441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3" name="Google Shape;1443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4" name="Google Shape;1444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5" name="Google Shape;1445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6" name="Google Shape;1446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7" name="Google Shape;1447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8" name="Google Shape;1448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9" name="Google Shape;1449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0" name="Google Shape;1450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1" name="Google Shape;1451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52" name="Google Shape;1452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53" name="Google Shape;1453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4" name="Google Shape;1454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5" name="Google Shape;1455;p42"/>
            <p:cNvSpPr/>
            <p:nvPr/>
          </p:nvSpPr>
          <p:spPr>
            <a:xfrm rot="900021">
              <a:off x="1802536" y="2897459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6" name="Google Shape;1456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7" name="Google Shape;1457;p42"/>
            <p:cNvSpPr/>
            <p:nvPr/>
          </p:nvSpPr>
          <p:spPr>
            <a:xfrm rot="-900021">
              <a:off x="2127676" y="428738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8" name="Google Shape;145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59" name="Google Shape;1459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60" name="Google Shape;1460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1" name="Google Shape;1461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2" name="Google Shape;1462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3" name="Google Shape;1463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4" name="Google Shape;1464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5" name="Google Shape;1465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6" name="Google Shape;1466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8" name="Google Shape;1468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0" name="Google Shape;1470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71" name="Google Shape;1471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72" name="Google Shape;1472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3" name="Google Shape;1473;p42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4" name="Google Shape;1474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5" name="Google Shape;1475;p42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78" name="Google Shape;1478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79" name="Google Shape;1479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1" name="Google Shape;1481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2" name="Google Shape;1482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3" name="Google Shape;1483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4" name="Google Shape;1484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5" name="Google Shape;1485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86" name="Google Shape;1486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7" name="Google Shape;1487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8" name="Google Shape;1488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9" name="Google Shape;1489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90" name="Google Shape;1490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91" name="Google Shape;1491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2" name="Google Shape;1492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3" name="Google Shape;1493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4" name="Google Shape;1494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5" name="Google Shape;1495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6" name="Google Shape;1496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97" name="Google Shape;1497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98" name="Google Shape;1498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9" name="Google Shape;1499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0" name="Google Shape;1500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1" name="Google Shape;1501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2" name="Google Shape;1502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3" name="Google Shape;1503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4" name="Google Shape;1504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5" name="Google Shape;1505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6" name="Google Shape;1506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7" name="Google Shape;1507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8" name="Google Shape;1508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9" name="Google Shape;1509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10" name="Google Shape;1510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1" name="Google Shape;1511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2" name="Google Shape;1512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3" name="Google Shape;1513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4" name="Google Shape;1514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5" name="Google Shape;1515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16" name="Google Shape;1516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17" name="Google Shape;1517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8" name="Google Shape;1518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19" name="Google Shape;1519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0" name="Google Shape;1520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1" name="Google Shape;1521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2" name="Google Shape;1522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3" name="Google Shape;1523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4" name="Google Shape;1524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25" name="Google Shape;1525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6" name="Google Shape;1526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7" name="Google Shape;1527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8" name="Google Shape;1528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29" name="Google Shape;1529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0" name="Google Shape;1530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1" name="Google Shape;1531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2" name="Google Shape;1532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3" name="Google Shape;1533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4" name="Google Shape;1534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35" name="Google Shape;1535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36" name="Google Shape;1536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38" name="Google Shape;1538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9" name="Google Shape;1539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0" name="Google Shape;1540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1" name="Google Shape;1541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2" name="Google Shape;1542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3" name="Google Shape;1543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44" name="Google Shape;1544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5" name="Google Shape;1545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6" name="Google Shape;1546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7" name="Google Shape;1547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48" name="Google Shape;154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9" name="Google Shape;1549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0" name="Google Shape;1550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1" name="Google Shape;1551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3" name="Google Shape;1553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54" name="Google Shape;1554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55" name="Google Shape;1555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6" name="Google Shape;1556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57" name="Google Shape;1557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8" name="Google Shape;1558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9" name="Google Shape;1559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0" name="Google Shape;1560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1" name="Google Shape;1561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2" name="Google Shape;1562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3" name="Google Shape;1563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4" name="Google Shape;1564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5" name="Google Shape;1565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66" name="Google Shape;156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7" name="Google Shape;156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8" name="Google Shape;1568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9" name="Google Shape;1569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0" name="Google Shape;1570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1" name="Google Shape;1571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2" name="Google Shape;1572;p42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EE64DA-B153-60E2-2C62-9C864728D0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Google Shape;157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578" name="Google Shape;157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579" name="Google Shape;1579;p43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0" name="Google Shape;1580;p43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1" name="Google Shape;1581;p43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2" name="Google Shape;1582;p43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3" name="Google Shape;1583;p43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4" name="Google Shape;1584;p43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5" name="Google Shape;1585;p43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6" name="Google Shape;1586;p43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7" name="Google Shape;1587;p43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8" name="Google Shape;1588;p43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9" name="Google Shape;1589;p43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0" name="Google Shape;1590;p43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1" name="Google Shape;1591;p43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2" name="Google Shape;1592;p43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3" name="Google Shape;1593;p43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43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5" name="Google Shape;1595;p43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6" name="Google Shape;1596;p43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E25C45-E3CA-244B-42E3-3FAD8827E4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Google Shape;1601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02" name="Google Shape;1602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603" name="Google Shape;1603;p44"/>
          <p:cNvSpPr/>
          <p:nvPr/>
        </p:nvSpPr>
        <p:spPr>
          <a:xfrm>
            <a:off x="978950" y="2476875"/>
            <a:ext cx="7113600" cy="259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4" name="Google Shape;1604;p44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5" name="Google Shape;1605;p44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6" name="Google Shape;1606;p44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7" name="Google Shape;1607;p44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8" name="Google Shape;1608;p44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9" name="Google Shape;1609;p44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0" name="Google Shape;1610;p44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1" name="Google Shape;1611;p44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2" name="Google Shape;1612;p44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3" name="Google Shape;1613;p44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14" name="Google Shape;1614;p44"/>
          <p:cNvSpPr/>
          <p:nvPr/>
        </p:nvSpPr>
        <p:spPr>
          <a:xfrm>
            <a:off x="5252957" y="3662367"/>
            <a:ext cx="337200" cy="3372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5" name="Google Shape;1615;p44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6" name="Google Shape;1616;p44"/>
          <p:cNvSpPr/>
          <p:nvPr/>
        </p:nvSpPr>
        <p:spPr>
          <a:xfrm>
            <a:off x="5132582" y="2946979"/>
            <a:ext cx="337200" cy="3372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44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8" name="Google Shape;1618;p44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9" name="Google Shape;1619;p44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0" name="Google Shape;1620;p44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1" name="Google Shape;1621;p44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040F7E-0A41-C99F-0608-1327011D81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Google Shape;1626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27" name="Google Shape;1627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28" name="Google Shape;1628;p45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29" name="Google Shape;1629;p45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30" name="Google Shape;1630;p45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31" name="Google Shape;1631;p45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2" name="Google Shape;1632;p45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3" name="Google Shape;1633;p45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4" name="Google Shape;1634;p45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5" name="Google Shape;1635;p45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6" name="Google Shape;1636;p45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7" name="Google Shape;1637;p45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8" name="Google Shape;1638;p45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9" name="Google Shape;1639;p45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40" name="Google Shape;1640;p45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1" name="Google Shape;1641;p45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2" name="Google Shape;1642;p45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3" name="Google Shape;1643;p45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4" name="Google Shape;1644;p45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5" name="Google Shape;1645;p45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6" name="Google Shape;1646;p45"/>
            <p:cNvSpPr/>
            <p:nvPr/>
          </p:nvSpPr>
          <p:spPr>
            <a:xfrm>
              <a:off x="5132582" y="2946979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7" name="Google Shape;1647;p45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761644-B29D-312D-DBB7-7E2D565CEE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53" name="Google Shape;1653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54" name="Google Shape;1654;p46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55" name="Google Shape;1655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6" name="Google Shape;1656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7" name="Google Shape;1657;p46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58" name="Google Shape;1658;p46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59" name="Google Shape;1659;p46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0" name="Google Shape;1660;p46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1" name="Google Shape;1661;p46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2" name="Google Shape;1662;p46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3" name="Google Shape;1663;p46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4" name="Google Shape;1664;p46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5" name="Google Shape;1665;p46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6" name="Google Shape;1666;p46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67" name="Google Shape;1667;p46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8" name="Google Shape;1668;p46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9" name="Google Shape;1669;p46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0" name="Google Shape;1670;p46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1" name="Google Shape;1671;p46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2" name="Google Shape;1672;p46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3" name="Google Shape;1673;p46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4" name="Google Shape;1674;p46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994FB3-18BC-993A-3CDB-F1E0E3DA88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80" name="Google Shape;1680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2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81" name="Google Shape;1681;p47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82" name="Google Shape;1682;p47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83" name="Google Shape;1683;p47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84" name="Google Shape;1684;p47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5" name="Google Shape;1685;p47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6" name="Google Shape;1686;p47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87" name="Google Shape;1687;p47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8" name="Google Shape;1688;p47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689" name="Google Shape;1689;p47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90" name="Google Shape;1690;p47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1" name="Google Shape;1691;p47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2" name="Google Shape;1692;p47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93" name="Google Shape;1693;p47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94" name="Google Shape;1694;p47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5" name="Google Shape;1695;p47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6" name="Google Shape;1696;p47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7" name="Google Shape;1697;p47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8" name="Google Shape;1698;p47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9" name="Google Shape;1699;p47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0" name="Google Shape;1700;p47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4FCB4E-EDA5-E752-F529-7EC9B8C19F9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Google Shape;1705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706" name="Google Shape;1706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3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707" name="Google Shape;170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08" name="Google Shape;170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9" name="Google Shape;170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0" name="Google Shape;171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1" name="Google Shape;171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2" name="Google Shape;171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3" name="Google Shape;171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4" name="Google Shape;171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15" name="Google Shape;1715;p48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6" name="Google Shape;171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7" name="Google Shape;171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8" name="Google Shape;171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9" name="Google Shape;171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20" name="Google Shape;1720;p48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1" name="Google Shape;1721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2" name="Google Shape;1722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3" name="Google Shape;1723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4" name="Google Shape;1724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5" name="Google Shape;1725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6" name="Google Shape;172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27" name="Google Shape;172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28" name="Google Shape;172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9" name="Google Shape;172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0" name="Google Shape;173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1" name="Google Shape;173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2" name="Google Shape;173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3" name="Google Shape;173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4" name="Google Shape;173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35" name="Google Shape;1735;p48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6" name="Google Shape;173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7" name="Google Shape;173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8" name="Google Shape;173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9" name="Google Shape;173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40" name="Google Shape;1740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1" name="Google Shape;1741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2" name="Google Shape;1742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3" name="Google Shape;1743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4" name="Google Shape;1744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5" name="Google Shape;1745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6" name="Google Shape;174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47" name="Google Shape;174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48" name="Google Shape;174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9" name="Google Shape;174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50" name="Google Shape;175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1" name="Google Shape;175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2" name="Google Shape;175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3" name="Google Shape;175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4" name="Google Shape;175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5" name="Google Shape;1755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6" name="Google Shape;1756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7" name="Google Shape;1757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8" name="Google Shape;1758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59" name="Google Shape;1759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0" name="Google Shape;1760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1" name="Google Shape;1761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2" name="Google Shape;1762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3" name="Google Shape;1763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4" name="Google Shape;1764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5" name="Google Shape;1765;p48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6" name="Google Shape;176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61A3C0-1EB9-E5B0-E4B7-90AA1C528C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 Switching at Routers</a:t>
            </a:r>
            <a:endParaRPr dirty="0"/>
          </a:p>
        </p:txBody>
      </p:sp>
      <p:sp>
        <p:nvSpPr>
          <p:cNvPr id="1772" name="Google Shape;1772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Persistent overload</a:t>
            </a:r>
            <a:r>
              <a:rPr lang="en"/>
              <a:t>: Not enough capacity to handle the incoming packets!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Queue won't help us. If the queue fills up, the router must drop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solve persistent overload?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Operators can detect the overload and (manually) upgrade the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can tell the senders to slow down.</a:t>
            </a:r>
            <a:endParaRPr/>
          </a:p>
        </p:txBody>
      </p:sp>
      <p:sp>
        <p:nvSpPr>
          <p:cNvPr id="1773" name="Google Shape;1773;p49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49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5" name="Google Shape;1775;p49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6" name="Google Shape;1776;p49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77" name="Google Shape;1777;p49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8" name="Google Shape;1778;p49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79" name="Google Shape;1779;p49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0" name="Google Shape;1780;p49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1" name="Google Shape;1781;p49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2" name="Google Shape;1782;p49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3" name="Google Shape;1783;p49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84" name="Google Shape;1784;p49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85" name="Google Shape;1785;p49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6" name="Google Shape;1786;p49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7" name="Google Shape;1787;p49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49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49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0" name="Google Shape;1790;p49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1" name="Google Shape;1791;p49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2" name="Google Shape;1792;p49"/>
          <p:cNvSpPr/>
          <p:nvPr/>
        </p:nvSpPr>
        <p:spPr>
          <a:xfrm rot="-900021">
            <a:off x="2779976" y="4112863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49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4" name="Google Shape;1794;p49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5" name="Google Shape;1795;p49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6" name="Google Shape;1796;p49"/>
          <p:cNvSpPr/>
          <p:nvPr/>
        </p:nvSpPr>
        <p:spPr>
          <a:xfrm rot="-900021">
            <a:off x="1475279" y="446383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7" name="Google Shape;1797;p49"/>
          <p:cNvSpPr/>
          <p:nvPr/>
        </p:nvSpPr>
        <p:spPr>
          <a:xfrm>
            <a:off x="4823175" y="3008650"/>
            <a:ext cx="755400" cy="398100"/>
          </a:xfrm>
          <a:prstGeom prst="wedgeRoundRectCallout">
            <a:avLst>
              <a:gd name="adj1" fmla="val -73842"/>
              <a:gd name="adj2" fmla="val 62089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Uh oh...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B92D38-34ED-022B-63B5-FD0AD419C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3B9D-570F-FF6C-D63E-1B21147D2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Life of a Packet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6F186-0D6F-263B-DF57-43252E416F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  <p:sp>
        <p:nvSpPr>
          <p:cNvPr id="6" name="Google Shape;1803;p50">
            <a:extLst>
              <a:ext uri="{FF2B5EF4-FFF2-40B4-BE49-F238E27FC236}">
                <a16:creationId xmlns:a16="http://schemas.microsoft.com/office/drawing/2014/main" id="{191101DA-8262-5DC2-FB12-7A9FD5EA98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Life of a packet: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Sender puts payload in a packet, adding headers.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 travels along a link.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 arrives at a router. Router forwards packet to the next </a:t>
            </a:r>
            <a:r>
              <a:rPr lang="en"/>
              <a:t>hop.</a:t>
            </a:r>
            <a:endParaRPr dirty="0"/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C00000"/>
                </a:solidFill>
              </a:rPr>
              <a:t>Store-and-forward</a:t>
            </a:r>
            <a:r>
              <a:rPr lang="en-US" dirty="0"/>
              <a:t>: A router can start forwarding a packet only after it has received all bytes of the packet.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Packet might be queued or dropped.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Repeat the last step until: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 reaches destination.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 is dropped.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67517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Google Shape;1802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Packet Queuing</a:t>
            </a:r>
            <a:endParaRPr dirty="0"/>
          </a:p>
        </p:txBody>
      </p:sp>
      <p:sp>
        <p:nvSpPr>
          <p:cNvPr id="1803" name="Google Shape;1803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175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2000"/>
            </a:pPr>
            <a:r>
              <a:rPr lang="en-US" sz="2000" dirty="0">
                <a:solidFill>
                  <a:srgbClr val="000000"/>
                </a:solidFill>
              </a:rPr>
              <a:t>How long does it take for your packet to travel through the network?</a:t>
            </a:r>
          </a:p>
          <a:p>
            <a:pPr marL="800100" lvl="1" indent="-3175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2000"/>
            </a:pPr>
            <a:r>
              <a:rPr lang="en-US" sz="2000" dirty="0"/>
              <a:t>Packet delay = Transmission Delay + Propagation Delay </a:t>
            </a:r>
            <a:r>
              <a:rPr lang="en-US" sz="2000" dirty="0">
                <a:solidFill>
                  <a:schemeClr val="accent2"/>
                </a:solidFill>
              </a:rPr>
              <a:t>+ Queuing Delay</a:t>
            </a:r>
            <a:endParaRPr lang="en-US" sz="2000" dirty="0"/>
          </a:p>
          <a:p>
            <a:pPr marL="342900" lvl="0" indent="-317500">
              <a:lnSpc>
                <a:spcPct val="100000"/>
              </a:lnSpc>
              <a:spcBef>
                <a:spcPts val="480"/>
              </a:spcBef>
              <a:buClr>
                <a:srgbClr val="000000"/>
              </a:buClr>
              <a:buSzPts val="2000"/>
            </a:pPr>
            <a:r>
              <a:rPr lang="en-US" sz="2000" dirty="0">
                <a:solidFill>
                  <a:srgbClr val="000000"/>
                </a:solidFill>
              </a:rPr>
              <a:t>It depends on…</a:t>
            </a:r>
            <a:endParaRPr lang="en-US" sz="2400" dirty="0">
              <a:solidFill>
                <a:srgbClr val="000000"/>
              </a:solidFill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ts val="2000"/>
              <a:buFont typeface="Arial"/>
              <a:buChar char="–"/>
            </a:pPr>
            <a:r>
              <a:rPr lang="en-US" sz="2000" b="1" dirty="0">
                <a:solidFill>
                  <a:srgbClr val="000000"/>
                </a:solidFill>
              </a:rPr>
              <a:t>how much data </a:t>
            </a:r>
            <a:r>
              <a:rPr lang="en-US" sz="2000" dirty="0">
                <a:solidFill>
                  <a:srgbClr val="000000"/>
                </a:solidFill>
              </a:rPr>
              <a:t>you’re sending and the </a:t>
            </a:r>
            <a:r>
              <a:rPr lang="en-US" sz="2000" b="1" dirty="0">
                <a:solidFill>
                  <a:srgbClr val="000000"/>
                </a:solidFill>
              </a:rPr>
              <a:t>link speed</a:t>
            </a:r>
            <a:br>
              <a:rPr lang="en-US" sz="2000" dirty="0">
                <a:solidFill>
                  <a:srgbClr val="000000"/>
                </a:solidFill>
              </a:rPr>
            </a:br>
            <a:r>
              <a:rPr lang="en-US" sz="2000" dirty="0">
                <a:solidFill>
                  <a:srgbClr val="000000"/>
                </a:solidFill>
              </a:rPr>
              <a:t>→ </a:t>
            </a:r>
            <a:r>
              <a:rPr lang="en-US" sz="2000" b="1" dirty="0">
                <a:solidFill>
                  <a:srgbClr val="0C5394"/>
                </a:solidFill>
              </a:rPr>
              <a:t>transmission delay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ts val="2000"/>
              <a:buFont typeface="Arial"/>
              <a:buChar char="–"/>
            </a:pPr>
            <a:r>
              <a:rPr lang="en-US" sz="2000" dirty="0">
                <a:solidFill>
                  <a:srgbClr val="000000"/>
                </a:solidFill>
              </a:rPr>
              <a:t>your </a:t>
            </a:r>
            <a:r>
              <a:rPr lang="en-US" sz="2000" b="1" dirty="0">
                <a:solidFill>
                  <a:srgbClr val="000000"/>
                </a:solidFill>
              </a:rPr>
              <a:t>distance</a:t>
            </a:r>
            <a:r>
              <a:rPr lang="en-US" sz="2000" dirty="0">
                <a:solidFill>
                  <a:srgbClr val="000000"/>
                </a:solidFill>
              </a:rPr>
              <a:t> from the destination</a:t>
            </a:r>
            <a:br>
              <a:rPr lang="en-US" sz="2000" dirty="0">
                <a:solidFill>
                  <a:srgbClr val="000000"/>
                </a:solidFill>
              </a:rPr>
            </a:br>
            <a:r>
              <a:rPr lang="en-US" sz="2000" dirty="0">
                <a:solidFill>
                  <a:srgbClr val="000000"/>
                </a:solidFill>
              </a:rPr>
              <a:t>→ </a:t>
            </a:r>
            <a:r>
              <a:rPr lang="en-US" sz="2000" b="1" dirty="0">
                <a:solidFill>
                  <a:srgbClr val="38761D"/>
                </a:solidFill>
              </a:rPr>
              <a:t>propagation delay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ts val="2000"/>
              <a:buFont typeface="Arial"/>
              <a:buChar char="–"/>
            </a:pPr>
            <a:r>
              <a:rPr lang="en-US" sz="2000" dirty="0">
                <a:solidFill>
                  <a:srgbClr val="000000"/>
                </a:solidFill>
              </a:rPr>
              <a:t>the </a:t>
            </a:r>
            <a:r>
              <a:rPr lang="en-US" sz="2000" b="1" dirty="0">
                <a:solidFill>
                  <a:srgbClr val="000000"/>
                </a:solidFill>
              </a:rPr>
              <a:t>traffic pattern</a:t>
            </a:r>
            <a:br>
              <a:rPr lang="en-US" sz="2000" dirty="0">
                <a:solidFill>
                  <a:srgbClr val="000000"/>
                </a:solidFill>
              </a:rPr>
            </a:br>
            <a:r>
              <a:rPr lang="en-US" sz="2000" dirty="0">
                <a:solidFill>
                  <a:srgbClr val="000000"/>
                </a:solidFill>
              </a:rPr>
              <a:t>→ </a:t>
            </a:r>
            <a:r>
              <a:rPr lang="en-US" sz="2000" b="1" dirty="0">
                <a:solidFill>
                  <a:srgbClr val="990000"/>
                </a:solidFill>
              </a:rPr>
              <a:t>queuing delay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7E507C-BBDB-E033-B457-CC731D7557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59044-614F-5566-61F2-C7ADC81CE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packet delay and loss occur?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A8012B-BC67-C059-913F-5FAD81299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dirty="0"/>
              <a:t>Packets queue in router buffers, waiting for turn for transmission</a:t>
            </a:r>
          </a:p>
          <a:p>
            <a:r>
              <a:rPr lang="en-US" dirty="0"/>
              <a:t>queue length grows when arrival rate to link (temporarily) exceeds output link capacity </a:t>
            </a:r>
          </a:p>
          <a:p>
            <a:r>
              <a:rPr lang="en-US" dirty="0"/>
              <a:t>packet </a:t>
            </a:r>
            <a:r>
              <a:rPr lang="en-US" i="1" dirty="0">
                <a:solidFill>
                  <a:srgbClr val="CC0000"/>
                </a:solidFill>
              </a:rPr>
              <a:t>loss</a:t>
            </a:r>
            <a:r>
              <a:rPr lang="en-US" dirty="0">
                <a:solidFill>
                  <a:srgbClr val="CC0000"/>
                </a:solidFill>
              </a:rPr>
              <a:t> </a:t>
            </a:r>
            <a:r>
              <a:rPr lang="en-US" dirty="0"/>
              <a:t>occurs when memory to hold queued packets fills up</a:t>
            </a:r>
          </a:p>
          <a:p>
            <a:endParaRPr lang="en-US" dirty="0"/>
          </a:p>
        </p:txBody>
      </p:sp>
      <p:sp>
        <p:nvSpPr>
          <p:cNvPr id="19" name="Line 26">
            <a:extLst>
              <a:ext uri="{FF2B5EF4-FFF2-40B4-BE49-F238E27FC236}">
                <a16:creationId xmlns:a16="http://schemas.microsoft.com/office/drawing/2014/main" id="{792C422C-E0B3-284D-90D1-78EE41CE1B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5570" y="3438911"/>
            <a:ext cx="1450181" cy="714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FCCB386-E080-BE4D-86AE-B67CDC4394C0}"/>
              </a:ext>
            </a:extLst>
          </p:cNvPr>
          <p:cNvGrpSpPr/>
          <p:nvPr/>
        </p:nvGrpSpPr>
        <p:grpSpPr>
          <a:xfrm>
            <a:off x="2929703" y="3131012"/>
            <a:ext cx="1133514" cy="647753"/>
            <a:chOff x="7493876" y="2774731"/>
            <a:chExt cx="1481958" cy="894622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9DD18B2-282C-6549-A49E-60E3E19F2A6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1031821-CCEB-7F4A-B58F-080033E04E6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86105421-33A8-6C4D-8961-627026B91B4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8952442E-1885-3E49-AB68-416A3E2001F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72" name="Freeform 71">
                <a:extLst>
                  <a:ext uri="{FF2B5EF4-FFF2-40B4-BE49-F238E27FC236}">
                    <a16:creationId xmlns:a16="http://schemas.microsoft.com/office/drawing/2014/main" id="{E05D2B3E-D3BE-6540-9837-84ECB6B5E38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73" name="Freeform 72">
                <a:extLst>
                  <a:ext uri="{FF2B5EF4-FFF2-40B4-BE49-F238E27FC236}">
                    <a16:creationId xmlns:a16="http://schemas.microsoft.com/office/drawing/2014/main" id="{C4191C4F-5CEE-5B4B-881D-8241D7AE9EA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74" name="Freeform 73">
                <a:extLst>
                  <a:ext uri="{FF2B5EF4-FFF2-40B4-BE49-F238E27FC236}">
                    <a16:creationId xmlns:a16="http://schemas.microsoft.com/office/drawing/2014/main" id="{0AD58D69-0B48-324F-A1A4-01181A17EF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8" name="Line 24">
            <a:extLst>
              <a:ext uri="{FF2B5EF4-FFF2-40B4-BE49-F238E27FC236}">
                <a16:creationId xmlns:a16="http://schemas.microsoft.com/office/drawing/2014/main" id="{98D5C74F-DBE1-C34C-8A85-F480C540B7D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2532" y="3124586"/>
            <a:ext cx="556022" cy="2667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30">
            <a:extLst>
              <a:ext uri="{FF2B5EF4-FFF2-40B4-BE49-F238E27FC236}">
                <a16:creationId xmlns:a16="http://schemas.microsoft.com/office/drawing/2014/main" id="{D9614611-AD9E-6646-B638-622773F00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5538" y="3342470"/>
            <a:ext cx="110728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1" name="Rectangle 31">
            <a:extLst>
              <a:ext uri="{FF2B5EF4-FFF2-40B4-BE49-F238E27FC236}">
                <a16:creationId xmlns:a16="http://schemas.microsoft.com/office/drawing/2014/main" id="{A39734E3-ED9A-EC49-B73C-34CBE5CBF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220" y="3342470"/>
            <a:ext cx="110728" cy="150019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2" name="Rectangle 38">
            <a:extLst>
              <a:ext uri="{FF2B5EF4-FFF2-40B4-BE49-F238E27FC236}">
                <a16:creationId xmlns:a16="http://schemas.microsoft.com/office/drawing/2014/main" id="{3AF0224D-49F6-7745-96F9-78A841403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3422" y="3296036"/>
            <a:ext cx="110729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3" name="Line 25">
            <a:extLst>
              <a:ext uri="{FF2B5EF4-FFF2-40B4-BE49-F238E27FC236}">
                <a16:creationId xmlns:a16="http://schemas.microsoft.com/office/drawing/2014/main" id="{58B9B601-E851-654F-AA2B-143A70BEF35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81341" y="3529398"/>
            <a:ext cx="551260" cy="41314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32">
            <a:extLst>
              <a:ext uri="{FF2B5EF4-FFF2-40B4-BE49-F238E27FC236}">
                <a16:creationId xmlns:a16="http://schemas.microsoft.com/office/drawing/2014/main" id="{647088DD-46B7-8A40-B3C8-FF97968F51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6153" y="3267461"/>
            <a:ext cx="110729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25" name="Line 33">
            <a:extLst>
              <a:ext uri="{FF2B5EF4-FFF2-40B4-BE49-F238E27FC236}">
                <a16:creationId xmlns:a16="http://schemas.microsoft.com/office/drawing/2014/main" id="{77696821-8A04-3945-AF9E-0065C2861C04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9245" y="3219836"/>
            <a:ext cx="15835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Box 36">
            <a:extLst>
              <a:ext uri="{FF2B5EF4-FFF2-40B4-BE49-F238E27FC236}">
                <a16:creationId xmlns:a16="http://schemas.microsoft.com/office/drawing/2014/main" id="{B6154A2C-EC19-F34F-ACCE-9E5D937822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7299" y="2887651"/>
            <a:ext cx="340158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A</a:t>
            </a:r>
          </a:p>
        </p:txBody>
      </p:sp>
      <p:sp>
        <p:nvSpPr>
          <p:cNvPr id="27" name="Text Box 37">
            <a:extLst>
              <a:ext uri="{FF2B5EF4-FFF2-40B4-BE49-F238E27FC236}">
                <a16:creationId xmlns:a16="http://schemas.microsoft.com/office/drawing/2014/main" id="{995F56C7-414D-8A48-884F-85A203498F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032" y="3602026"/>
            <a:ext cx="330540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prstClr val="black"/>
                </a:solidFill>
                <a:latin typeface="Calibri" panose="020F0502020204030204"/>
                <a:cs typeface="+mn-cs"/>
              </a:rPr>
              <a:t>B</a:t>
            </a:r>
          </a:p>
        </p:txBody>
      </p:sp>
      <p:grpSp>
        <p:nvGrpSpPr>
          <p:cNvPr id="28" name="Group 66">
            <a:extLst>
              <a:ext uri="{FF2B5EF4-FFF2-40B4-BE49-F238E27FC236}">
                <a16:creationId xmlns:a16="http://schemas.microsoft.com/office/drawing/2014/main" id="{F052C581-6C44-5947-B232-97223D315667}"/>
              </a:ext>
            </a:extLst>
          </p:cNvPr>
          <p:cNvGrpSpPr>
            <a:grpSpLocks/>
          </p:cNvGrpSpPr>
          <p:nvPr/>
        </p:nvGrpSpPr>
        <p:grpSpPr bwMode="auto">
          <a:xfrm>
            <a:off x="1837225" y="2887651"/>
            <a:ext cx="584597" cy="509588"/>
            <a:chOff x="-44" y="1473"/>
            <a:chExt cx="981" cy="1105"/>
          </a:xfrm>
        </p:grpSpPr>
        <p:pic>
          <p:nvPicPr>
            <p:cNvPr id="29" name="Picture 67" descr="desktop_computer_stylized_medium">
              <a:extLst>
                <a:ext uri="{FF2B5EF4-FFF2-40B4-BE49-F238E27FC236}">
                  <a16:creationId xmlns:a16="http://schemas.microsoft.com/office/drawing/2014/main" id="{BB04112D-992F-1B48-BF73-2AE172AB41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" name="Freeform 68">
              <a:extLst>
                <a:ext uri="{FF2B5EF4-FFF2-40B4-BE49-F238E27FC236}">
                  <a16:creationId xmlns:a16="http://schemas.microsoft.com/office/drawing/2014/main" id="{B442F163-2B26-9C41-A4DA-56CB0408A2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32" name="Picture 70" descr="desktop_computer_stylized_medium">
            <a:extLst>
              <a:ext uri="{FF2B5EF4-FFF2-40B4-BE49-F238E27FC236}">
                <a16:creationId xmlns:a16="http://schemas.microsoft.com/office/drawing/2014/main" id="{281B4469-5924-7847-99B5-6CF657E9E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08508" y="3642507"/>
            <a:ext cx="58459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" name="Freeform 71">
            <a:extLst>
              <a:ext uri="{FF2B5EF4-FFF2-40B4-BE49-F238E27FC236}">
                <a16:creationId xmlns:a16="http://schemas.microsoft.com/office/drawing/2014/main" id="{B1E6742A-3259-B348-BD9F-24C231CD73DB}"/>
              </a:ext>
            </a:extLst>
          </p:cNvPr>
          <p:cNvSpPr>
            <a:spLocks/>
          </p:cNvSpPr>
          <p:nvPr/>
        </p:nvSpPr>
        <p:spPr bwMode="auto">
          <a:xfrm flipH="1">
            <a:off x="2157603" y="3691391"/>
            <a:ext cx="284253" cy="233350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Rectangle 31">
            <a:extLst>
              <a:ext uri="{FF2B5EF4-FFF2-40B4-BE49-F238E27FC236}">
                <a16:creationId xmlns:a16="http://schemas.microsoft.com/office/drawing/2014/main" id="{E17EDB94-A18A-5345-B878-1F5CDE4C6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8732" y="3759188"/>
            <a:ext cx="104775" cy="139304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45" name="Line 33">
            <a:extLst>
              <a:ext uri="{FF2B5EF4-FFF2-40B4-BE49-F238E27FC236}">
                <a16:creationId xmlns:a16="http://schemas.microsoft.com/office/drawing/2014/main" id="{72EE0D2E-3A6D-224A-A965-4A3CAB0E05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89700" y="3736567"/>
            <a:ext cx="165497" cy="12144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ectangle 89">
            <a:extLst>
              <a:ext uri="{FF2B5EF4-FFF2-40B4-BE49-F238E27FC236}">
                <a16:creationId xmlns:a16="http://schemas.microsoft.com/office/drawing/2014/main" id="{B8BAB5F9-E33D-6D40-AF1F-A688FE37C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1238" y="3343661"/>
            <a:ext cx="110728" cy="15001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47" name="Rectangle 89">
            <a:extLst>
              <a:ext uri="{FF2B5EF4-FFF2-40B4-BE49-F238E27FC236}">
                <a16:creationId xmlns:a16="http://schemas.microsoft.com/office/drawing/2014/main" id="{3A81C53A-7389-0940-8B19-188881DD0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9320" y="3342470"/>
            <a:ext cx="110728" cy="15001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48" name="Rectangle 89">
            <a:extLst>
              <a:ext uri="{FF2B5EF4-FFF2-40B4-BE49-F238E27FC236}">
                <a16:creationId xmlns:a16="http://schemas.microsoft.com/office/drawing/2014/main" id="{55739AFA-3D6C-274F-AF45-B98657A190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5020" y="3344851"/>
            <a:ext cx="110728" cy="15001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grpSp>
        <p:nvGrpSpPr>
          <p:cNvPr id="49" name="Group 93">
            <a:extLst>
              <a:ext uri="{FF2B5EF4-FFF2-40B4-BE49-F238E27FC236}">
                <a16:creationId xmlns:a16="http://schemas.microsoft.com/office/drawing/2014/main" id="{99FB082D-48A3-DB4E-B785-79F493984667}"/>
              </a:ext>
            </a:extLst>
          </p:cNvPr>
          <p:cNvGrpSpPr>
            <a:grpSpLocks/>
          </p:cNvGrpSpPr>
          <p:nvPr/>
        </p:nvGrpSpPr>
        <p:grpSpPr bwMode="auto">
          <a:xfrm>
            <a:off x="2699238" y="2344727"/>
            <a:ext cx="4462464" cy="929879"/>
            <a:chOff x="1279" y="2225"/>
            <a:chExt cx="3748" cy="781"/>
          </a:xfrm>
        </p:grpSpPr>
        <p:sp>
          <p:nvSpPr>
            <p:cNvPr id="50" name="Text Box 66">
              <a:extLst>
                <a:ext uri="{FF2B5EF4-FFF2-40B4-BE49-F238E27FC236}">
                  <a16:creationId xmlns:a16="http://schemas.microsoft.com/office/drawing/2014/main" id="{15E16EFE-9699-4F4E-BFC6-790480667E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79" y="2225"/>
              <a:ext cx="3748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packet being transmitted </a:t>
              </a:r>
              <a:r>
                <a:rPr lang="en-US" altLang="en-US" sz="1800" kern="1200" dirty="0">
                  <a:solidFill>
                    <a:srgbClr val="CC0000"/>
                  </a:solidFill>
                  <a:latin typeface="Calibri" panose="020F0502020204030204"/>
                  <a:cs typeface="+mn-cs"/>
                </a:rPr>
                <a:t>(transmission delay)</a:t>
              </a:r>
            </a:p>
          </p:txBody>
        </p:sp>
        <p:sp>
          <p:nvSpPr>
            <p:cNvPr id="51" name="Line 67">
              <a:extLst>
                <a:ext uri="{FF2B5EF4-FFF2-40B4-BE49-F238E27FC236}">
                  <a16:creationId xmlns:a16="http://schemas.microsoft.com/office/drawing/2014/main" id="{13FF81C3-546D-F344-9FE2-4D72EFA0CD2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V="1">
              <a:off x="2259" y="2462"/>
              <a:ext cx="836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2" name="Group 94">
            <a:extLst>
              <a:ext uri="{FF2B5EF4-FFF2-40B4-BE49-F238E27FC236}">
                <a16:creationId xmlns:a16="http://schemas.microsoft.com/office/drawing/2014/main" id="{26EEA1DE-D9F0-2D47-AABB-733C528B384F}"/>
              </a:ext>
            </a:extLst>
          </p:cNvPr>
          <p:cNvGrpSpPr>
            <a:grpSpLocks/>
          </p:cNvGrpSpPr>
          <p:nvPr/>
        </p:nvGrpSpPr>
        <p:grpSpPr bwMode="auto">
          <a:xfrm>
            <a:off x="3654121" y="3548444"/>
            <a:ext cx="3967168" cy="697705"/>
            <a:chOff x="2103" y="3214"/>
            <a:chExt cx="3332" cy="586"/>
          </a:xfrm>
        </p:grpSpPr>
        <p:sp>
          <p:nvSpPr>
            <p:cNvPr id="53" name="Text Box 72">
              <a:extLst>
                <a:ext uri="{FF2B5EF4-FFF2-40B4-BE49-F238E27FC236}">
                  <a16:creationId xmlns:a16="http://schemas.microsoft.com/office/drawing/2014/main" id="{674A1D43-19A1-AA41-9CBF-545C92FF13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0" y="3490"/>
              <a:ext cx="2905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packets in buffers</a:t>
              </a:r>
              <a:r>
                <a:rPr lang="en-US" altLang="en-US" sz="1800" kern="1200" dirty="0">
                  <a:solidFill>
                    <a:srgbClr val="FF0000"/>
                  </a:solidFill>
                  <a:latin typeface="Calibri" panose="020F0502020204030204"/>
                  <a:cs typeface="+mn-cs"/>
                </a:rPr>
                <a:t> </a:t>
              </a:r>
              <a:r>
                <a:rPr lang="en-US" altLang="en-US" sz="1800" kern="1200" dirty="0">
                  <a:solidFill>
                    <a:srgbClr val="CC0000"/>
                  </a:solidFill>
                  <a:latin typeface="Calibri" panose="020F0502020204030204"/>
                  <a:cs typeface="+mn-cs"/>
                </a:rPr>
                <a:t>(queueing delay)</a:t>
              </a:r>
            </a:p>
          </p:txBody>
        </p:sp>
        <p:sp>
          <p:nvSpPr>
            <p:cNvPr id="54" name="Line 73">
              <a:extLst>
                <a:ext uri="{FF2B5EF4-FFF2-40B4-BE49-F238E27FC236}">
                  <a16:creationId xmlns:a16="http://schemas.microsoft.com/office/drawing/2014/main" id="{CDBE935F-08EE-9646-85EA-B0063869E76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2103" y="3214"/>
              <a:ext cx="471" cy="4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5" name="Group 95">
            <a:extLst>
              <a:ext uri="{FF2B5EF4-FFF2-40B4-BE49-F238E27FC236}">
                <a16:creationId xmlns:a16="http://schemas.microsoft.com/office/drawing/2014/main" id="{BB37FD35-03D6-7647-8A50-07C919E6BBD2}"/>
              </a:ext>
            </a:extLst>
          </p:cNvPr>
          <p:cNvGrpSpPr>
            <a:grpSpLocks/>
          </p:cNvGrpSpPr>
          <p:nvPr/>
        </p:nvGrpSpPr>
        <p:grpSpPr bwMode="auto">
          <a:xfrm>
            <a:off x="2842113" y="3519877"/>
            <a:ext cx="3933825" cy="1341836"/>
            <a:chOff x="1421" y="3190"/>
            <a:chExt cx="3304" cy="1127"/>
          </a:xfrm>
        </p:grpSpPr>
        <p:sp>
          <p:nvSpPr>
            <p:cNvPr id="56" name="Line 91">
              <a:extLst>
                <a:ext uri="{FF2B5EF4-FFF2-40B4-BE49-F238E27FC236}">
                  <a16:creationId xmlns:a16="http://schemas.microsoft.com/office/drawing/2014/main" id="{A5A2CA5C-95AA-1E49-AE10-3C2A0148D791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1793" y="3190"/>
              <a:ext cx="110" cy="6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Text Box 92">
              <a:extLst>
                <a:ext uri="{FF2B5EF4-FFF2-40B4-BE49-F238E27FC236}">
                  <a16:creationId xmlns:a16="http://schemas.microsoft.com/office/drawing/2014/main" id="{90578129-76D6-DA4C-AF38-D254E1E2AA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21" y="3774"/>
              <a:ext cx="3304" cy="5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free (available) buffers: arriving packets </a:t>
              </a:r>
            </a:p>
            <a:p>
              <a:pPr defTabSz="685800">
                <a:buClrTx/>
                <a:defRPr/>
              </a:pP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dropped (</a:t>
              </a:r>
              <a:r>
                <a:rPr lang="en-US" altLang="en-US" sz="1800" kern="1200" dirty="0">
                  <a:solidFill>
                    <a:srgbClr val="CC0000"/>
                  </a:solidFill>
                  <a:latin typeface="Calibri" panose="020F0502020204030204"/>
                  <a:cs typeface="+mn-cs"/>
                </a:rPr>
                <a:t>loss</a:t>
              </a:r>
              <a:r>
                <a:rPr lang="en-US" altLang="en-US" sz="1800" kern="1200" dirty="0">
                  <a:solidFill>
                    <a:srgbClr val="000000"/>
                  </a:solidFill>
                  <a:latin typeface="Calibri" panose="020F0502020204030204"/>
                  <a:cs typeface="+mn-cs"/>
                </a:rPr>
                <a:t>) if no free buffers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50A30BE-4517-024C-8E13-70C75C60C9A9}"/>
              </a:ext>
            </a:extLst>
          </p:cNvPr>
          <p:cNvGrpSpPr/>
          <p:nvPr/>
        </p:nvGrpSpPr>
        <p:grpSpPr>
          <a:xfrm>
            <a:off x="5283300" y="3159843"/>
            <a:ext cx="1133514" cy="647753"/>
            <a:chOff x="7493876" y="2774731"/>
            <a:chExt cx="1481958" cy="894622"/>
          </a:xfrm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D7769EBE-F27C-654D-9E70-D2F8F0CA4BC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534D58D-15F7-4148-BD77-06281777455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3FDB434E-DC0A-064F-BFB7-51AD3253C15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1906A403-4D02-E745-9F12-A4DD0B4A4D9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CEA9A27B-E199-2342-BF59-3743FE24283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3E302C75-BA44-2547-9BE3-5EE9C07B302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60B5EF7E-8EDB-5946-B230-2EAE3B474B0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94B21E-C300-D3AC-CFF4-CB5F2E0DE9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9013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AD72523-4228-9C47-B195-4AAF96A160BD}"/>
              </a:ext>
            </a:extLst>
          </p:cNvPr>
          <p:cNvGrpSpPr/>
          <p:nvPr/>
        </p:nvGrpSpPr>
        <p:grpSpPr>
          <a:xfrm>
            <a:off x="3471949" y="1126138"/>
            <a:ext cx="1133514" cy="647753"/>
            <a:chOff x="7493876" y="2774731"/>
            <a:chExt cx="1481958" cy="89462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9FB9E0EF-9063-B545-BC2B-062A0488CC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0BF60BF-9AF2-D948-8319-1FF102BC7D3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B32B55C6-F759-234F-8CF0-5FB387F35BC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B1153D6F-A3DF-7246-9629-9228753ADE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1C55D52C-AF37-4949-9428-203518D525C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8904F43-F0C7-374E-ADE8-8A024A6627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4597C3-FAA4-A147-A86C-C510882704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50" y="218960"/>
            <a:ext cx="7886700" cy="670967"/>
          </a:xfrm>
        </p:spPr>
        <p:txBody>
          <a:bodyPr>
            <a:normAutofit fontScale="90000"/>
          </a:bodyPr>
          <a:lstStyle/>
          <a:p>
            <a:r>
              <a:rPr lang="en-US" dirty="0">
                <a:ea typeface="ＭＳ Ｐゴシック" panose="020B0600070205080204" pitchFamily="34" charset="-128"/>
              </a:rPr>
              <a:t>Packet delay: four sources</a:t>
            </a:r>
            <a:endParaRPr lang="en-US" dirty="0"/>
          </a:p>
        </p:txBody>
      </p:sp>
      <p:sp>
        <p:nvSpPr>
          <p:cNvPr id="58" name="Rectangle 4">
            <a:extLst>
              <a:ext uri="{FF2B5EF4-FFF2-40B4-BE49-F238E27FC236}">
                <a16:creationId xmlns:a16="http://schemas.microsoft.com/office/drawing/2014/main" id="{AC2D03E9-7C61-0A43-A247-276B596B9942}"/>
              </a:ext>
            </a:extLst>
          </p:cNvPr>
          <p:cNvSpPr txBox="1">
            <a:spLocks noChangeArrowheads="1"/>
          </p:cNvSpPr>
          <p:nvPr/>
        </p:nvSpPr>
        <p:spPr>
          <a:xfrm>
            <a:off x="845113" y="3321886"/>
            <a:ext cx="2857500" cy="137969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4319" indent="-221456" defTabSz="685800">
              <a:spcBef>
                <a:spcPts val="450"/>
              </a:spcBef>
              <a:buNone/>
              <a:defRPr/>
            </a:pPr>
            <a:endParaRPr lang="en-US" sz="1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Rectangle 58">
            <a:extLst>
              <a:ext uri="{FF2B5EF4-FFF2-40B4-BE49-F238E27FC236}">
                <a16:creationId xmlns:a16="http://schemas.microsoft.com/office/drawing/2014/main" id="{9033E5DB-6EA3-CE4C-B1A8-C9C804BDC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152" y="3112300"/>
            <a:ext cx="2605177" cy="1045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58366" indent="-258366" defTabSz="685800">
              <a:lnSpc>
                <a:spcPct val="90000"/>
              </a:lnSpc>
              <a:spcBef>
                <a:spcPts val="450"/>
              </a:spcBef>
              <a:buClr>
                <a:srgbClr val="3333CC"/>
              </a:buClr>
              <a:buSzPct val="85000"/>
              <a:defRPr/>
            </a:pPr>
            <a:r>
              <a:rPr lang="en-US" sz="1500" kern="1200" dirty="0">
                <a:solidFill>
                  <a:srgbClr val="FF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lang="en-US" sz="21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21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queue</a:t>
            </a:r>
            <a:r>
              <a:rPr lang="en-US" sz="2100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: queueing delay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time waiting at output link for transmission 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depends on congestion level of router</a:t>
            </a:r>
          </a:p>
        </p:txBody>
      </p:sp>
      <p:sp>
        <p:nvSpPr>
          <p:cNvPr id="77" name="Line 24">
            <a:extLst>
              <a:ext uri="{FF2B5EF4-FFF2-40B4-BE49-F238E27FC236}">
                <a16:creationId xmlns:a16="http://schemas.microsoft.com/office/drawing/2014/main" id="{79DB8C95-768E-854F-9CEA-5533DCECBE1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4385" y="1138147"/>
            <a:ext cx="556052" cy="2667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Rectangle 29">
            <a:extLst>
              <a:ext uri="{FF2B5EF4-FFF2-40B4-BE49-F238E27FC236}">
                <a16:creationId xmlns:a16="http://schemas.microsoft.com/office/drawing/2014/main" id="{9803C6B5-AE4A-F54B-86CB-D404B2A71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6909" y="1302454"/>
            <a:ext cx="110735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1" name="Rectangle 30">
            <a:extLst>
              <a:ext uri="{FF2B5EF4-FFF2-40B4-BE49-F238E27FC236}">
                <a16:creationId xmlns:a16="http://schemas.microsoft.com/office/drawing/2014/main" id="{2BFFBBBA-8F3E-7640-8D9F-E3A7047BB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7456" y="1356032"/>
            <a:ext cx="110734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2" name="Rectangle 31">
            <a:extLst>
              <a:ext uri="{FF2B5EF4-FFF2-40B4-BE49-F238E27FC236}">
                <a16:creationId xmlns:a16="http://schemas.microsoft.com/office/drawing/2014/main" id="{212ACD5F-D6C3-824B-9E9F-FCD292654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8907" y="1356032"/>
            <a:ext cx="110734" cy="150019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3" name="Line 35">
            <a:extLst>
              <a:ext uri="{FF2B5EF4-FFF2-40B4-BE49-F238E27FC236}">
                <a16:creationId xmlns:a16="http://schemas.microsoft.com/office/drawing/2014/main" id="{988CA620-4CC5-3D4B-81DA-0F82F93E3D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30172" y="1175734"/>
            <a:ext cx="275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Rectangle 38">
            <a:extLst>
              <a:ext uri="{FF2B5EF4-FFF2-40B4-BE49-F238E27FC236}">
                <a16:creationId xmlns:a16="http://schemas.microsoft.com/office/drawing/2014/main" id="{5F99C41D-D784-474B-94F5-AC4616175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5352" y="1309598"/>
            <a:ext cx="110735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5" name="Text Box 39">
            <a:extLst>
              <a:ext uri="{FF2B5EF4-FFF2-40B4-BE49-F238E27FC236}">
                <a16:creationId xmlns:a16="http://schemas.microsoft.com/office/drawing/2014/main" id="{4FBD0AA4-42C3-2B49-BDB1-0979DED2C5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6666" y="991330"/>
            <a:ext cx="132388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1800" kern="1200" dirty="0">
                <a:solidFill>
                  <a:srgbClr val="CC0000"/>
                </a:solidFill>
                <a:latin typeface="Calibri" panose="020F0502020204030204"/>
                <a:cs typeface="+mn-cs"/>
              </a:rPr>
              <a:t>propagation</a:t>
            </a:r>
            <a:endParaRPr lang="en-US" altLang="en-US" sz="1500" kern="1200" dirty="0">
              <a:solidFill>
                <a:srgbClr val="CC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86" name="Line 40">
            <a:extLst>
              <a:ext uri="{FF2B5EF4-FFF2-40B4-BE49-F238E27FC236}">
                <a16:creationId xmlns:a16="http://schemas.microsoft.com/office/drawing/2014/main" id="{7B62D1A5-A310-5848-8995-E8F4780C47C7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753979" y="1173753"/>
            <a:ext cx="23932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Line 45">
            <a:extLst>
              <a:ext uri="{FF2B5EF4-FFF2-40B4-BE49-F238E27FC236}">
                <a16:creationId xmlns:a16="http://schemas.microsoft.com/office/drawing/2014/main" id="{EDEDB796-E60B-E245-AAE8-8E7D4AD0954B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089595" y="1702504"/>
            <a:ext cx="2893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 Box 46">
            <a:extLst>
              <a:ext uri="{FF2B5EF4-FFF2-40B4-BE49-F238E27FC236}">
                <a16:creationId xmlns:a16="http://schemas.microsoft.com/office/drawing/2014/main" id="{EED5545D-BA61-2046-A423-41F4F0BC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5603" y="2018519"/>
            <a:ext cx="106471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1800" kern="1200" dirty="0">
                <a:solidFill>
                  <a:srgbClr val="CC0000"/>
                </a:solidFill>
                <a:latin typeface="Calibri" panose="020F0502020204030204"/>
                <a:cs typeface="+mn-cs"/>
              </a:rPr>
              <a:t>queueing</a:t>
            </a:r>
            <a:endParaRPr lang="en-US" altLang="en-US" sz="1500" kern="1200" dirty="0">
              <a:solidFill>
                <a:srgbClr val="CC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91" name="Line 47">
            <a:extLst>
              <a:ext uri="{FF2B5EF4-FFF2-40B4-BE49-F238E27FC236}">
                <a16:creationId xmlns:a16="http://schemas.microsoft.com/office/drawing/2014/main" id="{ACC9FCD3-B95B-4D4B-87FC-A93C4585FCF2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211045" y="1702503"/>
            <a:ext cx="446510" cy="414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Rectangle 3">
            <a:extLst>
              <a:ext uri="{FF2B5EF4-FFF2-40B4-BE49-F238E27FC236}">
                <a16:creationId xmlns:a16="http://schemas.microsoft.com/office/drawing/2014/main" id="{2521317A-C1CF-B84E-8D60-CC1E8C06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5932" y="2489717"/>
            <a:ext cx="4631496" cy="415528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2857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14313" indent="-214313" defTabSz="6858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75000"/>
              <a:defRPr/>
            </a:pPr>
            <a:r>
              <a:rPr lang="en-US" altLang="en-US" i="1" kern="1200" dirty="0" err="1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 err="1">
                <a:solidFill>
                  <a:srgbClr val="000000"/>
                </a:solidFill>
                <a:latin typeface="Calibri" panose="020F0502020204030204"/>
                <a:cs typeface="+mn-cs"/>
              </a:rPr>
              <a:t>nodal</a:t>
            </a:r>
            <a:r>
              <a:rPr lang="en-US" altLang="en-US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 = </a:t>
            </a:r>
            <a:r>
              <a:rPr lang="en-US" altLang="en-US" i="1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queue</a:t>
            </a:r>
            <a:r>
              <a:rPr lang="en-US" altLang="en-US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 + </a:t>
            </a:r>
            <a:r>
              <a:rPr lang="en-US" altLang="en-US" i="1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trans</a:t>
            </a:r>
            <a:r>
              <a:rPr lang="en-US" altLang="en-US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 +  </a:t>
            </a:r>
            <a:r>
              <a:rPr lang="en-US" altLang="en-US" i="1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d</a:t>
            </a:r>
            <a:r>
              <a:rPr lang="en-US" altLang="en-US" kern="1200" baseline="-250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prop</a:t>
            </a:r>
            <a:endParaRPr lang="en-US" altLang="en-US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93" name="Line 25">
            <a:extLst>
              <a:ext uri="{FF2B5EF4-FFF2-40B4-BE49-F238E27FC236}">
                <a16:creationId xmlns:a16="http://schemas.microsoft.com/office/drawing/2014/main" id="{F5D3A1C5-3798-AA4A-9717-BC9CD2814C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12974" y="1542960"/>
            <a:ext cx="551510" cy="41245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Rectangle 32">
            <a:extLst>
              <a:ext uri="{FF2B5EF4-FFF2-40B4-BE49-F238E27FC236}">
                <a16:creationId xmlns:a16="http://schemas.microsoft.com/office/drawing/2014/main" id="{499B4666-F248-7346-9FEA-7936F1E56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8027" y="1281023"/>
            <a:ext cx="110735" cy="15001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95" name="Line 33">
            <a:extLst>
              <a:ext uri="{FF2B5EF4-FFF2-40B4-BE49-F238E27FC236}">
                <a16:creationId xmlns:a16="http://schemas.microsoft.com/office/drawing/2014/main" id="{468D7A2B-9164-6E4A-96CE-D29F370409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1117" y="1233397"/>
            <a:ext cx="1583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Text Box 36">
            <a:extLst>
              <a:ext uri="{FF2B5EF4-FFF2-40B4-BE49-F238E27FC236}">
                <a16:creationId xmlns:a16="http://schemas.microsoft.com/office/drawing/2014/main" id="{3AB8F241-2337-4244-89DF-4C80D59B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1237" y="901213"/>
            <a:ext cx="340158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srgbClr val="000000"/>
                </a:solidFill>
                <a:latin typeface="Calibri" panose="020F0502020204030204"/>
                <a:cs typeface="+mn-cs"/>
              </a:rPr>
              <a:t>A</a:t>
            </a:r>
          </a:p>
        </p:txBody>
      </p:sp>
      <p:sp>
        <p:nvSpPr>
          <p:cNvPr id="97" name="Text Box 37">
            <a:extLst>
              <a:ext uri="{FF2B5EF4-FFF2-40B4-BE49-F238E27FC236}">
                <a16:creationId xmlns:a16="http://schemas.microsoft.com/office/drawing/2014/main" id="{68CF5C6F-336B-3C4A-90BF-D34A02874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2795" y="1615588"/>
            <a:ext cx="330540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2100" kern="1200" dirty="0">
                <a:solidFill>
                  <a:prstClr val="black"/>
                </a:solidFill>
                <a:latin typeface="Calibri" panose="020F0502020204030204"/>
                <a:cs typeface="+mn-cs"/>
              </a:rPr>
              <a:t>B</a:t>
            </a:r>
          </a:p>
        </p:txBody>
      </p:sp>
      <p:grpSp>
        <p:nvGrpSpPr>
          <p:cNvPr id="98" name="Group 66">
            <a:extLst>
              <a:ext uri="{FF2B5EF4-FFF2-40B4-BE49-F238E27FC236}">
                <a16:creationId xmlns:a16="http://schemas.microsoft.com/office/drawing/2014/main" id="{7A33E76B-0B7D-BD4C-95A3-F5F9B6632736}"/>
              </a:ext>
            </a:extLst>
          </p:cNvPr>
          <p:cNvGrpSpPr>
            <a:grpSpLocks/>
          </p:cNvGrpSpPr>
          <p:nvPr/>
        </p:nvGrpSpPr>
        <p:grpSpPr bwMode="auto">
          <a:xfrm>
            <a:off x="2391170" y="901213"/>
            <a:ext cx="584629" cy="509588"/>
            <a:chOff x="-44" y="1473"/>
            <a:chExt cx="981" cy="1105"/>
          </a:xfrm>
        </p:grpSpPr>
        <p:pic>
          <p:nvPicPr>
            <p:cNvPr id="116" name="Picture 67" descr="desktop_computer_stylized_medium">
              <a:extLst>
                <a:ext uri="{FF2B5EF4-FFF2-40B4-BE49-F238E27FC236}">
                  <a16:creationId xmlns:a16="http://schemas.microsoft.com/office/drawing/2014/main" id="{388E3E99-7752-0140-B682-2CFDCCFDA0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7" name="Freeform 68">
              <a:extLst>
                <a:ext uri="{FF2B5EF4-FFF2-40B4-BE49-F238E27FC236}">
                  <a16:creationId xmlns:a16="http://schemas.microsoft.com/office/drawing/2014/main" id="{C233087D-1E28-874B-99E3-90A56E5DA7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9" name="Group 69">
            <a:extLst>
              <a:ext uri="{FF2B5EF4-FFF2-40B4-BE49-F238E27FC236}">
                <a16:creationId xmlns:a16="http://schemas.microsoft.com/office/drawing/2014/main" id="{53B22ADC-2C36-5141-AAAC-31B53FC8C1F4}"/>
              </a:ext>
            </a:extLst>
          </p:cNvPr>
          <p:cNvGrpSpPr>
            <a:grpSpLocks/>
          </p:cNvGrpSpPr>
          <p:nvPr/>
        </p:nvGrpSpPr>
        <p:grpSpPr bwMode="auto">
          <a:xfrm>
            <a:off x="2384276" y="1656439"/>
            <a:ext cx="584630" cy="509588"/>
            <a:chOff x="-44" y="1473"/>
            <a:chExt cx="981" cy="1105"/>
          </a:xfrm>
        </p:grpSpPr>
        <p:pic>
          <p:nvPicPr>
            <p:cNvPr id="114" name="Picture 70" descr="desktop_computer_stylized_medium">
              <a:extLst>
                <a:ext uri="{FF2B5EF4-FFF2-40B4-BE49-F238E27FC236}">
                  <a16:creationId xmlns:a16="http://schemas.microsoft.com/office/drawing/2014/main" id="{DA4C023E-F595-544A-9929-08480475A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5" name="Freeform 71">
              <a:extLst>
                <a:ext uri="{FF2B5EF4-FFF2-40B4-BE49-F238E27FC236}">
                  <a16:creationId xmlns:a16="http://schemas.microsoft.com/office/drawing/2014/main" id="{BD3780DD-1306-2540-89B8-0A42DEECFC6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defTabSz="685800">
                <a:buClrTx/>
                <a:defRPr/>
              </a:pPr>
              <a:endParaRPr lang="en-US" sz="1500" kern="12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0" name="Text Box 41">
            <a:extLst>
              <a:ext uri="{FF2B5EF4-FFF2-40B4-BE49-F238E27FC236}">
                <a16:creationId xmlns:a16="http://schemas.microsoft.com/office/drawing/2014/main" id="{488CD73E-ECC7-E842-9578-1478C5F117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3591" y="659892"/>
            <a:ext cx="137255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r>
              <a:rPr lang="en-US" altLang="en-US" sz="1800" kern="1200" dirty="0">
                <a:solidFill>
                  <a:srgbClr val="CC0000"/>
                </a:solidFill>
                <a:latin typeface="Calibri" panose="020F0502020204030204"/>
                <a:cs typeface="+mn-cs"/>
              </a:rPr>
              <a:t>transmission</a:t>
            </a:r>
          </a:p>
        </p:txBody>
      </p:sp>
      <p:sp>
        <p:nvSpPr>
          <p:cNvPr id="101" name="Line 42">
            <a:extLst>
              <a:ext uri="{FF2B5EF4-FFF2-40B4-BE49-F238E27FC236}">
                <a16:creationId xmlns:a16="http://schemas.microsoft.com/office/drawing/2014/main" id="{B22F26F3-A41E-8848-BDA7-FE528ACF22F9}"/>
              </a:ext>
            </a:extLst>
          </p:cNvPr>
          <p:cNvSpPr>
            <a:spLocks noChangeShapeType="1"/>
          </p:cNvSpPr>
          <p:nvPr/>
        </p:nvSpPr>
        <p:spPr bwMode="auto">
          <a:xfrm rot="10800000" flipH="1" flipV="1">
            <a:off x="3977670" y="883354"/>
            <a:ext cx="396500" cy="400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ectangle 31">
            <a:extLst>
              <a:ext uri="{FF2B5EF4-FFF2-40B4-BE49-F238E27FC236}">
                <a16:creationId xmlns:a16="http://schemas.microsoft.com/office/drawing/2014/main" id="{9C43DB7F-CC6C-3D47-AEBE-0F3B6F741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0457" y="1773122"/>
            <a:ext cx="104830" cy="138898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685800">
              <a:buClrTx/>
              <a:defRPr/>
            </a:pPr>
            <a:endParaRPr lang="en-US" altLang="en-US" sz="2100" kern="1200" dirty="0">
              <a:solidFill>
                <a:srgbClr val="000000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104" name="Line 33">
            <a:extLst>
              <a:ext uri="{FF2B5EF4-FFF2-40B4-BE49-F238E27FC236}">
                <a16:creationId xmlns:a16="http://schemas.microsoft.com/office/drawing/2014/main" id="{1420A34E-BA5D-D248-8FAC-DCC28151FB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1954" y="1750335"/>
            <a:ext cx="164760" cy="12145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685800">
              <a:buClrTx/>
              <a:defRPr/>
            </a:pP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E58503-FA9B-1542-A0D6-E85B92D1E5BA}"/>
              </a:ext>
            </a:extLst>
          </p:cNvPr>
          <p:cNvCxnSpPr/>
          <p:nvPr/>
        </p:nvCxnSpPr>
        <p:spPr>
          <a:xfrm>
            <a:off x="4609063" y="1479340"/>
            <a:ext cx="254174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49D3C3B-F6BB-8747-AE74-C4B438FB99F4}"/>
              </a:ext>
            </a:extLst>
          </p:cNvPr>
          <p:cNvGrpSpPr/>
          <p:nvPr/>
        </p:nvGrpSpPr>
        <p:grpSpPr>
          <a:xfrm>
            <a:off x="6941889" y="1134114"/>
            <a:ext cx="1133514" cy="647753"/>
            <a:chOff x="7493876" y="2774731"/>
            <a:chExt cx="1481958" cy="894622"/>
          </a:xfrm>
        </p:grpSpPr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5D7E8999-C7DA-4C41-AF40-118E015147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     </a:t>
              </a: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21FE0DA3-6E20-DC4B-8111-DD2816780A5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buClrTx/>
                <a:defRPr/>
              </a:pPr>
              <a:r>
                <a:rPr lang="en-US" sz="1350" kern="1200" dirty="0">
                  <a:solidFill>
                    <a:prstClr val="white"/>
                  </a:solidFill>
                  <a:latin typeface="Calibri" panose="020F0502020204030204"/>
                </a:rPr>
                <a:t>              </a:t>
              </a:r>
            </a:p>
          </p:txBody>
        </p: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227FD192-76B7-BB4E-8D74-8B6F33DBA7D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30CC598-6AE0-744A-9CEF-611CD26990D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F0B09B4D-82A4-6D4A-B104-F100560C44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7CB1C4B0-5780-D24E-8D85-35BA5CE4255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78B6DE2-15CA-DC49-A0BD-10E78562E1D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>
                  <a:buClrTx/>
                  <a:defRPr/>
                </a:pPr>
                <a:endParaRPr lang="en-US" sz="1350" kern="1200" dirty="0">
                  <a:solidFill>
                    <a:prstClr val="white"/>
                  </a:solidFill>
                  <a:latin typeface="Calibri" panose="020F0502020204030204"/>
                </a:endParaRPr>
              </a:p>
            </p:txBody>
          </p:sp>
        </p:grpSp>
      </p:grpSp>
      <p:sp>
        <p:nvSpPr>
          <p:cNvPr id="52" name="Rectangle 3">
            <a:extLst>
              <a:ext uri="{FF2B5EF4-FFF2-40B4-BE49-F238E27FC236}">
                <a16:creationId xmlns:a16="http://schemas.microsoft.com/office/drawing/2014/main" id="{A295C9C7-DA39-ED42-847F-83EE93D04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8047" y="3112300"/>
            <a:ext cx="3179005" cy="15585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57175" indent="-257175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SzPct val="65000"/>
              <a:defRPr/>
            </a:pPr>
            <a:r>
              <a:rPr lang="en-US" sz="21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21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lang="en-US" sz="2100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: transmission delay: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L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packet length (bits) 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R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link 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transmission rate (bps)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i="1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lang="en-US" sz="18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= L/R</a:t>
            </a:r>
          </a:p>
        </p:txBody>
      </p:sp>
      <p:sp>
        <p:nvSpPr>
          <p:cNvPr id="53" name="Rectangle 4">
            <a:extLst>
              <a:ext uri="{FF2B5EF4-FFF2-40B4-BE49-F238E27FC236}">
                <a16:creationId xmlns:a16="http://schemas.microsoft.com/office/drawing/2014/main" id="{4367B5FB-6961-314F-9C99-C943E30E4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9763" y="3112300"/>
            <a:ext cx="3433318" cy="1643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57175" indent="-257175" defTabSz="6858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defRPr/>
            </a:pPr>
            <a:r>
              <a:rPr lang="en-US" sz="21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21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lang="en-US" sz="2100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: propagation delay:</a:t>
            </a:r>
            <a:endParaRPr lang="en-US" sz="1350" kern="1200" dirty="0">
              <a:solidFill>
                <a:srgbClr val="CC0000"/>
              </a:solidFill>
              <a:latin typeface="Calibri" panose="020F0502020204030204"/>
              <a:ea typeface="ＭＳ Ｐゴシック" charset="0"/>
              <a:cs typeface="ＭＳ Ｐゴシック" charset="0"/>
            </a:endParaRP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length of physical link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: propagation speed (~2x10</a:t>
            </a:r>
            <a:r>
              <a:rPr lang="en-US" sz="1800" kern="1200" baseline="30000" dirty="0">
                <a:latin typeface="Calibri" panose="020F0502020204030204"/>
                <a:ea typeface="ＭＳ Ｐゴシック" charset="0"/>
                <a:cs typeface="ＭＳ Ｐゴシック" charset="0"/>
              </a:rPr>
              <a:t>8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 m/sec)</a:t>
            </a:r>
          </a:p>
          <a:p>
            <a:pPr marL="173831" indent="-173831" defTabSz="685800">
              <a:lnSpc>
                <a:spcPct val="90000"/>
              </a:lnSpc>
              <a:spcBef>
                <a:spcPts val="450"/>
              </a:spcBef>
              <a:buClr>
                <a:srgbClr val="000099"/>
              </a:buClr>
              <a:buFont typeface="Wingdings" charset="0"/>
              <a:buChar char="§"/>
              <a:defRPr/>
            </a:pPr>
            <a:r>
              <a:rPr lang="en-US" sz="1800" i="1" kern="12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kern="1200" baseline="-25000" dirty="0">
                <a:solidFill>
                  <a:srgbClr val="CC0000"/>
                </a:solidFill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 = 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lang="en-US" sz="1800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/</a:t>
            </a:r>
            <a:r>
              <a:rPr lang="en-US" sz="1800" i="1" kern="1200" dirty="0"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114893-DF20-B64F-71DF-D751A1CC3FA0}"/>
              </a:ext>
            </a:extLst>
          </p:cNvPr>
          <p:cNvSpPr txBox="1"/>
          <p:nvPr/>
        </p:nvSpPr>
        <p:spPr>
          <a:xfrm>
            <a:off x="7355270" y="56799"/>
            <a:ext cx="1704506" cy="461665"/>
          </a:xfrm>
          <a:prstGeom prst="rect">
            <a:avLst/>
          </a:prstGeom>
          <a:solidFill>
            <a:srgbClr val="ED7D31"/>
          </a:solidFill>
          <a:ln w="38100" cap="flat" cmpd="sng" algn="ctr">
            <a:solidFill>
              <a:srgbClr val="ED7D31">
                <a:shade val="15000"/>
              </a:srgbClr>
            </a:solidFill>
            <a:prstDash val="solid"/>
            <a:miter lim="800000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IMPORTANT</a:t>
            </a:r>
            <a:endParaRPr kumimoji="0" lang="en-SE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28A315-E06F-7067-763F-5162A92F118B}"/>
              </a:ext>
            </a:extLst>
          </p:cNvPr>
          <p:cNvSpPr txBox="1"/>
          <p:nvPr/>
        </p:nvSpPr>
        <p:spPr>
          <a:xfrm>
            <a:off x="34756" y="1439199"/>
            <a:ext cx="2372098" cy="9541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Calibri" panose="020F0502020204030204"/>
                <a:ea typeface="+mn-ea"/>
                <a:cs typeface="+mn-cs"/>
              </a:rPr>
              <a:t>The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nodal processing delay (check bit errors, determine output link) is typically very small and can be ignored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52051D34-E511-DC25-4D7F-8A9B323C6554}"/>
              </a:ext>
            </a:extLst>
          </p:cNvPr>
          <p:cNvSpPr txBox="1">
            <a:spLocks/>
          </p:cNvSpPr>
          <p:nvPr/>
        </p:nvSpPr>
        <p:spPr>
          <a:xfrm>
            <a:off x="8505650" y="4705519"/>
            <a:ext cx="548700" cy="29920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fld id="{00000000-1234-1234-1234-123412341234}" type="slidenum">
              <a:rPr lang="en" sz="1000" smtClean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pPr algn="r"/>
              <a:t>27</a:t>
            </a:fld>
            <a:endParaRPr lang="en" sz="1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204F9-FA59-AF69-AA07-CD0652608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45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  <p:bldP spid="75" grpId="0"/>
      <p:bldP spid="52" grpId="0"/>
      <p:bldP spid="5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6a8a0962f5_0_62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/>
              <a:t>Transmission Delay</a:t>
            </a:r>
            <a:endParaRPr/>
          </a:p>
        </p:txBody>
      </p:sp>
      <p:sp>
        <p:nvSpPr>
          <p:cNvPr id="182" name="Google Shape;182;g36a8a0962f5_0_62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2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●"/>
            </a:pPr>
            <a:r>
              <a:rPr lang="en" sz="2000">
                <a:solidFill>
                  <a:srgbClr val="000000"/>
                </a:solidFill>
              </a:rPr>
              <a:t>How long it takes for the all bits in the packet to get on the wire</a:t>
            </a:r>
            <a:endParaRPr sz="2000">
              <a:solidFill>
                <a:srgbClr val="000000"/>
              </a:solidFill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○"/>
            </a:pPr>
            <a:r>
              <a:rPr lang="en" sz="2000">
                <a:solidFill>
                  <a:srgbClr val="000000"/>
                </a:solidFill>
              </a:rPr>
              <a:t>The time between when the first and last bits enter the link</a:t>
            </a:r>
            <a:endParaRPr sz="2000">
              <a:solidFill>
                <a:srgbClr val="000000"/>
              </a:solidFill>
            </a:endParaRPr>
          </a:p>
          <a:p>
            <a:pPr marL="3429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●"/>
            </a:pPr>
            <a:r>
              <a:rPr lang="en" sz="2000">
                <a:solidFill>
                  <a:srgbClr val="000000"/>
                </a:solidFill>
              </a:rPr>
              <a:t>Limited by the </a:t>
            </a:r>
            <a:r>
              <a:rPr lang="en" sz="2000" b="1">
                <a:solidFill>
                  <a:srgbClr val="000000"/>
                </a:solidFill>
              </a:rPr>
              <a:t>bandwidth</a:t>
            </a:r>
            <a:endParaRPr sz="2000" b="1">
              <a:solidFill>
                <a:srgbClr val="000000"/>
              </a:solidFill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○"/>
            </a:pPr>
            <a:r>
              <a:rPr lang="en" sz="2000" b="1">
                <a:solidFill>
                  <a:srgbClr val="000000"/>
                </a:solidFill>
              </a:rPr>
              <a:t>Bandwidth</a:t>
            </a:r>
            <a:r>
              <a:rPr lang="en" sz="2000">
                <a:solidFill>
                  <a:srgbClr val="000000"/>
                </a:solidFill>
              </a:rPr>
              <a:t>: Number of bits you can send through a wire per unit of time</a:t>
            </a:r>
            <a:endParaRPr sz="2000">
              <a:solidFill>
                <a:srgbClr val="000000"/>
              </a:solidFill>
            </a:endParaRPr>
          </a:p>
        </p:txBody>
      </p:sp>
      <p:sp>
        <p:nvSpPr>
          <p:cNvPr id="183" name="Google Shape;183;g36a8a0962f5_0_623"/>
          <p:cNvSpPr/>
          <p:nvPr/>
        </p:nvSpPr>
        <p:spPr>
          <a:xfrm rot="-5400000">
            <a:off x="4817941" y="1040790"/>
            <a:ext cx="580800" cy="3612900"/>
          </a:xfrm>
          <a:prstGeom prst="can">
            <a:avLst>
              <a:gd name="adj" fmla="val 25000"/>
            </a:avLst>
          </a:prstGeom>
          <a:solidFill>
            <a:srgbClr val="C9DAF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g36a8a0962f5_0_623"/>
          <p:cNvSpPr txBox="1"/>
          <p:nvPr/>
        </p:nvSpPr>
        <p:spPr>
          <a:xfrm>
            <a:off x="3712066" y="2712271"/>
            <a:ext cx="2870369" cy="2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Capacity = Prop. Delay × Bandwidth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5" name="Google Shape;185;g36a8a0962f5_0_623"/>
          <p:cNvGrpSpPr/>
          <p:nvPr/>
        </p:nvGrpSpPr>
        <p:grpSpPr>
          <a:xfrm>
            <a:off x="2988241" y="2557145"/>
            <a:ext cx="179700" cy="581004"/>
            <a:chOff x="2338450" y="3338450"/>
            <a:chExt cx="179700" cy="836700"/>
          </a:xfrm>
        </p:grpSpPr>
        <p:cxnSp>
          <p:nvCxnSpPr>
            <p:cNvPr id="186" name="Google Shape;186;g36a8a0962f5_0_623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" name="Google Shape;187;g36a8a0962f5_0_623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g36a8a0962f5_0_623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9" name="Google Shape;189;g36a8a0962f5_0_623"/>
          <p:cNvSpPr txBox="1"/>
          <p:nvPr/>
        </p:nvSpPr>
        <p:spPr>
          <a:xfrm>
            <a:off x="2088241" y="2712200"/>
            <a:ext cx="9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90" name="Google Shape;190;g36a8a0962f5_0_623"/>
          <p:cNvGrpSpPr/>
          <p:nvPr/>
        </p:nvGrpSpPr>
        <p:grpSpPr>
          <a:xfrm rot="5400000">
            <a:off x="5044939" y="637199"/>
            <a:ext cx="204624" cy="3473309"/>
            <a:chOff x="2338450" y="3338450"/>
            <a:chExt cx="179700" cy="836700"/>
          </a:xfrm>
        </p:grpSpPr>
        <p:cxnSp>
          <p:nvCxnSpPr>
            <p:cNvPr id="191" name="Google Shape;191;g36a8a0962f5_0_623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2" name="Google Shape;192;g36a8a0962f5_0_623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3" name="Google Shape;193;g36a8a0962f5_0_623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4" name="Google Shape;194;g36a8a0962f5_0_623"/>
          <p:cNvSpPr txBox="1"/>
          <p:nvPr/>
        </p:nvSpPr>
        <p:spPr>
          <a:xfrm>
            <a:off x="4364704" y="2072125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00" name="Google Shape;200;g36a8a0962f5_0_38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94149" y="3552689"/>
            <a:ext cx="4314825" cy="650081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g36a8a0962f5_0_384"/>
          <p:cNvSpPr/>
          <p:nvPr/>
        </p:nvSpPr>
        <p:spPr>
          <a:xfrm>
            <a:off x="5280799" y="3897564"/>
            <a:ext cx="1434600" cy="177000"/>
          </a:xfrm>
          <a:prstGeom prst="rect">
            <a:avLst/>
          </a:prstGeom>
          <a:solidFill>
            <a:srgbClr val="0C5394">
              <a:alpha val="284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2" name="Google Shape;202;g36a8a0962f5_0_384"/>
          <p:cNvCxnSpPr>
            <a:stCxn id="201" idx="2"/>
          </p:cNvCxnSpPr>
          <p:nvPr/>
        </p:nvCxnSpPr>
        <p:spPr>
          <a:xfrm flipH="1">
            <a:off x="4710799" y="4074564"/>
            <a:ext cx="1287300" cy="560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3" name="Google Shape;203;g36a8a0962f5_0_384"/>
          <p:cNvSpPr txBox="1"/>
          <p:nvPr/>
        </p:nvSpPr>
        <p:spPr>
          <a:xfrm>
            <a:off x="2794161" y="4573801"/>
            <a:ext cx="3783600" cy="368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" sz="1600" b="1" i="0" u="none" strike="noStrike" cap="none" dirty="0">
                <a:solidFill>
                  <a:srgbClr val="0C5394"/>
                </a:solidFill>
                <a:latin typeface="Roboto"/>
                <a:ea typeface="Roboto"/>
                <a:cs typeface="Roboto"/>
                <a:sym typeface="Roboto"/>
              </a:rPr>
              <a:t>bits</a:t>
            </a:r>
            <a:r>
              <a:rPr lang="en" sz="1600" i="0" u="none" strike="noStrike" cap="none" dirty="0">
                <a:solidFill>
                  <a:srgbClr val="0C5394"/>
                </a:solidFill>
                <a:latin typeface="Roboto"/>
                <a:ea typeface="Roboto"/>
                <a:cs typeface="Roboto"/>
                <a:sym typeface="Roboto"/>
              </a:rPr>
              <a:t>/second</a:t>
            </a:r>
            <a:endParaRPr sz="1600" i="0" u="none" strike="noStrike" cap="none" dirty="0">
              <a:solidFill>
                <a:srgbClr val="0C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7CE7C3-D336-2329-5AF0-5F37C5D54BB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a8a0962f5_0_40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/>
              <a:t>Propagation Delay (latency)</a:t>
            </a:r>
            <a:endParaRPr/>
          </a:p>
        </p:txBody>
      </p:sp>
      <p:sp>
        <p:nvSpPr>
          <p:cNvPr id="230" name="Google Shape;230;g36a8a0962f5_0_408"/>
          <p:cNvSpPr txBox="1">
            <a:spLocks noGrp="1"/>
          </p:cNvSpPr>
          <p:nvPr>
            <p:ph type="body" idx="4294967295"/>
          </p:nvPr>
        </p:nvSpPr>
        <p:spPr>
          <a:xfrm>
            <a:off x="107050" y="402200"/>
            <a:ext cx="8909700" cy="17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●"/>
            </a:pPr>
            <a:r>
              <a:rPr lang="en" sz="2000" dirty="0">
                <a:solidFill>
                  <a:srgbClr val="000000"/>
                </a:solidFill>
              </a:rPr>
              <a:t>End-to-end transmission time of one bit</a:t>
            </a:r>
            <a:endParaRPr sz="2000" dirty="0">
              <a:solidFill>
                <a:srgbClr val="000000"/>
              </a:solidFill>
            </a:endParaRPr>
          </a:p>
          <a:p>
            <a:pPr marL="3429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●"/>
            </a:pPr>
            <a:r>
              <a:rPr lang="en" sz="2000" dirty="0">
                <a:solidFill>
                  <a:srgbClr val="000000"/>
                </a:solidFill>
              </a:rPr>
              <a:t>Depends on the </a:t>
            </a:r>
            <a:r>
              <a:rPr lang="en" sz="2000" b="1" dirty="0">
                <a:solidFill>
                  <a:srgbClr val="000000"/>
                </a:solidFill>
              </a:rPr>
              <a:t>length of the link</a:t>
            </a:r>
            <a:endParaRPr sz="2000" b="1" dirty="0">
              <a:solidFill>
                <a:srgbClr val="000000"/>
              </a:solidFill>
            </a:endParaRPr>
          </a:p>
          <a:p>
            <a:pPr marL="342900" lvl="0" indent="-3175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2000"/>
              <a:buChar char="●"/>
            </a:pPr>
            <a:r>
              <a:rPr lang="en" sz="2000" dirty="0">
                <a:solidFill>
                  <a:srgbClr val="000000"/>
                </a:solidFill>
              </a:rPr>
              <a:t>Limited by propagation speed of link (speed of light</a:t>
            </a:r>
            <a:r>
              <a:rPr lang="en" sz="2000" b="1" dirty="0">
                <a:solidFill>
                  <a:srgbClr val="000000"/>
                </a:solidFill>
              </a:rPr>
              <a:t>)</a:t>
            </a:r>
            <a:endParaRPr sz="2000" dirty="0">
              <a:solidFill>
                <a:srgbClr val="000000"/>
              </a:solidFill>
            </a:endParaRPr>
          </a:p>
          <a:p>
            <a:pPr marL="3429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●"/>
            </a:pPr>
            <a:r>
              <a:rPr lang="en" sz="2000" u="sng" dirty="0">
                <a:solidFill>
                  <a:srgbClr val="000000"/>
                </a:solidFill>
              </a:rPr>
              <a:t>Does </a:t>
            </a:r>
            <a:r>
              <a:rPr lang="en" sz="2000" i="1" u="sng" dirty="0">
                <a:solidFill>
                  <a:srgbClr val="000000"/>
                </a:solidFill>
              </a:rPr>
              <a:t>NOT</a:t>
            </a:r>
            <a:r>
              <a:rPr lang="en" sz="2000" u="sng" dirty="0">
                <a:solidFill>
                  <a:srgbClr val="000000"/>
                </a:solidFill>
              </a:rPr>
              <a:t> depend on the size of the packet</a:t>
            </a:r>
            <a:endParaRPr sz="2000" u="sng" dirty="0">
              <a:solidFill>
                <a:srgbClr val="000000"/>
              </a:solidFill>
            </a:endParaRPr>
          </a:p>
        </p:txBody>
      </p:sp>
      <p:sp>
        <p:nvSpPr>
          <p:cNvPr id="231" name="Google Shape;231;g36a8a0962f5_0_408"/>
          <p:cNvSpPr/>
          <p:nvPr/>
        </p:nvSpPr>
        <p:spPr>
          <a:xfrm rot="-5400000">
            <a:off x="4619533" y="1238687"/>
            <a:ext cx="580800" cy="3612900"/>
          </a:xfrm>
          <a:prstGeom prst="can">
            <a:avLst>
              <a:gd name="adj" fmla="val 25000"/>
            </a:avLst>
          </a:prstGeom>
          <a:solidFill>
            <a:srgbClr val="C9DAF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2" name="Google Shape;232;g36a8a0962f5_0_408"/>
          <p:cNvSpPr txBox="1"/>
          <p:nvPr/>
        </p:nvSpPr>
        <p:spPr>
          <a:xfrm>
            <a:off x="3711583" y="2910097"/>
            <a:ext cx="239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33" name="Google Shape;233;g36a8a0962f5_0_408"/>
          <p:cNvGrpSpPr/>
          <p:nvPr/>
        </p:nvGrpSpPr>
        <p:grpSpPr>
          <a:xfrm>
            <a:off x="2789833" y="2755042"/>
            <a:ext cx="179700" cy="581004"/>
            <a:chOff x="2338450" y="3338450"/>
            <a:chExt cx="179700" cy="836700"/>
          </a:xfrm>
        </p:grpSpPr>
        <p:cxnSp>
          <p:nvCxnSpPr>
            <p:cNvPr id="234" name="Google Shape;234;g36a8a0962f5_0_408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5" name="Google Shape;235;g36a8a0962f5_0_408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6" name="Google Shape;236;g36a8a0962f5_0_408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37" name="Google Shape;237;g36a8a0962f5_0_408"/>
          <p:cNvSpPr txBox="1"/>
          <p:nvPr/>
        </p:nvSpPr>
        <p:spPr>
          <a:xfrm>
            <a:off x="1889833" y="2910097"/>
            <a:ext cx="9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38" name="Google Shape;238;g36a8a0962f5_0_408"/>
          <p:cNvGrpSpPr/>
          <p:nvPr/>
        </p:nvGrpSpPr>
        <p:grpSpPr>
          <a:xfrm rot="5400000">
            <a:off x="4846531" y="835096"/>
            <a:ext cx="204624" cy="3473309"/>
            <a:chOff x="2338450" y="3338450"/>
            <a:chExt cx="179700" cy="836700"/>
          </a:xfrm>
        </p:grpSpPr>
        <p:cxnSp>
          <p:nvCxnSpPr>
            <p:cNvPr id="239" name="Google Shape;239;g36a8a0962f5_0_408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0" name="Google Shape;240;g36a8a0962f5_0_408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1" name="Google Shape;241;g36a8a0962f5_0_408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2" name="Google Shape;242;g36a8a0962f5_0_408"/>
          <p:cNvSpPr txBox="1"/>
          <p:nvPr/>
        </p:nvSpPr>
        <p:spPr>
          <a:xfrm>
            <a:off x="4166296" y="2270022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FDEB56-3FD5-3670-7957-3CAEAE1620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  <p:pic>
        <p:nvPicPr>
          <p:cNvPr id="3" name="Google Shape;248;g36a8a0962f5_0_419">
            <a:extLst>
              <a:ext uri="{FF2B5EF4-FFF2-40B4-BE49-F238E27FC236}">
                <a16:creationId xmlns:a16="http://schemas.microsoft.com/office/drawing/2014/main" id="{3C76008C-D089-BC2A-548B-BB669C3454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94824" y="3626141"/>
            <a:ext cx="5781276" cy="580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g36a8a0962f5_0_4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969533" y="4309948"/>
            <a:ext cx="3750469" cy="55006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BBBE30-C49F-1123-05B9-8CB8C0374AF0}"/>
              </a:ext>
            </a:extLst>
          </p:cNvPr>
          <p:cNvSpPr txBox="1"/>
          <p:nvPr/>
        </p:nvSpPr>
        <p:spPr>
          <a:xfrm>
            <a:off x="2460358" y="4402746"/>
            <a:ext cx="643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e.g.,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70503395f7_0_50"/>
          <p:cNvSpPr/>
          <p:nvPr/>
        </p:nvSpPr>
        <p:spPr>
          <a:xfrm>
            <a:off x="3355163" y="2794175"/>
            <a:ext cx="2442750" cy="1950050"/>
          </a:xfrm>
          <a:custGeom>
            <a:avLst/>
            <a:gdLst/>
            <a:ahLst/>
            <a:cxnLst/>
            <a:rect l="l" t="t" r="r" b="b"/>
            <a:pathLst>
              <a:path w="97710" h="78002" extrusionOk="0">
                <a:moveTo>
                  <a:pt x="0" y="0"/>
                </a:moveTo>
                <a:lnTo>
                  <a:pt x="97710" y="26181"/>
                </a:lnTo>
                <a:lnTo>
                  <a:pt x="97710" y="78002"/>
                </a:lnTo>
                <a:lnTo>
                  <a:pt x="34" y="51830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5" name="Google Shape;275;g370503395f7_0_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     </a:t>
            </a:r>
            <a:r>
              <a:rPr lang="en">
                <a:solidFill>
                  <a:schemeClr val="accent2"/>
                </a:solidFill>
              </a:rPr>
              <a:t>Transmission Delay</a:t>
            </a:r>
            <a:r>
              <a:rPr lang="en"/>
              <a:t>	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276" name="Google Shape;276;g370503395f7_0_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77" name="Google Shape;277;g370503395f7_0_50"/>
          <p:cNvCxnSpPr/>
          <p:nvPr/>
        </p:nvCxnSpPr>
        <p:spPr>
          <a:xfrm>
            <a:off x="3355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g370503395f7_0_50"/>
          <p:cNvCxnSpPr/>
          <p:nvPr/>
        </p:nvCxnSpPr>
        <p:spPr>
          <a:xfrm>
            <a:off x="5799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9" name="Google Shape;279;g370503395f7_0_50"/>
          <p:cNvSpPr/>
          <p:nvPr/>
        </p:nvSpPr>
        <p:spPr>
          <a:xfrm>
            <a:off x="5656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g370503395f7_0_50"/>
          <p:cNvSpPr/>
          <p:nvPr/>
        </p:nvSpPr>
        <p:spPr>
          <a:xfrm>
            <a:off x="3212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1" name="Google Shape;281;g370503395f7_0_50"/>
          <p:cNvCxnSpPr>
            <a:stCxn id="280" idx="6"/>
            <a:endCxn id="279" idx="2"/>
          </p:cNvCxnSpPr>
          <p:nvPr/>
        </p:nvCxnSpPr>
        <p:spPr>
          <a:xfrm>
            <a:off x="3497838" y="201207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2" name="Google Shape;282;g370503395f7_0_50"/>
          <p:cNvSpPr txBox="1"/>
          <p:nvPr/>
        </p:nvSpPr>
        <p:spPr>
          <a:xfrm>
            <a:off x="3355350" y="153481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3" name="Google Shape;283;g370503395f7_0_50"/>
          <p:cNvCxnSpPr/>
          <p:nvPr/>
        </p:nvCxnSpPr>
        <p:spPr>
          <a:xfrm>
            <a:off x="3082650" y="2482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4" name="Google Shape;284;g370503395f7_0_50"/>
          <p:cNvSpPr txBox="1"/>
          <p:nvPr/>
        </p:nvSpPr>
        <p:spPr>
          <a:xfrm>
            <a:off x="2484173" y="237520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5" name="Google Shape;285;g370503395f7_0_50"/>
          <p:cNvCxnSpPr/>
          <p:nvPr/>
        </p:nvCxnSpPr>
        <p:spPr>
          <a:xfrm>
            <a:off x="3082650" y="2787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6" name="Google Shape;286;g370503395f7_0_50"/>
          <p:cNvSpPr txBox="1"/>
          <p:nvPr/>
        </p:nvSpPr>
        <p:spPr>
          <a:xfrm>
            <a:off x="1834749" y="26800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7" name="Google Shape;287;g370503395f7_0_50"/>
          <p:cNvCxnSpPr/>
          <p:nvPr/>
        </p:nvCxnSpPr>
        <p:spPr>
          <a:xfrm>
            <a:off x="3358225" y="27925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8" name="Google Shape;288;g370503395f7_0_50"/>
          <p:cNvCxnSpPr/>
          <p:nvPr/>
        </p:nvCxnSpPr>
        <p:spPr>
          <a:xfrm rot="10800000">
            <a:off x="5800875" y="34489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9" name="Google Shape;289;g370503395f7_0_50"/>
          <p:cNvSpPr txBox="1"/>
          <p:nvPr/>
        </p:nvSpPr>
        <p:spPr>
          <a:xfrm>
            <a:off x="6149775" y="33412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0" name="Google Shape;290;g370503395f7_0_50"/>
          <p:cNvCxnSpPr/>
          <p:nvPr/>
        </p:nvCxnSpPr>
        <p:spPr>
          <a:xfrm>
            <a:off x="3082650" y="4083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91" name="Google Shape;291;g370503395f7_0_50"/>
          <p:cNvSpPr txBox="1"/>
          <p:nvPr/>
        </p:nvSpPr>
        <p:spPr>
          <a:xfrm>
            <a:off x="1834749" y="39754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2" name="Google Shape;292;g370503395f7_0_50"/>
          <p:cNvCxnSpPr/>
          <p:nvPr/>
        </p:nvCxnSpPr>
        <p:spPr>
          <a:xfrm>
            <a:off x="3358225" y="40879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3" name="Google Shape;293;g370503395f7_0_50"/>
          <p:cNvCxnSpPr/>
          <p:nvPr/>
        </p:nvCxnSpPr>
        <p:spPr>
          <a:xfrm rot="10800000">
            <a:off x="5800875" y="47443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94" name="Google Shape;294;g370503395f7_0_50"/>
          <p:cNvSpPr txBox="1"/>
          <p:nvPr/>
        </p:nvSpPr>
        <p:spPr>
          <a:xfrm>
            <a:off x="6149775" y="46366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g370503395f7_0_50"/>
          <p:cNvSpPr txBox="1"/>
          <p:nvPr/>
        </p:nvSpPr>
        <p:spPr>
          <a:xfrm>
            <a:off x="3763813" y="363162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96" name="Google Shape;296;g370503395f7_0_50"/>
          <p:cNvGrpSpPr/>
          <p:nvPr/>
        </p:nvGrpSpPr>
        <p:grpSpPr>
          <a:xfrm>
            <a:off x="1617050" y="2787567"/>
            <a:ext cx="179700" cy="1263835"/>
            <a:chOff x="2338450" y="3338450"/>
            <a:chExt cx="179700" cy="836700"/>
          </a:xfrm>
        </p:grpSpPr>
        <p:cxnSp>
          <p:nvCxnSpPr>
            <p:cNvPr id="297" name="Google Shape;297;g370503395f7_0_50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8" name="Google Shape;298;g370503395f7_0_50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9" name="Google Shape;299;g370503395f7_0_50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00" name="Google Shape;300;g370503395f7_0_50"/>
          <p:cNvSpPr txBox="1"/>
          <p:nvPr/>
        </p:nvSpPr>
        <p:spPr>
          <a:xfrm>
            <a:off x="457550" y="3194700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01" name="Google Shape;301;g370503395f7_0_50"/>
          <p:cNvGrpSpPr/>
          <p:nvPr/>
        </p:nvGrpSpPr>
        <p:grpSpPr>
          <a:xfrm>
            <a:off x="1617050" y="4125162"/>
            <a:ext cx="179700" cy="616397"/>
            <a:chOff x="2338450" y="3338450"/>
            <a:chExt cx="179700" cy="836700"/>
          </a:xfrm>
        </p:grpSpPr>
        <p:cxnSp>
          <p:nvCxnSpPr>
            <p:cNvPr id="302" name="Google Shape;302;g370503395f7_0_50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3" name="Google Shape;303;g370503395f7_0_50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4" name="Google Shape;304;g370503395f7_0_50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05" name="Google Shape;305;g370503395f7_0_50"/>
          <p:cNvSpPr txBox="1"/>
          <p:nvPr/>
        </p:nvSpPr>
        <p:spPr>
          <a:xfrm>
            <a:off x="457550" y="4171625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9BFAB2-075C-F858-C09F-19E4813EBA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6a8a0962f5_0_508"/>
          <p:cNvSpPr/>
          <p:nvPr/>
        </p:nvSpPr>
        <p:spPr>
          <a:xfrm rot="-10195320" flipH="1">
            <a:off x="3162286" y="2378030"/>
            <a:ext cx="2317864" cy="137848"/>
          </a:xfrm>
          <a:prstGeom prst="parallelogram">
            <a:avLst>
              <a:gd name="adj" fmla="val 25000"/>
            </a:avLst>
          </a:prstGeom>
          <a:solidFill>
            <a:schemeClr val="accent1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373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3" name="Google Shape;483;g36a8a0962f5_0_508"/>
          <p:cNvCxnSpPr/>
          <p:nvPr/>
        </p:nvCxnSpPr>
        <p:spPr>
          <a:xfrm rot="10800000">
            <a:off x="1015400" y="2318941"/>
            <a:ext cx="2191800" cy="0"/>
          </a:xfrm>
          <a:prstGeom prst="straightConnector1">
            <a:avLst/>
          </a:prstGeom>
          <a:noFill/>
          <a:ln w="9525" cap="flat" cmpd="sng">
            <a:solidFill>
              <a:srgbClr val="695D46"/>
            </a:solidFill>
            <a:prstDash val="dash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6860"/>
              </a:srgbClr>
            </a:outerShdw>
          </a:effectLst>
        </p:spPr>
      </p:cxnSp>
      <p:cxnSp>
        <p:nvCxnSpPr>
          <p:cNvPr id="484" name="Google Shape;484;g36a8a0962f5_0_508"/>
          <p:cNvCxnSpPr/>
          <p:nvPr/>
        </p:nvCxnSpPr>
        <p:spPr>
          <a:xfrm rot="10800000">
            <a:off x="1015400" y="2547205"/>
            <a:ext cx="2191800" cy="0"/>
          </a:xfrm>
          <a:prstGeom prst="straightConnector1">
            <a:avLst/>
          </a:prstGeom>
          <a:noFill/>
          <a:ln w="9525" cap="flat" cmpd="sng">
            <a:solidFill>
              <a:srgbClr val="695D46"/>
            </a:solidFill>
            <a:prstDash val="dash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6860"/>
              </a:srgbClr>
            </a:outerShdw>
          </a:effectLst>
        </p:spPr>
      </p:cxnSp>
      <p:cxnSp>
        <p:nvCxnSpPr>
          <p:cNvPr id="485" name="Google Shape;485;g36a8a0962f5_0_508"/>
          <p:cNvCxnSpPr/>
          <p:nvPr/>
        </p:nvCxnSpPr>
        <p:spPr>
          <a:xfrm rot="10800000">
            <a:off x="1015187" y="3372119"/>
            <a:ext cx="4415100" cy="0"/>
          </a:xfrm>
          <a:prstGeom prst="straightConnector1">
            <a:avLst/>
          </a:prstGeom>
          <a:noFill/>
          <a:ln w="9525" cap="flat" cmpd="sng">
            <a:solidFill>
              <a:srgbClr val="695D46"/>
            </a:solidFill>
            <a:prstDash val="dash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6860"/>
              </a:srgbClr>
            </a:outerShdw>
          </a:effectLst>
        </p:spPr>
      </p:cxnSp>
      <p:sp>
        <p:nvSpPr>
          <p:cNvPr id="486" name="Google Shape;486;g36a8a0962f5_0_508"/>
          <p:cNvSpPr txBox="1"/>
          <p:nvPr/>
        </p:nvSpPr>
        <p:spPr>
          <a:xfrm>
            <a:off x="799444" y="2294983"/>
            <a:ext cx="21858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1" i="0" u="none" strike="noStrike" cap="none">
                <a:solidFill>
                  <a:srgbClr val="0C5394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sz="1600" b="1" i="0" u="none" strike="noStrike" cap="none">
              <a:solidFill>
                <a:srgbClr val="0C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g36a8a0962f5_0_508"/>
          <p:cNvSpPr txBox="1"/>
          <p:nvPr/>
        </p:nvSpPr>
        <p:spPr>
          <a:xfrm>
            <a:off x="1132391" y="2641555"/>
            <a:ext cx="18528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1" i="0" u="none" strike="noStrike" cap="none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sz="1600" b="1" i="0" u="none" strike="noStrike" cap="none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8" name="Google Shape;488;g36a8a0962f5_0_508"/>
          <p:cNvCxnSpPr/>
          <p:nvPr/>
        </p:nvCxnSpPr>
        <p:spPr>
          <a:xfrm rot="10800000">
            <a:off x="1015187" y="3842612"/>
            <a:ext cx="4415100" cy="0"/>
          </a:xfrm>
          <a:prstGeom prst="straightConnector1">
            <a:avLst/>
          </a:prstGeom>
          <a:noFill/>
          <a:ln w="9525" cap="flat" cmpd="sng">
            <a:solidFill>
              <a:srgbClr val="695D46"/>
            </a:solidFill>
            <a:prstDash val="dash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6860"/>
              </a:srgbClr>
            </a:outerShdw>
          </a:effectLst>
        </p:spPr>
      </p:cxnSp>
      <p:cxnSp>
        <p:nvCxnSpPr>
          <p:cNvPr id="489" name="Google Shape;489;g36a8a0962f5_0_508"/>
          <p:cNvCxnSpPr/>
          <p:nvPr/>
        </p:nvCxnSpPr>
        <p:spPr>
          <a:xfrm rot="10800000">
            <a:off x="1015282" y="4692603"/>
            <a:ext cx="7180200" cy="0"/>
          </a:xfrm>
          <a:prstGeom prst="straightConnector1">
            <a:avLst/>
          </a:prstGeom>
          <a:noFill/>
          <a:ln w="9525" cap="flat" cmpd="sng">
            <a:solidFill>
              <a:srgbClr val="695D46"/>
            </a:solidFill>
            <a:prstDash val="dash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6860"/>
              </a:srgbClr>
            </a:outerShdw>
          </a:effectLst>
        </p:spPr>
      </p:cxnSp>
      <p:sp>
        <p:nvSpPr>
          <p:cNvPr id="490" name="Google Shape;490;g36a8a0962f5_0_508"/>
          <p:cNvSpPr txBox="1"/>
          <p:nvPr/>
        </p:nvSpPr>
        <p:spPr>
          <a:xfrm>
            <a:off x="1015260" y="3434152"/>
            <a:ext cx="19701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1" i="0" u="none" strike="noStrike" cap="none">
                <a:solidFill>
                  <a:srgbClr val="0C5394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sz="1600" b="1" i="0" u="none" strike="noStrike" cap="none">
              <a:solidFill>
                <a:srgbClr val="0C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1" name="Google Shape;491;g36a8a0962f5_0_508"/>
          <p:cNvSpPr txBox="1"/>
          <p:nvPr/>
        </p:nvSpPr>
        <p:spPr>
          <a:xfrm>
            <a:off x="1047520" y="4171532"/>
            <a:ext cx="18528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1" i="0" u="none" strike="noStrike" cap="none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sz="1600" b="1" i="0" u="none" strike="noStrike" cap="none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92" name="Google Shape;492;g36a8a0962f5_0_508" descr="monito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16040" y="1469377"/>
            <a:ext cx="440055" cy="44005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" name="Google Shape;493;g36a8a0962f5_0_508" descr="laptop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91215" y="1395674"/>
            <a:ext cx="495333" cy="4953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g36a8a0962f5_0_508" descr="router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944533" y="1571118"/>
            <a:ext cx="546992" cy="363749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g36a8a0962f5_0_508"/>
          <p:cNvSpPr/>
          <p:nvPr/>
        </p:nvSpPr>
        <p:spPr>
          <a:xfrm rot="-10240473" flipH="1">
            <a:off x="3161520" y="2520565"/>
            <a:ext cx="2312361" cy="212074"/>
          </a:xfrm>
          <a:prstGeom prst="parallelogram">
            <a:avLst>
              <a:gd name="adj" fmla="val 25000"/>
            </a:avLst>
          </a:prstGeom>
          <a:solidFill>
            <a:schemeClr val="accent3"/>
          </a:solidFill>
          <a:ln w="25400" cap="flat" cmpd="sng">
            <a:solidFill>
              <a:srgbClr val="8279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g36a8a0962f5_0_508"/>
          <p:cNvSpPr/>
          <p:nvPr/>
        </p:nvSpPr>
        <p:spPr>
          <a:xfrm rot="-10159558" flipH="1">
            <a:off x="5278273" y="3479814"/>
            <a:ext cx="3106553" cy="605171"/>
          </a:xfrm>
          <a:prstGeom prst="parallelogram">
            <a:avLst>
              <a:gd name="adj" fmla="val 41787"/>
            </a:avLst>
          </a:prstGeom>
          <a:solidFill>
            <a:schemeClr val="accent3"/>
          </a:solidFill>
          <a:ln w="25400" cap="flat" cmpd="sng">
            <a:solidFill>
              <a:srgbClr val="8279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7" name="Google Shape;497;g36a8a0962f5_0_508"/>
          <p:cNvCxnSpPr/>
          <p:nvPr/>
        </p:nvCxnSpPr>
        <p:spPr>
          <a:xfrm>
            <a:off x="3207200" y="2063573"/>
            <a:ext cx="0" cy="2874900"/>
          </a:xfrm>
          <a:prstGeom prst="straightConnector1">
            <a:avLst/>
          </a:prstGeom>
          <a:noFill/>
          <a:ln w="25400" cap="flat" cmpd="sng">
            <a:solidFill>
              <a:srgbClr val="695D46"/>
            </a:solidFill>
            <a:prstDash val="solid"/>
            <a:round/>
            <a:headEnd type="none" w="sm" len="sm"/>
            <a:tailEnd type="triangle" w="lg" len="lg"/>
          </a:ln>
          <a:effectLst>
            <a:outerShdw blurRad="40000" dist="20000" dir="5400000" rotWithShape="0">
              <a:srgbClr val="000000">
                <a:alpha val="36860"/>
              </a:srgbClr>
            </a:outerShdw>
          </a:effectLst>
        </p:spPr>
      </p:cxnSp>
      <p:sp>
        <p:nvSpPr>
          <p:cNvPr id="498" name="Google Shape;498;g36a8a0962f5_0_508"/>
          <p:cNvSpPr/>
          <p:nvPr/>
        </p:nvSpPr>
        <p:spPr>
          <a:xfrm rot="-10232428" flipH="1">
            <a:off x="5320236" y="3165805"/>
            <a:ext cx="3031928" cy="462438"/>
          </a:xfrm>
          <a:prstGeom prst="parallelogram">
            <a:avLst>
              <a:gd name="adj" fmla="val 41787"/>
            </a:avLst>
          </a:prstGeom>
          <a:solidFill>
            <a:schemeClr val="accent1"/>
          </a:solidFill>
          <a:ln w="25400" cap="flat" cmpd="sng">
            <a:solidFill>
              <a:srgbClr val="AE4E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9" name="Google Shape;499;g36a8a0962f5_0_508"/>
          <p:cNvCxnSpPr/>
          <p:nvPr/>
        </p:nvCxnSpPr>
        <p:spPr>
          <a:xfrm rot="10800000">
            <a:off x="1015248" y="2956440"/>
            <a:ext cx="4392000" cy="0"/>
          </a:xfrm>
          <a:prstGeom prst="straightConnector1">
            <a:avLst/>
          </a:prstGeom>
          <a:noFill/>
          <a:ln w="9525" cap="flat" cmpd="sng">
            <a:solidFill>
              <a:srgbClr val="695D46"/>
            </a:solidFill>
            <a:prstDash val="dash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6860"/>
              </a:srgbClr>
            </a:outerShdw>
          </a:effectLst>
        </p:spPr>
      </p:cxnSp>
      <p:cxnSp>
        <p:nvCxnSpPr>
          <p:cNvPr id="500" name="Google Shape;500;g36a8a0962f5_0_508"/>
          <p:cNvCxnSpPr/>
          <p:nvPr/>
        </p:nvCxnSpPr>
        <p:spPr>
          <a:xfrm>
            <a:off x="5430286" y="2063573"/>
            <a:ext cx="0" cy="2874900"/>
          </a:xfrm>
          <a:prstGeom prst="straightConnector1">
            <a:avLst/>
          </a:prstGeom>
          <a:noFill/>
          <a:ln w="25400" cap="flat" cmpd="sng">
            <a:solidFill>
              <a:srgbClr val="695D46"/>
            </a:solidFill>
            <a:prstDash val="solid"/>
            <a:round/>
            <a:headEnd type="none" w="sm" len="sm"/>
            <a:tailEnd type="triangle" w="lg" len="lg"/>
          </a:ln>
          <a:effectLst>
            <a:outerShdw blurRad="40000" dist="20000" dir="5400000" rotWithShape="0">
              <a:srgbClr val="000000">
                <a:alpha val="36860"/>
              </a:srgbClr>
            </a:outerShdw>
          </a:effectLst>
        </p:spPr>
      </p:cxnSp>
      <p:sp>
        <p:nvSpPr>
          <p:cNvPr id="501" name="Google Shape;501;g36a8a0962f5_0_508"/>
          <p:cNvSpPr txBox="1"/>
          <p:nvPr/>
        </p:nvSpPr>
        <p:spPr>
          <a:xfrm>
            <a:off x="930389" y="2935979"/>
            <a:ext cx="1970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b="1" i="0" u="none" strike="noStrike" cap="none">
                <a:solidFill>
                  <a:srgbClr val="990000"/>
                </a:solidFill>
                <a:latin typeface="Roboto"/>
                <a:ea typeface="Roboto"/>
                <a:cs typeface="Roboto"/>
                <a:sym typeface="Roboto"/>
              </a:rPr>
              <a:t>Queueing Delay</a:t>
            </a:r>
            <a:endParaRPr sz="1800" b="1" i="0" u="none" strike="noStrike" cap="none">
              <a:solidFill>
                <a:srgbClr val="99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g36a8a0962f5_0_508"/>
          <p:cNvSpPr/>
          <p:nvPr/>
        </p:nvSpPr>
        <p:spPr>
          <a:xfrm>
            <a:off x="707571" y="2309060"/>
            <a:ext cx="268500" cy="2375700"/>
          </a:xfrm>
          <a:prstGeom prst="leftBrace">
            <a:avLst>
              <a:gd name="adj1" fmla="val 8333"/>
              <a:gd name="adj2" fmla="val 50000"/>
            </a:avLst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686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3" name="Google Shape;503;g36a8a0962f5_0_508"/>
          <p:cNvCxnSpPr/>
          <p:nvPr/>
        </p:nvCxnSpPr>
        <p:spPr>
          <a:xfrm>
            <a:off x="8242518" y="2063573"/>
            <a:ext cx="0" cy="2874900"/>
          </a:xfrm>
          <a:prstGeom prst="straightConnector1">
            <a:avLst/>
          </a:prstGeom>
          <a:noFill/>
          <a:ln w="25400" cap="flat" cmpd="sng">
            <a:solidFill>
              <a:srgbClr val="695D46"/>
            </a:solidFill>
            <a:prstDash val="solid"/>
            <a:round/>
            <a:headEnd type="none" w="sm" len="sm"/>
            <a:tailEnd type="triangle" w="lg" len="lg"/>
          </a:ln>
          <a:effectLst>
            <a:outerShdw blurRad="40000" dist="20000" dir="5400000" rotWithShape="0">
              <a:srgbClr val="000000">
                <a:alpha val="36860"/>
              </a:srgbClr>
            </a:outerShdw>
          </a:effectLst>
        </p:spPr>
      </p:cxnSp>
      <p:sp>
        <p:nvSpPr>
          <p:cNvPr id="504" name="Google Shape;504;g36a8a0962f5_0_508"/>
          <p:cNvSpPr txBox="1"/>
          <p:nvPr/>
        </p:nvSpPr>
        <p:spPr>
          <a:xfrm>
            <a:off x="8277150" y="2086872"/>
            <a:ext cx="734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Time</a:t>
            </a:r>
            <a:endParaRPr sz="180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5" name="Google Shape;505;g36a8a0962f5_0_508"/>
          <p:cNvSpPr txBox="1"/>
          <p:nvPr/>
        </p:nvSpPr>
        <p:spPr>
          <a:xfrm rot="-5400000">
            <a:off x="-1441275" y="2753875"/>
            <a:ext cx="3752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i="0" u="none" strike="noStrike" cap="none">
                <a:solidFill>
                  <a:srgbClr val="695D46"/>
                </a:solidFill>
                <a:latin typeface="Roboto"/>
                <a:ea typeface="Roboto"/>
                <a:cs typeface="Roboto"/>
                <a:sym typeface="Roboto"/>
              </a:rPr>
              <a:t>End-to-end delay of brown packet</a:t>
            </a:r>
            <a:endParaRPr sz="1800" i="0" u="none" strike="noStrike" cap="none">
              <a:solidFill>
                <a:srgbClr val="695D46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6" name="Google Shape;506;g36a8a0962f5_0_50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 dirty="0"/>
              <a:t>End-to-end-delay</a:t>
            </a:r>
            <a:endParaRPr dirty="0"/>
          </a:p>
        </p:txBody>
      </p:sp>
      <p:sp>
        <p:nvSpPr>
          <p:cNvPr id="507" name="Google Shape;507;g36a8a0962f5_0_508"/>
          <p:cNvSpPr txBox="1">
            <a:spLocks noGrp="1"/>
          </p:cNvSpPr>
          <p:nvPr>
            <p:ph type="body" idx="4294967295"/>
          </p:nvPr>
        </p:nvSpPr>
        <p:spPr>
          <a:xfrm>
            <a:off x="107050" y="402200"/>
            <a:ext cx="8909700" cy="17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●"/>
            </a:pPr>
            <a:r>
              <a:rPr lang="en" sz="2000">
                <a:solidFill>
                  <a:srgbClr val="000000"/>
                </a:solidFill>
              </a:rPr>
              <a:t>Two packets, back-to-back</a:t>
            </a:r>
            <a:endParaRPr sz="2000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70503395f7_0_2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311" name="Google Shape;311;g370503395f7_0_26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Pipe diagram shows the bits on the link at a frozen moment in time.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Height = bandwidth.</a:t>
            </a:r>
            <a:r>
              <a:rPr lang="en"/>
              <a:t> How many bits we can put in the pipe per unit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Width = propagation delay.</a:t>
            </a:r>
            <a:r>
              <a:rPr lang="en"/>
              <a:t> How long it takes for bits to travel through the pipe.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Area = bandwidth-delay product</a:t>
            </a:r>
            <a:r>
              <a:rPr lang="en"/>
              <a:t>. How many bits fit in the pipe at a given instant.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Now that we know the propagation delay, we can tell how many bits are “in flight” (on the link) at any time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g370503395f7_0_268"/>
          <p:cNvSpPr/>
          <p:nvPr/>
        </p:nvSpPr>
        <p:spPr>
          <a:xfrm>
            <a:off x="3405125" y="3424450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g370503395f7_0_268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g370503395f7_0_268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5" name="Google Shape;315;g370503395f7_0_268"/>
          <p:cNvCxnSpPr>
            <a:stCxn id="314" idx="6"/>
            <a:endCxn id="313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6" name="Google Shape;316;g370503395f7_0_268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17" name="Google Shape;317;g370503395f7_0_268"/>
          <p:cNvGrpSpPr/>
          <p:nvPr/>
        </p:nvGrpSpPr>
        <p:grpSpPr>
          <a:xfrm>
            <a:off x="3573323" y="3491807"/>
            <a:ext cx="158100" cy="779700"/>
            <a:chOff x="4493036" y="1763407"/>
            <a:chExt cx="158100" cy="779700"/>
          </a:xfrm>
        </p:grpSpPr>
        <p:sp>
          <p:nvSpPr>
            <p:cNvPr id="318" name="Google Shape;318;g370503395f7_0_268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9" name="Google Shape;319;g370503395f7_0_268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0" name="Google Shape;320;g370503395f7_0_268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1" name="Google Shape;321;g370503395f7_0_268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2" name="Google Shape;322;g370503395f7_0_268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3" name="Google Shape;323;g370503395f7_0_268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4" name="Google Shape;324;g370503395f7_0_268"/>
          <p:cNvGrpSpPr/>
          <p:nvPr/>
        </p:nvGrpSpPr>
        <p:grpSpPr>
          <a:xfrm>
            <a:off x="3878123" y="3491807"/>
            <a:ext cx="158100" cy="779700"/>
            <a:chOff x="4493036" y="1763407"/>
            <a:chExt cx="158100" cy="779700"/>
          </a:xfrm>
        </p:grpSpPr>
        <p:sp>
          <p:nvSpPr>
            <p:cNvPr id="325" name="Google Shape;325;g370503395f7_0_268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6" name="Google Shape;326;g370503395f7_0_268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7" name="Google Shape;327;g370503395f7_0_268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8" name="Google Shape;328;g370503395f7_0_268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9" name="Google Shape;329;g370503395f7_0_268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0" name="Google Shape;330;g370503395f7_0_268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1" name="Google Shape;331;g370503395f7_0_268"/>
          <p:cNvGrpSpPr/>
          <p:nvPr/>
        </p:nvGrpSpPr>
        <p:grpSpPr>
          <a:xfrm>
            <a:off x="4182923" y="3491807"/>
            <a:ext cx="158100" cy="779700"/>
            <a:chOff x="4493036" y="1763407"/>
            <a:chExt cx="158100" cy="779700"/>
          </a:xfrm>
        </p:grpSpPr>
        <p:sp>
          <p:nvSpPr>
            <p:cNvPr id="332" name="Google Shape;332;g370503395f7_0_268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3" name="Google Shape;333;g370503395f7_0_268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4" name="Google Shape;334;g370503395f7_0_268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5" name="Google Shape;335;g370503395f7_0_268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6" name="Google Shape;336;g370503395f7_0_268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7" name="Google Shape;337;g370503395f7_0_268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8" name="Google Shape;338;g370503395f7_0_268"/>
          <p:cNvGrpSpPr/>
          <p:nvPr/>
        </p:nvGrpSpPr>
        <p:grpSpPr>
          <a:xfrm>
            <a:off x="4487723" y="3491807"/>
            <a:ext cx="158100" cy="779700"/>
            <a:chOff x="4493036" y="1763407"/>
            <a:chExt cx="158100" cy="779700"/>
          </a:xfrm>
        </p:grpSpPr>
        <p:sp>
          <p:nvSpPr>
            <p:cNvPr id="339" name="Google Shape;339;g370503395f7_0_268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0" name="Google Shape;340;g370503395f7_0_268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1" name="Google Shape;341;g370503395f7_0_268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2" name="Google Shape;342;g370503395f7_0_268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3" name="Google Shape;343;g370503395f7_0_268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4" name="Google Shape;344;g370503395f7_0_268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5" name="Google Shape;345;g370503395f7_0_268"/>
          <p:cNvGrpSpPr/>
          <p:nvPr/>
        </p:nvGrpSpPr>
        <p:grpSpPr>
          <a:xfrm>
            <a:off x="4792523" y="3491807"/>
            <a:ext cx="158100" cy="779700"/>
            <a:chOff x="4493036" y="1763407"/>
            <a:chExt cx="158100" cy="779700"/>
          </a:xfrm>
        </p:grpSpPr>
        <p:sp>
          <p:nvSpPr>
            <p:cNvPr id="346" name="Google Shape;346;g370503395f7_0_268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7" name="Google Shape;347;g370503395f7_0_268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8" name="Google Shape;348;g370503395f7_0_268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9" name="Google Shape;349;g370503395f7_0_268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0" name="Google Shape;350;g370503395f7_0_268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1" name="Google Shape;351;g370503395f7_0_268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52" name="Google Shape;352;g370503395f7_0_268"/>
          <p:cNvGrpSpPr/>
          <p:nvPr/>
        </p:nvGrpSpPr>
        <p:grpSpPr>
          <a:xfrm>
            <a:off x="5097323" y="3491807"/>
            <a:ext cx="158100" cy="779700"/>
            <a:chOff x="4493036" y="1763407"/>
            <a:chExt cx="158100" cy="779700"/>
          </a:xfrm>
        </p:grpSpPr>
        <p:sp>
          <p:nvSpPr>
            <p:cNvPr id="353" name="Google Shape;353;g370503395f7_0_268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4" name="Google Shape;354;g370503395f7_0_268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5" name="Google Shape;355;g370503395f7_0_268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6" name="Google Shape;356;g370503395f7_0_268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7" name="Google Shape;357;g370503395f7_0_268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8" name="Google Shape;358;g370503395f7_0_268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59" name="Google Shape;359;g370503395f7_0_268"/>
          <p:cNvGrpSpPr/>
          <p:nvPr/>
        </p:nvGrpSpPr>
        <p:grpSpPr>
          <a:xfrm>
            <a:off x="5402123" y="3491807"/>
            <a:ext cx="158100" cy="779700"/>
            <a:chOff x="4493036" y="1763407"/>
            <a:chExt cx="158100" cy="779700"/>
          </a:xfrm>
        </p:grpSpPr>
        <p:sp>
          <p:nvSpPr>
            <p:cNvPr id="360" name="Google Shape;360;g370503395f7_0_268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1" name="Google Shape;361;g370503395f7_0_268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2" name="Google Shape;362;g370503395f7_0_268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3" name="Google Shape;363;g370503395f7_0_268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4" name="Google Shape;364;g370503395f7_0_268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5" name="Google Shape;365;g370503395f7_0_268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66" name="Google Shape;366;g370503395f7_0_268"/>
          <p:cNvGrpSpPr/>
          <p:nvPr/>
        </p:nvGrpSpPr>
        <p:grpSpPr>
          <a:xfrm>
            <a:off x="3073025" y="3424440"/>
            <a:ext cx="179700" cy="914429"/>
            <a:chOff x="2338450" y="3338450"/>
            <a:chExt cx="179700" cy="836700"/>
          </a:xfrm>
        </p:grpSpPr>
        <p:cxnSp>
          <p:nvCxnSpPr>
            <p:cNvPr id="367" name="Google Shape;367;g370503395f7_0_268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8" name="Google Shape;368;g370503395f7_0_268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9" name="Google Shape;369;g370503395f7_0_268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70" name="Google Shape;370;g370503395f7_0_268"/>
          <p:cNvSpPr txBox="1"/>
          <p:nvPr/>
        </p:nvSpPr>
        <p:spPr>
          <a:xfrm>
            <a:off x="2210425" y="3746200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71" name="Google Shape;371;g370503395f7_0_268"/>
          <p:cNvGrpSpPr/>
          <p:nvPr/>
        </p:nvGrpSpPr>
        <p:grpSpPr>
          <a:xfrm rot="5400000">
            <a:off x="4476767" y="3419744"/>
            <a:ext cx="179700" cy="2322763"/>
            <a:chOff x="2338450" y="3338450"/>
            <a:chExt cx="179700" cy="836700"/>
          </a:xfrm>
        </p:grpSpPr>
        <p:cxnSp>
          <p:nvCxnSpPr>
            <p:cNvPr id="372" name="Google Shape;372;g370503395f7_0_268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3" name="Google Shape;373;g370503395f7_0_268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4" name="Google Shape;374;g370503395f7_0_268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75" name="Google Shape;375;g370503395f7_0_268"/>
          <p:cNvSpPr txBox="1"/>
          <p:nvPr/>
        </p:nvSpPr>
        <p:spPr>
          <a:xfrm>
            <a:off x="3763025" y="4579850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ADE7D5-96B7-2661-9275-498C57A4E9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Google Shape;1833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Delay =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+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r>
              <a:rPr lang="en">
                <a:solidFill>
                  <a:srgbClr val="000000"/>
                </a:solidFill>
              </a:rPr>
              <a:t> + </a:t>
            </a:r>
            <a:r>
              <a:rPr lang="en">
                <a:solidFill>
                  <a:srgbClr val="38761D"/>
                </a:solidFill>
              </a:rPr>
              <a:t>Queuing Delay</a:t>
            </a:r>
            <a:br>
              <a:rPr lang="en">
                <a:solidFill>
                  <a:srgbClr val="38761D"/>
                </a:solidFill>
              </a:rPr>
            </a:br>
            <a:br>
              <a:rPr lang="en">
                <a:solidFill>
                  <a:srgbClr val="000000"/>
                </a:solidFill>
              </a:rPr>
            </a:br>
            <a:endParaRPr sz="60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transient overload if packets arrive simultaneously.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Solution: Packets get queued for later.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persistent overload if there's insufficient capacity.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Queue gets full, and packets get dropped.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834" name="Google Shape;1834;p55"/>
          <p:cNvSpPr/>
          <p:nvPr/>
        </p:nvSpPr>
        <p:spPr>
          <a:xfrm>
            <a:off x="2639150" y="3430427"/>
            <a:ext cx="1902625" cy="1377400"/>
          </a:xfrm>
          <a:custGeom>
            <a:avLst/>
            <a:gdLst/>
            <a:ahLst/>
            <a:cxnLst/>
            <a:rect l="l" t="t" r="r" b="b"/>
            <a:pathLst>
              <a:path w="76105" h="55096" extrusionOk="0">
                <a:moveTo>
                  <a:pt x="0" y="0"/>
                </a:moveTo>
                <a:lnTo>
                  <a:pt x="0" y="32057"/>
                </a:lnTo>
                <a:lnTo>
                  <a:pt x="76105" y="55096"/>
                </a:lnTo>
                <a:lnTo>
                  <a:pt x="76105" y="2289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35" name="Google Shape;1835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Links</a:t>
            </a:r>
            <a:endParaRPr/>
          </a:p>
        </p:txBody>
      </p:sp>
      <p:sp>
        <p:nvSpPr>
          <p:cNvPr id="1836" name="Google Shape;1836;p55"/>
          <p:cNvSpPr/>
          <p:nvPr/>
        </p:nvSpPr>
        <p:spPr>
          <a:xfrm rot="5400000">
            <a:off x="3408325" y="-345068"/>
            <a:ext cx="198600" cy="26181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7" name="Google Shape;1837;p55"/>
          <p:cNvSpPr txBox="1"/>
          <p:nvPr/>
        </p:nvSpPr>
        <p:spPr>
          <a:xfrm>
            <a:off x="2198575" y="1029861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8" name="Google Shape;1838;p55"/>
          <p:cNvSpPr/>
          <p:nvPr/>
        </p:nvSpPr>
        <p:spPr>
          <a:xfrm>
            <a:off x="6461725" y="3193196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39" name="Google Shape;1839;p55"/>
          <p:cNvGrpSpPr/>
          <p:nvPr/>
        </p:nvGrpSpPr>
        <p:grpSpPr>
          <a:xfrm>
            <a:off x="7239523" y="3260553"/>
            <a:ext cx="158100" cy="779700"/>
            <a:chOff x="4493036" y="1763407"/>
            <a:chExt cx="158100" cy="779700"/>
          </a:xfrm>
        </p:grpSpPr>
        <p:sp>
          <p:nvSpPr>
            <p:cNvPr id="1840" name="Google Shape;1840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1" name="Google Shape;1841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2" name="Google Shape;1842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3" name="Google Shape;1843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4" name="Google Shape;1844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5" name="Google Shape;1845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46" name="Google Shape;1846;p55"/>
          <p:cNvGrpSpPr/>
          <p:nvPr/>
        </p:nvGrpSpPr>
        <p:grpSpPr>
          <a:xfrm>
            <a:off x="7544323" y="3260553"/>
            <a:ext cx="158100" cy="779700"/>
            <a:chOff x="4493036" y="1763407"/>
            <a:chExt cx="158100" cy="779700"/>
          </a:xfrm>
        </p:grpSpPr>
        <p:sp>
          <p:nvSpPr>
            <p:cNvPr id="1847" name="Google Shape;1847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8" name="Google Shape;1848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9" name="Google Shape;1849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0" name="Google Shape;1850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1" name="Google Shape;1851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2" name="Google Shape;1852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53" name="Google Shape;1853;p55"/>
          <p:cNvGrpSpPr/>
          <p:nvPr/>
        </p:nvGrpSpPr>
        <p:grpSpPr>
          <a:xfrm>
            <a:off x="7849123" y="3260553"/>
            <a:ext cx="158100" cy="779700"/>
            <a:chOff x="4493036" y="1763407"/>
            <a:chExt cx="158100" cy="779700"/>
          </a:xfrm>
        </p:grpSpPr>
        <p:sp>
          <p:nvSpPr>
            <p:cNvPr id="1854" name="Google Shape;1854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5" name="Google Shape;1855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6" name="Google Shape;1856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7" name="Google Shape;1857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8" name="Google Shape;1858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9" name="Google Shape;1859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0" name="Google Shape;1860;p55"/>
          <p:cNvGrpSpPr/>
          <p:nvPr/>
        </p:nvGrpSpPr>
        <p:grpSpPr>
          <a:xfrm>
            <a:off x="8153923" y="3260553"/>
            <a:ext cx="158100" cy="779700"/>
            <a:chOff x="4493036" y="1763407"/>
            <a:chExt cx="158100" cy="779700"/>
          </a:xfrm>
        </p:grpSpPr>
        <p:sp>
          <p:nvSpPr>
            <p:cNvPr id="1861" name="Google Shape;1861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2" name="Google Shape;1862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3" name="Google Shape;1863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4" name="Google Shape;1864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5" name="Google Shape;1865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6" name="Google Shape;1866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7" name="Google Shape;1867;p55"/>
          <p:cNvGrpSpPr/>
          <p:nvPr/>
        </p:nvGrpSpPr>
        <p:grpSpPr>
          <a:xfrm>
            <a:off x="6129625" y="3193186"/>
            <a:ext cx="179700" cy="914429"/>
            <a:chOff x="2338450" y="3338450"/>
            <a:chExt cx="179700" cy="836700"/>
          </a:xfrm>
        </p:grpSpPr>
        <p:cxnSp>
          <p:nvCxnSpPr>
            <p:cNvPr id="1868" name="Google Shape;1868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9" name="Google Shape;1869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0" name="Google Shape;1870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1" name="Google Shape;1871;p55"/>
          <p:cNvSpPr txBox="1"/>
          <p:nvPr/>
        </p:nvSpPr>
        <p:spPr>
          <a:xfrm rot="-5400000">
            <a:off x="5495625" y="3514946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2" name="Google Shape;1872;p55"/>
          <p:cNvGrpSpPr/>
          <p:nvPr/>
        </p:nvGrpSpPr>
        <p:grpSpPr>
          <a:xfrm rot="5400000">
            <a:off x="7533367" y="3188490"/>
            <a:ext cx="179700" cy="2322763"/>
            <a:chOff x="2338450" y="3338450"/>
            <a:chExt cx="179700" cy="836700"/>
          </a:xfrm>
        </p:grpSpPr>
        <p:cxnSp>
          <p:nvCxnSpPr>
            <p:cNvPr id="1873" name="Google Shape;1873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4" name="Google Shape;1874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5" name="Google Shape;1875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6" name="Google Shape;1876;p55"/>
          <p:cNvSpPr txBox="1"/>
          <p:nvPr/>
        </p:nvSpPr>
        <p:spPr>
          <a:xfrm>
            <a:off x="6819625" y="4348596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7" name="Google Shape;1877;p55"/>
          <p:cNvSpPr txBox="1"/>
          <p:nvPr/>
        </p:nvSpPr>
        <p:spPr>
          <a:xfrm>
            <a:off x="6235775" y="4683034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8" name="Google Shape;1878;p55"/>
          <p:cNvGrpSpPr/>
          <p:nvPr/>
        </p:nvGrpSpPr>
        <p:grpSpPr>
          <a:xfrm rot="5400000">
            <a:off x="7693511" y="2460604"/>
            <a:ext cx="179700" cy="1133059"/>
            <a:chOff x="2338450" y="3338450"/>
            <a:chExt cx="179700" cy="836700"/>
          </a:xfrm>
        </p:grpSpPr>
        <p:cxnSp>
          <p:nvCxnSpPr>
            <p:cNvPr id="1879" name="Google Shape;1879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0" name="Google Shape;1880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1" name="Google Shape;1881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82" name="Google Shape;1882;p55"/>
          <p:cNvSpPr txBox="1"/>
          <p:nvPr/>
        </p:nvSpPr>
        <p:spPr>
          <a:xfrm>
            <a:off x="7192813" y="2520084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3" name="Google Shape;1883;p55"/>
          <p:cNvCxnSpPr/>
          <p:nvPr/>
        </p:nvCxnSpPr>
        <p:spPr>
          <a:xfrm>
            <a:off x="2638296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4" name="Google Shape;1884;p55"/>
          <p:cNvCxnSpPr/>
          <p:nvPr/>
        </p:nvCxnSpPr>
        <p:spPr>
          <a:xfrm>
            <a:off x="4540471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5" name="Google Shape;1885;p55"/>
          <p:cNvSpPr txBox="1"/>
          <p:nvPr/>
        </p:nvSpPr>
        <p:spPr>
          <a:xfrm>
            <a:off x="2535101" y="2824573"/>
            <a:ext cx="21003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6" name="Google Shape;1886;p55"/>
          <p:cNvCxnSpPr/>
          <p:nvPr/>
        </p:nvCxnSpPr>
        <p:spPr>
          <a:xfrm>
            <a:off x="2365578" y="31173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7" name="Google Shape;1887;p55"/>
          <p:cNvSpPr txBox="1"/>
          <p:nvPr/>
        </p:nvSpPr>
        <p:spPr>
          <a:xfrm>
            <a:off x="1776260" y="3028003"/>
            <a:ext cx="56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8" name="Google Shape;1888;p55"/>
          <p:cNvCxnSpPr/>
          <p:nvPr/>
        </p:nvCxnSpPr>
        <p:spPr>
          <a:xfrm>
            <a:off x="2365578" y="34221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9" name="Google Shape;1889;p55"/>
          <p:cNvSpPr txBox="1"/>
          <p:nvPr/>
        </p:nvSpPr>
        <p:spPr>
          <a:xfrm>
            <a:off x="1597618" y="3332798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0" name="Google Shape;1890;p55"/>
          <p:cNvCxnSpPr/>
          <p:nvPr/>
        </p:nvCxnSpPr>
        <p:spPr>
          <a:xfrm>
            <a:off x="2641153" y="3427023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1" name="Google Shape;1891;p55"/>
          <p:cNvCxnSpPr/>
          <p:nvPr/>
        </p:nvCxnSpPr>
        <p:spPr>
          <a:xfrm rot="10800000">
            <a:off x="4541974" y="4000092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2" name="Google Shape;1892;p55"/>
          <p:cNvSpPr txBox="1"/>
          <p:nvPr/>
        </p:nvSpPr>
        <p:spPr>
          <a:xfrm>
            <a:off x="4842153" y="3901555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3" name="Google Shape;1893;p55"/>
          <p:cNvCxnSpPr/>
          <p:nvPr/>
        </p:nvCxnSpPr>
        <p:spPr>
          <a:xfrm>
            <a:off x="2365578" y="423021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4" name="Google Shape;1894;p55"/>
          <p:cNvSpPr txBox="1"/>
          <p:nvPr/>
        </p:nvSpPr>
        <p:spPr>
          <a:xfrm>
            <a:off x="1597618" y="4140829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5" name="Google Shape;1895;p55"/>
          <p:cNvCxnSpPr/>
          <p:nvPr/>
        </p:nvCxnSpPr>
        <p:spPr>
          <a:xfrm>
            <a:off x="2641153" y="4232044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6" name="Google Shape;1896;p55"/>
          <p:cNvCxnSpPr/>
          <p:nvPr/>
        </p:nvCxnSpPr>
        <p:spPr>
          <a:xfrm rot="10800000">
            <a:off x="4541974" y="4804858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7" name="Google Shape;1897;p55"/>
          <p:cNvSpPr txBox="1"/>
          <p:nvPr/>
        </p:nvSpPr>
        <p:spPr>
          <a:xfrm>
            <a:off x="4842153" y="4706320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8" name="Google Shape;1898;p55"/>
          <p:cNvSpPr txBox="1"/>
          <p:nvPr/>
        </p:nvSpPr>
        <p:spPr>
          <a:xfrm rot="1027196">
            <a:off x="2741908" y="3961304"/>
            <a:ext cx="1616318" cy="270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99" name="Google Shape;1899;p55"/>
          <p:cNvGrpSpPr/>
          <p:nvPr/>
        </p:nvGrpSpPr>
        <p:grpSpPr>
          <a:xfrm>
            <a:off x="1357171" y="3422136"/>
            <a:ext cx="179700" cy="810009"/>
            <a:chOff x="2338450" y="3338450"/>
            <a:chExt cx="179700" cy="836700"/>
          </a:xfrm>
        </p:grpSpPr>
        <p:cxnSp>
          <p:nvCxnSpPr>
            <p:cNvPr id="1900" name="Google Shape;1900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1" name="Google Shape;1901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2" name="Google Shape;1902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3" name="Google Shape;1903;p55"/>
          <p:cNvSpPr txBox="1"/>
          <p:nvPr/>
        </p:nvSpPr>
        <p:spPr>
          <a:xfrm>
            <a:off x="197678" y="3583973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904" name="Google Shape;1904;p55"/>
          <p:cNvGrpSpPr/>
          <p:nvPr/>
        </p:nvGrpSpPr>
        <p:grpSpPr>
          <a:xfrm>
            <a:off x="1357171" y="4276002"/>
            <a:ext cx="179700" cy="531388"/>
            <a:chOff x="2338450" y="3338450"/>
            <a:chExt cx="179700" cy="836700"/>
          </a:xfrm>
        </p:grpSpPr>
        <p:cxnSp>
          <p:nvCxnSpPr>
            <p:cNvPr id="1905" name="Google Shape;1905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6" name="Google Shape;1906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7" name="Google Shape;1907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8" name="Google Shape;1908;p55"/>
          <p:cNvSpPr txBox="1"/>
          <p:nvPr/>
        </p:nvSpPr>
        <p:spPr>
          <a:xfrm>
            <a:off x="197678" y="4312234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564C49-0A1B-2953-A64B-88291A454E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11951</Words>
  <Application>Microsoft Office PowerPoint</Application>
  <PresentationFormat>On-screen Show (16:9)</PresentationFormat>
  <Paragraphs>1502</Paragraphs>
  <Slides>33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Roboto</vt:lpstr>
      <vt:lpstr>Roboto Light</vt:lpstr>
      <vt:lpstr>Wingdings</vt:lpstr>
      <vt:lpstr>ＭＳ Ｐゴシック</vt:lpstr>
      <vt:lpstr>Roboto Medium</vt:lpstr>
      <vt:lpstr>Arial</vt:lpstr>
      <vt:lpstr>Calibri</vt:lpstr>
      <vt:lpstr>Simple Lecture</vt:lpstr>
      <vt:lpstr>Bandwidth and Propagation Delay</vt:lpstr>
      <vt:lpstr>Properties of Links</vt:lpstr>
      <vt:lpstr>Measuring Packet Delay with Timing Diagrams</vt:lpstr>
      <vt:lpstr>Measuring Packet Delay with Timing Diagrams</vt:lpstr>
      <vt:lpstr>Measuring Packet Delay with Timing Diagrams</vt:lpstr>
      <vt:lpstr>Link Tradeoffs</vt:lpstr>
      <vt:lpstr>Pipe Diagrams</vt:lpstr>
      <vt:lpstr>Timing Diagrams and Pipe Diagrams</vt:lpstr>
      <vt:lpstr>Timing Diagrams and Pipe Diagrams</vt:lpstr>
      <vt:lpstr>Pipe Diagrams</vt:lpstr>
      <vt:lpstr>Pipe Diagrams</vt:lpstr>
      <vt:lpstr>Pipe Diagrams</vt:lpstr>
      <vt:lpstr>Pipe Diagrams – Packet Transmission Delay</vt:lpstr>
      <vt:lpstr>Overloaded Links</vt:lpstr>
      <vt:lpstr>Packet Switching at Routers</vt:lpstr>
      <vt:lpstr>Packet Switching at Routers</vt:lpstr>
      <vt:lpstr>Transient Overload</vt:lpstr>
      <vt:lpstr>Transient Overload</vt:lpstr>
      <vt:lpstr>Transient Overload</vt:lpstr>
      <vt:lpstr>Transient Overload</vt:lpstr>
      <vt:lpstr>Transient Overload</vt:lpstr>
      <vt:lpstr>Transient Overload</vt:lpstr>
      <vt:lpstr>Packet Switching at Routers</vt:lpstr>
      <vt:lpstr>Life of a Packet</vt:lpstr>
      <vt:lpstr>Packet Queuing</vt:lpstr>
      <vt:lpstr>How do packet delay and loss occur?</vt:lpstr>
      <vt:lpstr>Packet delay: four sources</vt:lpstr>
      <vt:lpstr>Transmission Delay</vt:lpstr>
      <vt:lpstr>Propagation Delay (latency)</vt:lpstr>
      <vt:lpstr>Measuring Packet Delay with Timing Diagrams</vt:lpstr>
      <vt:lpstr>End-to-end-delay</vt:lpstr>
      <vt:lpstr>Pipe Diagrams</vt:lpstr>
      <vt:lpstr>Summary: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</cp:revision>
  <dcterms:modified xsi:type="dcterms:W3CDTF">2026-01-31T19:58:56Z</dcterms:modified>
</cp:coreProperties>
</file>