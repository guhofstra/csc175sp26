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2"/>
      <p:bold r:id="rId33"/>
      <p:italic r:id="rId34"/>
      <p:boldItalic r:id="rId35"/>
    </p:embeddedFont>
    <p:embeddedFont>
      <p:font typeface="Roboto Light" panose="02000000000000000000" pitchFamily="2" charset="0"/>
      <p:regular r:id="rId36"/>
      <p:bold r:id="rId37"/>
      <p:italic r:id="rId38"/>
      <p:boldItalic r:id="rId39"/>
    </p:embeddedFont>
    <p:embeddedFont>
      <p:font typeface="Roboto Medium" panose="020000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9FAD5-EFAE-48B7-8A79-736B6F9C6A21}" v="58" dt="2026-01-28T19:11:46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89" d="100"/>
          <a:sy n="89" d="100"/>
        </p:scale>
        <p:origin x="128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21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 sldOrd">
      <pc:chgData name="Zonghua Gu" userId="9a7e1853e1951ef5" providerId="LiveId" clId="{CF1FAA12-072C-4ED5-BA76-0FFFAEFDB88A}" dt="2026-01-28T19:15:28.351" v="375" actId="21"/>
      <pc:docMkLst>
        <pc:docMk/>
      </pc:docMkLst>
      <pc:sldChg chg="modSp mod">
        <pc:chgData name="Zonghua Gu" userId="9a7e1853e1951ef5" providerId="LiveId" clId="{CF1FAA12-072C-4ED5-BA76-0FFFAEFDB88A}" dt="2025-12-31T12:30:48.949" v="1" actId="6549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5-12-31T12:30:48.949" v="1" actId="6549"/>
          <ac:spMkLst>
            <pc:docMk/>
            <pc:sldMk cId="0" sldId="257"/>
            <ac:spMk id="169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28T18:41:18.684" v="52" actId="14100"/>
        <pc:sldMkLst>
          <pc:docMk/>
          <pc:sldMk cId="0" sldId="261"/>
        </pc:sldMkLst>
        <pc:spChg chg="add mod">
          <ac:chgData name="Zonghua Gu" userId="9a7e1853e1951ef5" providerId="LiveId" clId="{CF1FAA12-072C-4ED5-BA76-0FFFAEFDB88A}" dt="2026-01-28T18:40:25.482" v="28" actId="1036"/>
          <ac:spMkLst>
            <pc:docMk/>
            <pc:sldMk cId="0" sldId="261"/>
            <ac:spMk id="6" creationId="{9609AC40-414C-5789-F083-794CE51B714A}"/>
          </ac:spMkLst>
        </pc:spChg>
        <pc:spChg chg="add mod">
          <ac:chgData name="Zonghua Gu" userId="9a7e1853e1951ef5" providerId="LiveId" clId="{CF1FAA12-072C-4ED5-BA76-0FFFAEFDB88A}" dt="2026-01-28T18:40:55.449" v="48" actId="1035"/>
          <ac:spMkLst>
            <pc:docMk/>
            <pc:sldMk cId="0" sldId="261"/>
            <ac:spMk id="11" creationId="{7C3BE59A-C772-1889-7DA3-BC391672559E}"/>
          </ac:spMkLst>
        </pc:spChg>
        <pc:spChg chg="mod">
          <ac:chgData name="Zonghua Gu" userId="9a7e1853e1951ef5" providerId="LiveId" clId="{CF1FAA12-072C-4ED5-BA76-0FFFAEFDB88A}" dt="2026-01-28T18:39:51.340" v="8" actId="14100"/>
          <ac:spMkLst>
            <pc:docMk/>
            <pc:sldMk cId="0" sldId="261"/>
            <ac:spMk id="273" creationId="{00000000-0000-0000-0000-000000000000}"/>
          </ac:spMkLst>
        </pc:spChg>
        <pc:grpChg chg="add mod">
          <ac:chgData name="Zonghua Gu" userId="9a7e1853e1951ef5" providerId="LiveId" clId="{CF1FAA12-072C-4ED5-BA76-0FFFAEFDB88A}" dt="2026-01-28T18:41:18.684" v="52" actId="14100"/>
          <ac:grpSpMkLst>
            <pc:docMk/>
            <pc:sldMk cId="0" sldId="261"/>
            <ac:grpSpMk id="2" creationId="{FDFFF79C-7725-2078-7F86-6E48679F7D76}"/>
          </ac:grpSpMkLst>
        </pc:grpChg>
        <pc:grpChg chg="add mod">
          <ac:chgData name="Zonghua Gu" userId="9a7e1853e1951ef5" providerId="LiveId" clId="{CF1FAA12-072C-4ED5-BA76-0FFFAEFDB88A}" dt="2026-01-28T18:40:55.449" v="48" actId="1035"/>
          <ac:grpSpMkLst>
            <pc:docMk/>
            <pc:sldMk cId="0" sldId="261"/>
            <ac:grpSpMk id="7" creationId="{09604C9E-C1EE-1B67-1ACE-E1829258B867}"/>
          </ac:grpSpMkLst>
        </pc:grpChg>
        <pc:grpChg chg="mod">
          <ac:chgData name="Zonghua Gu" userId="9a7e1853e1951ef5" providerId="LiveId" clId="{CF1FAA12-072C-4ED5-BA76-0FFFAEFDB88A}" dt="2026-01-28T18:39:51.340" v="8" actId="14100"/>
          <ac:grpSpMkLst>
            <pc:docMk/>
            <pc:sldMk cId="0" sldId="261"/>
            <ac:grpSpMk id="269" creationId="{00000000-0000-0000-0000-000000000000}"/>
          </ac:grpSpMkLst>
        </pc:grp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3" creationId="{2999479C-0ADC-915C-7A45-62EDC482F1E6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4" creationId="{970FA3A7-F5CF-E75C-1425-931F2F9A8F2C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5" creationId="{94D04834-3214-FE28-1784-2408768CFE8E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8" creationId="{94E1355B-B186-0C4F-40B9-98BCA9ADF22C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9" creationId="{722682C0-DC59-85A7-9509-1B004CB66CC2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10" creationId="{371E38CE-270D-C34B-16DB-37C5F31FB278}"/>
          </ac:cxnSpMkLst>
        </pc:cxnChg>
        <pc:cxnChg chg="add del">
          <ac:chgData name="Zonghua Gu" userId="9a7e1853e1951ef5" providerId="LiveId" clId="{CF1FAA12-072C-4ED5-BA76-0FFFAEFDB88A}" dt="2026-01-28T18:41:09.504" v="50" actId="478"/>
          <ac:cxnSpMkLst>
            <pc:docMk/>
            <pc:sldMk cId="0" sldId="261"/>
            <ac:cxnSpMk id="13" creationId="{7DE50365-19F5-889E-51D0-A97CA6192336}"/>
          </ac:cxnSpMkLst>
        </pc:cxnChg>
        <pc:cxnChg chg="mod">
          <ac:chgData name="Zonghua Gu" userId="9a7e1853e1951ef5" providerId="LiveId" clId="{CF1FAA12-072C-4ED5-BA76-0FFFAEFDB88A}" dt="2026-01-28T18:40:55.449" v="48" actId="1035"/>
          <ac:cxnSpMkLst>
            <pc:docMk/>
            <pc:sldMk cId="0" sldId="261"/>
            <ac:cxnSpMk id="256" creationId="{00000000-0000-0000-0000-000000000000}"/>
          </ac:cxnSpMkLst>
        </pc:cxnChg>
      </pc:sldChg>
      <pc:sldChg chg="addSp delSp modSp mod">
        <pc:chgData name="Zonghua Gu" userId="9a7e1853e1951ef5" providerId="LiveId" clId="{CF1FAA12-072C-4ED5-BA76-0FFFAEFDB88A}" dt="2026-01-27T19:35:03.011" v="4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63"/>
            <ac:spMk id="286" creationId="{00000000-0000-0000-0000-000000000000}"/>
          </ac:spMkLst>
        </pc:spChg>
        <pc:graphicFrameChg chg="add del mod">
          <ac:chgData name="Zonghua Gu" userId="9a7e1853e1951ef5" providerId="LiveId" clId="{CF1FAA12-072C-4ED5-BA76-0FFFAEFDB88A}" dt="2026-01-27T19:34:52.094" v="3" actId="478"/>
          <ac:graphicFrameMkLst>
            <pc:docMk/>
            <pc:sldMk cId="0" sldId="263"/>
            <ac:graphicFrameMk id="2" creationId="{9A51F3E1-B48F-9CE8-438B-EFD638E6D5B5}"/>
          </ac:graphicFrameMkLst>
        </pc:graphicFrameChg>
      </pc:sldChg>
      <pc:sldChg chg="addSp modSp mod modAnim">
        <pc:chgData name="Zonghua Gu" userId="9a7e1853e1951ef5" providerId="LiveId" clId="{CF1FAA12-072C-4ED5-BA76-0FFFAEFDB88A}" dt="2026-01-28T18:51:56.956" v="234" actId="20577"/>
        <pc:sldMkLst>
          <pc:docMk/>
          <pc:sldMk cId="0" sldId="265"/>
        </pc:sldMkLst>
        <pc:spChg chg="add mod">
          <ac:chgData name="Zonghua Gu" userId="9a7e1853e1951ef5" providerId="LiveId" clId="{CF1FAA12-072C-4ED5-BA76-0FFFAEFDB88A}" dt="2026-01-28T18:51:35.353" v="231" actId="1076"/>
          <ac:spMkLst>
            <pc:docMk/>
            <pc:sldMk cId="0" sldId="265"/>
            <ac:spMk id="2" creationId="{7325B79A-FB31-3696-E489-A37A22220B04}"/>
          </ac:spMkLst>
        </pc:spChg>
        <pc:spChg chg="add mod">
          <ac:chgData name="Zonghua Gu" userId="9a7e1853e1951ef5" providerId="LiveId" clId="{CF1FAA12-072C-4ED5-BA76-0FFFAEFDB88A}" dt="2026-01-28T18:51:56.956" v="234" actId="20577"/>
          <ac:spMkLst>
            <pc:docMk/>
            <pc:sldMk cId="0" sldId="265"/>
            <ac:spMk id="3" creationId="{70CFB66F-72F7-6C74-73BA-44222CE4279E}"/>
          </ac:spMkLst>
        </pc:spChg>
        <pc:spChg chg="mod">
          <ac:chgData name="Zonghua Gu" userId="9a7e1853e1951ef5" providerId="LiveId" clId="{CF1FAA12-072C-4ED5-BA76-0FFFAEFDB88A}" dt="2026-01-28T18:49:58.132" v="195" actId="1076"/>
          <ac:spMkLst>
            <pc:docMk/>
            <pc:sldMk cId="0" sldId="265"/>
            <ac:spMk id="4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47.931" v="212" actId="1076"/>
          <ac:spMkLst>
            <pc:docMk/>
            <pc:sldMk cId="0" sldId="265"/>
            <ac:spMk id="6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02.077" v="137" actId="20577"/>
          <ac:spMkLst>
            <pc:docMk/>
            <pc:sldMk cId="0" sldId="265"/>
            <ac:spMk id="62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2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2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2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3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3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3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4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4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4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5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6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6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6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3:59.572" v="77"/>
          <ac:spMkLst>
            <pc:docMk/>
            <pc:sldMk cId="0" sldId="265"/>
            <ac:spMk id="67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8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7:32.228" v="79" actId="1076"/>
          <ac:spMkLst>
            <pc:docMk/>
            <pc:sldMk cId="0" sldId="265"/>
            <ac:spMk id="6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06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6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07" creationId="{00000000-0000-0000-0000-000000000000}"/>
          </ac:spMkLst>
        </pc:spChg>
        <pc:spChg chg="add 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4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3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1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2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7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89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9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2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6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73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87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4:17.016" v="78" actId="1076"/>
          <ac:grpSpMkLst>
            <pc:docMk/>
            <pc:sldMk cId="0" sldId="265"/>
            <ac:grpSpMk id="63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7:32.228" v="79" actId="1076"/>
          <ac:grpSpMkLst>
            <pc:docMk/>
            <pc:sldMk cId="0" sldId="265"/>
            <ac:grpSpMk id="639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7:32.228" v="79" actId="1076"/>
          <ac:grpSpMkLst>
            <pc:docMk/>
            <pc:sldMk cId="0" sldId="265"/>
            <ac:grpSpMk id="64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7:32.228" v="79" actId="1076"/>
          <ac:grpSpMkLst>
            <pc:docMk/>
            <pc:sldMk cId="0" sldId="265"/>
            <ac:grpSpMk id="653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7:32.228" v="79" actId="1076"/>
          <ac:grpSpMkLst>
            <pc:docMk/>
            <pc:sldMk cId="0" sldId="265"/>
            <ac:grpSpMk id="674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1-28T19:04:51.061" v="370"/>
        <pc:sldMkLst>
          <pc:docMk/>
          <pc:sldMk cId="0" sldId="266"/>
        </pc:sldMkLst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7" creationId="{D9D7C502-96A1-9B19-9B2D-5D0B129A05C4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11" creationId="{0219E244-9E73-F3F3-64D7-7105A05565B0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17" creationId="{9282D47D-8526-C519-4EFA-A1F06171525C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20" creationId="{DB23DD28-4993-05DC-643B-9F2FA882D0A4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26" creationId="{770537C0-107A-5293-6241-7F9D98FAE1B0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29" creationId="{700B531C-4A86-337B-C4C4-6F69F20706DB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37" creationId="{A7F3E0E0-6E3C-F805-16E9-D2E691399EF0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42" creationId="{71E237FE-5861-D472-2AD2-5C82D7FAD122}"/>
          </ac:spMkLst>
        </pc:spChg>
        <pc:spChg chg="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44" creationId="{5E8638E7-3BE8-3580-6A64-0361D516259E}"/>
          </ac:spMkLst>
        </pc:spChg>
        <pc:spChg chg="add mod">
          <ac:chgData name="Zonghua Gu" userId="9a7e1853e1951ef5" providerId="LiveId" clId="{CF1FAA12-072C-4ED5-BA76-0FFFAEFDB88A}" dt="2026-01-28T19:00:47.941" v="277" actId="571"/>
          <ac:spMkLst>
            <pc:docMk/>
            <pc:sldMk cId="0" sldId="266"/>
            <ac:spMk id="52" creationId="{BFE38C41-B667-5DDF-7CAF-C0620F918C58}"/>
          </ac:spMkLst>
        </pc:spChg>
        <pc:spChg chg="add 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3" creationId="{A1A486A1-2B4E-3A1B-FFA4-396D5725D850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4" creationId="{B0A56129-D125-3719-1545-B46CE3DB4FC3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58" creationId="{C9B23F4B-B013-1376-7DFB-25394D3C9BCF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60" creationId="{F86EC08F-B199-8FD4-43B0-60176FC6B020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577" creationId="{8062BD9D-B4E2-50D3-49F3-9D4B9C346C9E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4" creationId="{AFF60A99-BB6C-45A9-8CEE-C3AB07811221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5" creationId="{E20FCF81-941F-D9D5-4918-94B0B4FC3E10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6" creationId="{FC400BBC-A1AF-F6D6-BF90-46DE31948C6C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7" creationId="{7360E33B-6DB3-71C3-052E-40A1F32132A4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8" creationId="{9BAC38DB-BB84-621B-DE03-2FFB640B7716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589" creationId="{BDA11655-22ED-C6AA-C575-66E72CACBB48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599" creationId="{18D3C706-2645-4AF2-64D3-9A232FD52048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602" creationId="{7C57C175-9161-2AF7-A625-700FA53D8BE9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603" creationId="{91B49343-BC27-1953-7380-EF24351475F3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610" creationId="{271CE658-143C-5CF4-4DD3-1A58263C5937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615" creationId="{DB18533C-2199-46B6-B864-F69C5968F0AA}"/>
          </ac:spMkLst>
        </pc:spChg>
        <pc:spChg chg="mod">
          <ac:chgData name="Zonghua Gu" userId="9a7e1853e1951ef5" providerId="LiveId" clId="{CF1FAA12-072C-4ED5-BA76-0FFFAEFDB88A}" dt="2026-01-28T19:02:25.732" v="290" actId="1076"/>
          <ac:spMkLst>
            <pc:docMk/>
            <pc:sldMk cId="0" sldId="266"/>
            <ac:spMk id="620" creationId="{40D553F0-AFDD-8783-3817-9B99EB0194FB}"/>
          </ac:spMkLst>
        </pc:spChg>
        <pc:spChg chg="mod">
          <ac:chgData name="Zonghua Gu" userId="9a7e1853e1951ef5" providerId="LiveId" clId="{CF1FAA12-072C-4ED5-BA76-0FFFAEFDB88A}" dt="2026-01-28T19:04:51.061" v="370"/>
          <ac:spMkLst>
            <pc:docMk/>
            <pc:sldMk cId="0" sldId="266"/>
            <ac:spMk id="626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9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31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85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90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44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45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48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62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63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67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68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69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70" creationId="{00000000-0000-0000-0000-000000000000}"/>
          </ac:spMkLst>
        </pc:spChg>
        <pc:spChg chg="add 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71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72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74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77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81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86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89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37.836" v="274"/>
          <ac:spMkLst>
            <pc:docMk/>
            <pc:sldMk cId="0" sldId="266"/>
            <ac:spMk id="1393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398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0:48.868" v="278" actId="1076"/>
          <ac:spMkLst>
            <pc:docMk/>
            <pc:sldMk cId="0" sldId="266"/>
            <ac:spMk id="1403" creationId="{00000000-0000-0000-0000-000000000000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1405" creationId="{CA471E84-BB6F-9BA9-A840-0ED189BDC368}"/>
          </ac:spMkLst>
        </pc:spChg>
        <pc:spChg chg="mod">
          <ac:chgData name="Zonghua Gu" userId="9a7e1853e1951ef5" providerId="LiveId" clId="{CF1FAA12-072C-4ED5-BA76-0FFFAEFDB88A}" dt="2026-01-28T19:01:02.571" v="280"/>
          <ac:spMkLst>
            <pc:docMk/>
            <pc:sldMk cId="0" sldId="266"/>
            <ac:spMk id="1407" creationId="{5A9043A1-4F4F-A202-A0E9-F8DB634AD6E0}"/>
          </ac:spMkLst>
        </pc:spChg>
        <pc:grpChg chg="mod">
          <ac:chgData name="Zonghua Gu" userId="9a7e1853e1951ef5" providerId="LiveId" clId="{CF1FAA12-072C-4ED5-BA76-0FFFAEFDB88A}" dt="2026-01-28T19:02:25.294" v="289" actId="1076"/>
          <ac:grpSpMkLst>
            <pc:docMk/>
            <pc:sldMk cId="0" sldId="266"/>
            <ac:grpSpMk id="55" creationId="{3778D93F-D1D4-E8DD-B8A6-CA415F1326E0}"/>
          </ac:grpSpMkLst>
        </pc:grpChg>
        <pc:grpChg chg="mod">
          <ac:chgData name="Zonghua Gu" userId="9a7e1853e1951ef5" providerId="LiveId" clId="{CF1FAA12-072C-4ED5-BA76-0FFFAEFDB88A}" dt="2026-01-28T19:02:24.754" v="287" actId="1076"/>
          <ac:grpSpMkLst>
            <pc:docMk/>
            <pc:sldMk cId="0" sldId="266"/>
            <ac:grpSpMk id="590" creationId="{5CD4A5DB-A52D-F3D6-38E7-AB929B3D6D9D}"/>
          </ac:grpSpMkLst>
        </pc:grpChg>
        <pc:grpChg chg="mod">
          <ac:chgData name="Zonghua Gu" userId="9a7e1853e1951ef5" providerId="LiveId" clId="{CF1FAA12-072C-4ED5-BA76-0FFFAEFDB88A}" dt="2026-01-28T19:02:25.294" v="289" actId="1076"/>
          <ac:grpSpMkLst>
            <pc:docMk/>
            <pc:sldMk cId="0" sldId="266"/>
            <ac:grpSpMk id="611" creationId="{8C5506B3-0DB2-535C-C0EA-147F1871CB73}"/>
          </ac:grpSpMkLst>
        </pc:grpChg>
        <pc:grpChg chg="mod">
          <ac:chgData name="Zonghua Gu" userId="9a7e1853e1951ef5" providerId="LiveId" clId="{CF1FAA12-072C-4ED5-BA76-0FFFAEFDB88A}" dt="2026-01-28T19:02:24.754" v="287" actId="1076"/>
          <ac:grpSpMkLst>
            <pc:docMk/>
            <pc:sldMk cId="0" sldId="266"/>
            <ac:grpSpMk id="616" creationId="{E6FDC4B1-4A22-6A45-6E27-6B711784A7A3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46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67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74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86" creationId="{00000000-0000-0000-0000-000000000000}"/>
          </ac:grpSpMkLst>
        </pc:grpChg>
      </pc:sldChg>
      <pc:sldChg chg="ord">
        <pc:chgData name="Zonghua Gu" userId="9a7e1853e1951ef5" providerId="LiveId" clId="{CF1FAA12-072C-4ED5-BA76-0FFFAEFDB88A}" dt="2026-01-28T18:59:38.146" v="268"/>
        <pc:sldMkLst>
          <pc:docMk/>
          <pc:sldMk cId="0" sldId="267"/>
        </pc:sldMkLst>
      </pc:sldChg>
      <pc:sldChg chg="addSp modSp mod ord modAnim">
        <pc:chgData name="Zonghua Gu" userId="9a7e1853e1951ef5" providerId="LiveId" clId="{CF1FAA12-072C-4ED5-BA76-0FFFAEFDB88A}" dt="2026-01-28T18:59:46.743" v="270"/>
        <pc:sldMkLst>
          <pc:docMk/>
          <pc:sldMk cId="0" sldId="268"/>
        </pc:sldMkLst>
        <pc:spChg chg="add mod">
          <ac:chgData name="Zonghua Gu" userId="9a7e1853e1951ef5" providerId="LiveId" clId="{CF1FAA12-072C-4ED5-BA76-0FFFAEFDB88A}" dt="2026-01-28T18:55:17.457" v="247" actId="571"/>
          <ac:spMkLst>
            <pc:docMk/>
            <pc:sldMk cId="0" sldId="268"/>
            <ac:spMk id="2" creationId="{587DBDFE-CA18-20F9-E483-86D8A9265A0F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4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4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4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5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8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2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36.375" v="250" actId="1076"/>
          <ac:spMkLst>
            <pc:docMk/>
            <pc:sldMk cId="0" sldId="268"/>
            <ac:spMk id="1337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89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1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6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00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1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24" creationId="{00000000-0000-0000-0000-000000000000}"/>
          </ac:grpSpMkLst>
        </pc:grpChg>
      </pc:sldChg>
      <pc:sldChg chg="delSp modSp del mod delAnim">
        <pc:chgData name="Zonghua Gu" userId="9a7e1853e1951ef5" providerId="LiveId" clId="{CF1FAA12-072C-4ED5-BA76-0FFFAEFDB88A}" dt="2026-01-28T19:03:04.735" v="297" actId="47"/>
        <pc:sldMkLst>
          <pc:docMk/>
          <pc:sldMk cId="0" sldId="269"/>
        </pc:sldMkLst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061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11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12" creationId="{00000000-0000-0000-0000-000000000000}"/>
          </ac:spMkLst>
        </pc:spChg>
        <pc:spChg chg="del">
          <ac:chgData name="Zonghua Gu" userId="9a7e1853e1951ef5" providerId="LiveId" clId="{CF1FAA12-072C-4ED5-BA76-0FFFAEFDB88A}" dt="2026-01-28T19:00:02.990" v="271" actId="478"/>
          <ac:spMkLst>
            <pc:docMk/>
            <pc:sldMk cId="0" sldId="269"/>
            <ac:spMk id="1171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2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3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5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6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8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79" creationId="{00000000-0000-0000-0000-000000000000}"/>
          </ac:spMkLst>
        </pc:spChg>
        <pc:spChg chg="del">
          <ac:chgData name="Zonghua Gu" userId="9a7e1853e1951ef5" providerId="LiveId" clId="{CF1FAA12-072C-4ED5-BA76-0FFFAEFDB88A}" dt="2026-01-28T18:47:59.626" v="87" actId="21"/>
          <ac:spMkLst>
            <pc:docMk/>
            <pc:sldMk cId="0" sldId="269"/>
            <ac:spMk id="1182" creationId="{00000000-0000-0000-0000-000000000000}"/>
          </ac:spMkLst>
        </pc:spChg>
      </pc:sldChg>
      <pc:sldChg chg="delSp modSp del mod delAnim">
        <pc:chgData name="Zonghua Gu" userId="9a7e1853e1951ef5" providerId="LiveId" clId="{CF1FAA12-072C-4ED5-BA76-0FFFAEFDB88A}" dt="2026-01-28T19:03:04.735" v="297" actId="47"/>
        <pc:sldMkLst>
          <pc:docMk/>
          <pc:sldMk cId="0" sldId="270"/>
        </pc:sldMkLst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190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191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193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194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28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33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34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35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36" creationId="{00000000-0000-0000-0000-000000000000}"/>
          </ac:spMkLst>
        </pc:spChg>
        <pc:spChg chg="del">
          <ac:chgData name="Zonghua Gu" userId="9a7e1853e1951ef5" providerId="LiveId" clId="{CF1FAA12-072C-4ED5-BA76-0FFFAEFDB88A}" dt="2026-01-28T18:53:31.391" v="236" actId="21"/>
          <ac:spMkLst>
            <pc:docMk/>
            <pc:sldMk cId="0" sldId="270"/>
            <ac:spMk id="1337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28T19:04:21.239" v="368" actId="20577"/>
        <pc:sldMkLst>
          <pc:docMk/>
          <pc:sldMk cId="0" sldId="271"/>
        </pc:sldMkLst>
        <pc:spChg chg="add del mod">
          <ac:chgData name="Zonghua Gu" userId="9a7e1853e1951ef5" providerId="LiveId" clId="{CF1FAA12-072C-4ED5-BA76-0FFFAEFDB88A}" dt="2026-01-28T19:02:46.435" v="295" actId="478"/>
          <ac:spMkLst>
            <pc:docMk/>
            <pc:sldMk cId="0" sldId="271"/>
            <ac:spMk id="3" creationId="{61DA2066-2818-8505-221E-7A6435C08C61}"/>
          </ac:spMkLst>
        </pc:spChg>
        <pc:spChg chg="add mod">
          <ac:chgData name="Zonghua Gu" userId="9a7e1853e1951ef5" providerId="LiveId" clId="{CF1FAA12-072C-4ED5-BA76-0FFFAEFDB88A}" dt="2026-01-28T19:04:12.003" v="361" actId="113"/>
          <ac:spMkLst>
            <pc:docMk/>
            <pc:sldMk cId="0" sldId="271"/>
            <ac:spMk id="4" creationId="{C3C090EE-F007-890C-75CE-7557A76071E3}"/>
          </ac:spMkLst>
        </pc:spChg>
        <pc:spChg chg="mod">
          <ac:chgData name="Zonghua Gu" userId="9a7e1853e1951ef5" providerId="LiveId" clId="{CF1FAA12-072C-4ED5-BA76-0FFFAEFDB88A}" dt="2026-01-28T19:04:21.239" v="368" actId="20577"/>
          <ac:spMkLst>
            <pc:docMk/>
            <pc:sldMk cId="0" sldId="271"/>
            <ac:spMk id="1342" creationId="{00000000-0000-0000-0000-000000000000}"/>
          </ac:spMkLst>
        </pc:spChg>
        <pc:spChg chg="del mod">
          <ac:chgData name="Zonghua Gu" userId="9a7e1853e1951ef5" providerId="LiveId" clId="{CF1FAA12-072C-4ED5-BA76-0FFFAEFDB88A}" dt="2026-01-28T19:02:44.017" v="294" actId="478"/>
          <ac:spMkLst>
            <pc:docMk/>
            <pc:sldMk cId="0" sldId="271"/>
            <ac:spMk id="1343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4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5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7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9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0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1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2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9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40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72"/>
            <ac:spMk id="141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8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83"/>
            <ac:spMk id="181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8T19:15:28.351" v="375" actId="21"/>
        <pc:sldMkLst>
          <pc:docMk/>
          <pc:sldMk cId="0" sldId="284"/>
        </pc:sldMkLst>
        <pc:spChg chg="mod">
          <ac:chgData name="Zonghua Gu" userId="9a7e1853e1951ef5" providerId="LiveId" clId="{CF1FAA12-072C-4ED5-BA76-0FFFAEFDB88A}" dt="2026-01-28T19:15:28.351" v="375" actId="21"/>
          <ac:spMkLst>
            <pc:docMk/>
            <pc:sldMk cId="0" sldId="284"/>
            <ac:spMk id="181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8T19:15:23.621" v="373" actId="20577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28T19:15:23.621" v="373" actId="20577"/>
          <ac:spMkLst>
            <pc:docMk/>
            <pc:sldMk cId="0" sldId="285"/>
            <ac:spMk id="1822" creationId="{00000000-0000-0000-0000-000000000000}"/>
          </ac:spMkLst>
        </pc:spChg>
      </pc:sldChg>
      <pc:sldChg chg="addSp modSp">
        <pc:chgData name="Zonghua Gu" userId="9a7e1853e1951ef5" providerId="LiveId" clId="{CF1FAA12-072C-4ED5-BA76-0FFFAEFDB88A}" dt="2026-01-28T19:11:46.812" v="372" actId="571"/>
        <pc:sldMkLst>
          <pc:docMk/>
          <pc:sldMk cId="0" sldId="287"/>
        </pc:sldMkLst>
        <pc:spChg chg="add mod">
          <ac:chgData name="Zonghua Gu" userId="9a7e1853e1951ef5" providerId="LiveId" clId="{CF1FAA12-072C-4ED5-BA76-0FFFAEFDB88A}" dt="2026-01-28T19:11:46.812" v="372" actId="571"/>
          <ac:spMkLst>
            <pc:docMk/>
            <pc:sldMk cId="0" sldId="287"/>
            <ac:spMk id="6" creationId="{E263683B-B527-8D84-49A5-0238A3D875FC}"/>
          </ac:spMkLst>
        </pc:spChg>
        <pc:grpChg chg="add mod">
          <ac:chgData name="Zonghua Gu" userId="9a7e1853e1951ef5" providerId="LiveId" clId="{CF1FAA12-072C-4ED5-BA76-0FFFAEFDB88A}" dt="2026-01-28T19:11:46.812" v="372" actId="571"/>
          <ac:grpSpMkLst>
            <pc:docMk/>
            <pc:sldMk cId="0" sldId="287"/>
            <ac:grpSpMk id="2" creationId="{A07BE8D9-697A-77CD-586D-2AA3BAE2B328}"/>
          </ac:grpSpMkLst>
        </pc:grpChg>
        <pc:cxnChg chg="mod">
          <ac:chgData name="Zonghua Gu" userId="9a7e1853e1951ef5" providerId="LiveId" clId="{CF1FAA12-072C-4ED5-BA76-0FFFAEFDB88A}" dt="2026-01-28T19:11:46.812" v="372" actId="571"/>
          <ac:cxnSpMkLst>
            <pc:docMk/>
            <pc:sldMk cId="0" sldId="287"/>
            <ac:cxnSpMk id="3" creationId="{4EE7FE8C-3C0D-F738-BB1F-6ED64CDF4EFE}"/>
          </ac:cxnSpMkLst>
        </pc:cxnChg>
        <pc:cxnChg chg="mod">
          <ac:chgData name="Zonghua Gu" userId="9a7e1853e1951ef5" providerId="LiveId" clId="{CF1FAA12-072C-4ED5-BA76-0FFFAEFDB88A}" dt="2026-01-28T19:11:46.812" v="372" actId="571"/>
          <ac:cxnSpMkLst>
            <pc:docMk/>
            <pc:sldMk cId="0" sldId="287"/>
            <ac:cxnSpMk id="4" creationId="{2DA97C5C-1DBB-0FE0-1206-BFB7D172D061}"/>
          </ac:cxnSpMkLst>
        </pc:cxnChg>
        <pc:cxnChg chg="mod">
          <ac:chgData name="Zonghua Gu" userId="9a7e1853e1951ef5" providerId="LiveId" clId="{CF1FAA12-072C-4ED5-BA76-0FFFAEFDB88A}" dt="2026-01-28T19:11:46.812" v="372" actId="571"/>
          <ac:cxnSpMkLst>
            <pc:docMk/>
            <pc:sldMk cId="0" sldId="287"/>
            <ac:cxnSpMk id="5" creationId="{10FF4E85-AD35-2652-BBF7-B86E6D411064}"/>
          </ac:cxnSpMkLst>
        </pc:cxnChg>
      </pc:sldChg>
      <pc:sldMasterChg chg="delSldLayout">
        <pc:chgData name="Zonghua Gu" userId="9a7e1853e1951ef5" providerId="LiveId" clId="{CF1FAA12-072C-4ED5-BA76-0FFFAEFDB88A}" dt="2025-12-31T12:30:46.288" v="0" actId="47"/>
        <pc:sldMasterMkLst>
          <pc:docMk/>
          <pc:sldMasterMk cId="0" sldId="214748367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 know how to calculate the performance of links and use these performance attributes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calculate how long it takes to send packets through the network we can now start comparing links if you go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store and try to buy some links you might think which of these is better and as always the answer is there's not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clear way there are tradeoffs so for example let's say you go to the store and you have these two choices of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has high bandwidth but low Pro but High propagation delay as well so the link is high bandwidth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shove lots of water through it but it's very long takes a lot of time for the packets to show up by contrast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has smaller bandwidth it's very narrow can't send a lot of water through it at any given time but the propagation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quite short so each packet that you send in shows up pretty quickly and so immed imately you think which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is better and the answer is it kind of depends on what data you're trying to send so for example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sending a pretty small packet 10 bytes that's a pretty small packet well if you think about sending a 10 byte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you can do the calculations that we just did and in fact if all of this is seeming like just some wizard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do want to sit down and actually crunch out these calculations you'll get roughly 10 milliseconds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one 1 millisecond for link two so you can actually run some calculations to prove Pro to yourself that link to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winner here but intuitively here's how I think about it this packet is very small so regardless of what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is the amount of time it takes to shove this packet into the pipe is pretty quick there's only 10 bytes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shove into the pipe so regardless of if my bandwidth is 10 megabits per second or 1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I'm basically going to be done shoving this packet into the bite into the pipe instantly cuz it's so small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means that most of the delay is going to come from the propagation delay it's going to come from the time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for this tiny little packet to travel all the way across the pipe so if I just have a little burst of water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have to send in both cases getting the water in the pipe is not the problem it's the amount of time it takes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travel across the pipe that's really going to dominate in that case I want the shorter pipe because I want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to get there as fast as possible and we know propagation delay is the main problem here so pick the one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propagation delay here's the other case what if the packet is 10,000 bytes very big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in this case again you can crunch the numbers you'll get roughly 18 milliseconds for link one 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milliseconds for link two unless I messed up my math and if I did let me know but intuitively now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transmission delay is the one that dominates this is a lot of data to shove into the pipe so now we really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pipe we want the one where you can shove all the stuff into the pipe as fast as possible and Link one has the wi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it's going to let us get all of these packets into the pipe and yes the propagation delay is worse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case because there's so much to shove into the pipe the transmission delay dominates and compared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shove the packets into the pipe the propagation delay is very small doesn't really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noticeable difference the transmission delay is what you really feel as the limiting factor the one that makes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transmission slow so it really depends in this case for packets that are small the propagation delay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that dominates and you really care about optimizing for that but if you're sending large packets maybe the transmission delay dominates and in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you want the one with wider bandwidth and if you're sending mediumsized packets who knows you have to do the calculations yourself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think about what link is best for your purposes so those are some trade-offs and you can see sometimes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requires back at the envelope calculations in addition to just thinking about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intuitively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is the picture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20 dots these are also three packets each packet is also 20 dots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20 bits but notice that because the link itself changed in particular the link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way in particular more dots can be stacked and so they get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totally intuitive is the transmission delay is the width of the packet 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got less wide I know I just said a lot of words at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okay an attempt was made but let me know on ad or elsewhere if you find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confusing we can talk about it somewhere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arriving at the same time so the router is going to take both of them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shove them in the que and in the queue they take B1 and process that one so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is that when packets arrive they first enter the que look A2 and B2 enter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sometimes the router cannot handle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the incoming load so if the two pipes that are incoming look like this well this router is doomed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be able to handle all of these packets no matter how much it tries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 packets in a queue it's just not going to have enough bandwidth to send out this many packets over a single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router is in trouble the que is going to build up and build up and eventually the queue itself is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exceed some limit and become to full and at that point this router simply has to give up and it's going to start dropping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which means it receives a packet and just ignores it doesn't get forwarded the packet just gets lost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stuff like this by the way is why we said that the internet has best effort at layer three it's because we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like this and the way that we design routers which is that we allow them to drop packets in cases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consistent with our design that we said routers only have to offer best effort service so it's a nice case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matching the implementation because we said that the Internet only provides best effort well then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allowed to drop packets if it can't handle them because the internet is best effort so you could have a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the que is not going to help you if you try drawing this out with a que the que itself is going to get packed and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and eventually some of these later packets are just going to get dropped so here we call this persistent overload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it's not the case that the router temporarily had a little bit too much to do but later it was able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 out the queue this is the case where the queue is never getting clean we just don't have enough capacity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just not powerful enough or doesn't have enough processing power doesn't have enough outgoing bandwidth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process all the packets that are incoming so this is a problem of not enough capacity it's not a problem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temporary overload that gets solved this is a persistent problem that's why people call persistent overload so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fix this turns out there's not really a great answer one possible answer is the router itself logs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somewhere for its operator the person operating this router hey I am not able to send out all the packets I have been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dropping a lot of things lately you might want to consider upgrading me to a better model give me some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processing power connect me to some more links so that I can actually handle all the packets but that's a manual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something that the router can just automatically do routers don't upgrade themselves automatically someone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actually have to come in and rewire this router or install a better one to handle this kind of load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else we'll see later in the semester is this router might actually be able to send a packet backwards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sender and tell the sender you are sending me too much you need to slow down because I can't handle this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and that's something we'll spend a lot of time on when we talk about congestion control but for now I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wanted to get the point across that routers take in incoming packets they forward them sometimes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 and sometimes there is persistent overload which we will try and solve a 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any thoughts on this stuff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we actually have to go back now and revisit what a packet does when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forwarded so that actually could introduce additional delay into the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those two terms eventually the packet arrives at a router and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destination any thoughts on this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1178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Google Shape;264;p29">
            <a:extLst>
              <a:ext uri="{FF2B5EF4-FFF2-40B4-BE49-F238E27FC236}">
                <a16:creationId xmlns:a16="http://schemas.microsoft.com/office/drawing/2014/main" id="{FDFFF79C-7725-2078-7F86-6E48679F7D76}"/>
              </a:ext>
            </a:extLst>
          </p:cNvPr>
          <p:cNvGrpSpPr/>
          <p:nvPr/>
        </p:nvGrpSpPr>
        <p:grpSpPr>
          <a:xfrm>
            <a:off x="5890726" y="3473601"/>
            <a:ext cx="179700" cy="1263835"/>
            <a:chOff x="2338450" y="3338450"/>
            <a:chExt cx="179700" cy="836700"/>
          </a:xfrm>
        </p:grpSpPr>
        <p:cxnSp>
          <p:nvCxnSpPr>
            <p:cNvPr id="3" name="Google Shape;265;p29">
              <a:extLst>
                <a:ext uri="{FF2B5EF4-FFF2-40B4-BE49-F238E27FC236}">
                  <a16:creationId xmlns:a16="http://schemas.microsoft.com/office/drawing/2014/main" id="{2999479C-0ADC-915C-7A45-62EDC482F1E6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Google Shape;266;p29">
              <a:extLst>
                <a:ext uri="{FF2B5EF4-FFF2-40B4-BE49-F238E27FC236}">
                  <a16:creationId xmlns:a16="http://schemas.microsoft.com/office/drawing/2014/main" id="{970FA3A7-F5CF-E75C-1425-931F2F9A8F2C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" name="Google Shape;267;p29">
              <a:extLst>
                <a:ext uri="{FF2B5EF4-FFF2-40B4-BE49-F238E27FC236}">
                  <a16:creationId xmlns:a16="http://schemas.microsoft.com/office/drawing/2014/main" id="{94D04834-3214-FE28-1784-2408768CFE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268;p29">
            <a:extLst>
              <a:ext uri="{FF2B5EF4-FFF2-40B4-BE49-F238E27FC236}">
                <a16:creationId xmlns:a16="http://schemas.microsoft.com/office/drawing/2014/main" id="{9609AC40-414C-5789-F083-794CE51B714A}"/>
              </a:ext>
            </a:extLst>
          </p:cNvPr>
          <p:cNvSpPr txBox="1"/>
          <p:nvPr/>
        </p:nvSpPr>
        <p:spPr>
          <a:xfrm>
            <a:off x="5980576" y="392847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" name="Google Shape;269;p29">
            <a:extLst>
              <a:ext uri="{FF2B5EF4-FFF2-40B4-BE49-F238E27FC236}">
                <a16:creationId xmlns:a16="http://schemas.microsoft.com/office/drawing/2014/main" id="{09604C9E-C1EE-1B67-1ACE-E1829258B867}"/>
              </a:ext>
            </a:extLst>
          </p:cNvPr>
          <p:cNvGrpSpPr/>
          <p:nvPr/>
        </p:nvGrpSpPr>
        <p:grpSpPr>
          <a:xfrm>
            <a:off x="5891842" y="2799949"/>
            <a:ext cx="179700" cy="616397"/>
            <a:chOff x="2338450" y="3338450"/>
            <a:chExt cx="179700" cy="836700"/>
          </a:xfrm>
        </p:grpSpPr>
        <p:cxnSp>
          <p:nvCxnSpPr>
            <p:cNvPr id="8" name="Google Shape;270;p29">
              <a:extLst>
                <a:ext uri="{FF2B5EF4-FFF2-40B4-BE49-F238E27FC236}">
                  <a16:creationId xmlns:a16="http://schemas.microsoft.com/office/drawing/2014/main" id="{94E1355B-B186-0C4F-40B9-98BCA9ADF22C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271;p29">
              <a:extLst>
                <a:ext uri="{FF2B5EF4-FFF2-40B4-BE49-F238E27FC236}">
                  <a16:creationId xmlns:a16="http://schemas.microsoft.com/office/drawing/2014/main" id="{722682C0-DC59-85A7-9509-1B004CB66CC2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272;p29">
              <a:extLst>
                <a:ext uri="{FF2B5EF4-FFF2-40B4-BE49-F238E27FC236}">
                  <a16:creationId xmlns:a16="http://schemas.microsoft.com/office/drawing/2014/main" id="{371E38CE-270D-C34B-16DB-37C5F31FB278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273;p29">
            <a:extLst>
              <a:ext uri="{FF2B5EF4-FFF2-40B4-BE49-F238E27FC236}">
                <a16:creationId xmlns:a16="http://schemas.microsoft.com/office/drawing/2014/main" id="{7C3BE59A-C772-1889-7DA3-BC391672559E}"/>
              </a:ext>
            </a:extLst>
          </p:cNvPr>
          <p:cNvSpPr txBox="1"/>
          <p:nvPr/>
        </p:nvSpPr>
        <p:spPr>
          <a:xfrm>
            <a:off x="5937224" y="28080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Which link is better? It depends.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1:	Bandwidth 10 Mbps	Propagation Delay = 10 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2:	Bandwidth 1 Mbps	Propagation Delay = 1 ms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10-byte packet: Link 2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~10 ms with Link 1.	~1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small packet, transmission delay is negligible. Propagation delay dominates.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10,000-byte packet: Link 1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~18 ms with Link 1.	~81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large packet, transmission delay dominates.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397578" y="1500493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84960" y="1567850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89851" y="1567850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894651" y="1567850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199451" y="1567850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04251" y="1567850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09051" y="1567850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13851" y="1567850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437" y="1236408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49950" y="759146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65776" y="1567850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0576" y="1567850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75376" y="1567850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0176" y="1567850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84976" y="1567850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89776" y="1567850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394576" y="1567850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0651" y="1567850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75451" y="1567850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0251" y="1567850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1451" y="1567850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76251" y="1567850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1051" y="1567850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85851" y="1567850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0651" y="1567850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295451" y="1567850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0251" y="1567850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57051" y="1567850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1851" y="1567850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66651" y="1567850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256415" y="4907831"/>
            <a:ext cx="478924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(These diagrams needsto be viewed with animation to make sense.)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11762" y="271055"/>
            <a:ext cx="8909700" cy="588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pipe diagram shows the bits on the link at any given moment in time.</a:t>
            </a:r>
            <a:endParaRPr dirty="0"/>
          </a:p>
        </p:txBody>
      </p:sp>
      <p:sp>
        <p:nvSpPr>
          <p:cNvPr id="1061" name="Google Shape;1061;p37"/>
          <p:cNvSpPr/>
          <p:nvPr/>
        </p:nvSpPr>
        <p:spPr>
          <a:xfrm>
            <a:off x="3450027" y="3568329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34725" y="3635636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39525" y="3635636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69125" y="3635636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73925" y="3635636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78725" y="3635636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83525" y="3635636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88325" y="3635636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42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198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83002" y="3293557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428987" y="277858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093125" y="3635686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397925" y="3635686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27525" y="3635686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32325" y="3635686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37125" y="3635686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41925" y="3635686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25125" y="3635636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29925" y="3635636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2" name="Google Shape;117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325;p32">
            <a:extLst>
              <a:ext uri="{FF2B5EF4-FFF2-40B4-BE49-F238E27FC236}">
                <a16:creationId xmlns:a16="http://schemas.microsoft.com/office/drawing/2014/main" id="{7325B79A-FB31-3696-E489-A37A22220B04}"/>
              </a:ext>
            </a:extLst>
          </p:cNvPr>
          <p:cNvSpPr txBox="1"/>
          <p:nvPr/>
        </p:nvSpPr>
        <p:spPr>
          <a:xfrm>
            <a:off x="1926281" y="110767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325;p32">
            <a:extLst>
              <a:ext uri="{FF2B5EF4-FFF2-40B4-BE49-F238E27FC236}">
                <a16:creationId xmlns:a16="http://schemas.microsoft.com/office/drawing/2014/main" id="{70CFB66F-72F7-6C74-73BA-44222CE4279E}"/>
              </a:ext>
            </a:extLst>
          </p:cNvPr>
          <p:cNvSpPr txBox="1"/>
          <p:nvPr/>
        </p:nvSpPr>
        <p:spPr>
          <a:xfrm>
            <a:off x="1934187" y="318111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3420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976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1261981" y="1903732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1119494" y="1426470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Higher bandwidth: Pipe height is taller.</a:t>
            </a:r>
            <a:endParaRPr dirty="0"/>
          </a:p>
        </p:txBody>
      </p:sp>
      <p:sp>
        <p:nvSpPr>
          <p:cNvPr id="888" name="Google Shape;888;p36"/>
          <p:cNvSpPr/>
          <p:nvPr/>
        </p:nvSpPr>
        <p:spPr>
          <a:xfrm>
            <a:off x="1850031" y="2190557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320331" y="2260158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625131" y="2260158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929931" y="2260158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1234731" y="2260158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1539531" y="2260158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2985231" y="2260158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3290031" y="2260158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3594831" y="2260158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3899631" y="2260158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4204431" y="2260158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1952306" y="2260158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2257106" y="2260158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2561906" y="2260158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38"/>
          <p:cNvSpPr/>
          <p:nvPr/>
        </p:nvSpPr>
        <p:spPr>
          <a:xfrm>
            <a:off x="7881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5437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5722893" y="1894694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5580406" y="141743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5689918" y="2181519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5379418" y="2251120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8067418" y="2251120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8372218" y="2251120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6413218" y="2251120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6718018" y="2251120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7022818" y="2251120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6108418" y="2251120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7327618" y="2251120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5803618" y="2251120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7632418" y="2251120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5074618" y="2251120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6132562" y="389221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The pipe diagram shows the bits on the link at any given moment in time.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Height = bandwidth.</a:t>
            </a:r>
            <a:r>
              <a:rPr lang="en" dirty="0"/>
              <a:t> How many bits we can put in the pipe per unit time.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Width = propagation delay.</a:t>
            </a:r>
            <a:r>
              <a:rPr lang="en" dirty="0"/>
              <a:t> How long it takes for bits to travel through the pipe.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Area = bandwidth-delay product</a:t>
            </a:r>
            <a:r>
              <a:rPr lang="en" dirty="0"/>
              <a:t>. How many bits fit in the pipe at a given instant.</a:t>
            </a:r>
            <a:endParaRPr dirty="0"/>
          </a:p>
        </p:txBody>
      </p:sp>
      <p:sp>
        <p:nvSpPr>
          <p:cNvPr id="627" name="Google Shape;627;p34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cxnSpLocks/>
            <a:stCxn id="629" idx="6"/>
            <a:endCxn id="628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Pipe Diagrams – Packet Transmission Delay</a:t>
            </a:r>
            <a:endParaRPr dirty="0"/>
          </a:p>
        </p:txBody>
      </p:sp>
      <p:sp>
        <p:nvSpPr>
          <p:cNvPr id="1344" name="Google Shape;1344;p39"/>
          <p:cNvSpPr/>
          <p:nvPr/>
        </p:nvSpPr>
        <p:spPr>
          <a:xfrm>
            <a:off x="1556150" y="4098675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4177573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4854425" y="3246375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1186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4402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57618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160819" y="3370423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613633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23500" y="3356475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189616" y="2919302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688925" y="2504163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89;p38">
            <a:extLst>
              <a:ext uri="{FF2B5EF4-FFF2-40B4-BE49-F238E27FC236}">
                <a16:creationId xmlns:a16="http://schemas.microsoft.com/office/drawing/2014/main" id="{C3C090EE-F007-890C-75CE-7557A7607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19779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</a:t>
            </a:r>
            <a:r>
              <a:rPr lang="en" b="1" dirty="0"/>
              <a:t>width of the packet </a:t>
            </a:r>
            <a:r>
              <a:rPr lang="en" dirty="0"/>
              <a:t>in the pipe represents the transmission delay.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long it takes to put all the bits in the pipe.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</a:t>
            </a:r>
            <a:r>
              <a:rPr lang="en" b="1" dirty="0"/>
              <a:t>a packet of given size</a:t>
            </a:r>
            <a:r>
              <a:rPr lang="en" dirty="0"/>
              <a:t>: more bandwidth = taller pipe = more bits in pipe per unit time = narrower packet in pipe.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Persistent overload</a:t>
            </a:r>
            <a:r>
              <a:rPr lang="en"/>
              <a:t>: Not enough capacity to handle the incoming packets!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Queue won't help us. If the queue fills up, the router must drop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solve persistent overload?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can detect the overload and (manually) upgrade the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can tell the senders to slow down.</a:t>
            </a:r>
            <a:endParaRPr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Queuing and Life of a Packet</a:t>
            </a:r>
            <a:endParaRPr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Queues introduce extra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Transmission Delay + Propagation Delay </a:t>
            </a:r>
            <a:r>
              <a:rPr lang="en">
                <a:solidFill>
                  <a:schemeClr val="accent2"/>
                </a:solidFill>
              </a:rPr>
              <a:t>+ Queuing Delay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Life of a packet: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puts payload in a packet, adding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travels along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arrives at a router. Router forwards packet to the next hop.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might be queued or dropped.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 the last step until: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reaches destination.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is dropped.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1–3: Networking Principles.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Layering and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principles.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Links, life of a packet.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4–9: Routing (Layer 3).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Routing: How do routers know where to forward packets?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Addressing: How do we address end hosts?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do you build an industrial-strength router in </a:t>
            </a:r>
            <a:r>
              <a:rPr lang="en"/>
              <a:t>hardware?</a:t>
            </a:r>
            <a:endParaRPr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10–13: Reliability (Layer 4).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TCP: How do end hosts communicate reliably?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control: How do we ensure end hosts don't overload the links?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14–15: Applications (Layer 7).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DNS: How do we map names to addresses?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HTTP: How do we build applications on top of the network?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16–17: End-to-End Picture.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ARP and DHCP: What happens when you join the network for the first time?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NAT: How do we make sure there's enough addresses for everybody?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TLS: How do we secure network connections against attackers?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11950</Words>
  <Application>Microsoft Office PowerPoint</Application>
  <PresentationFormat>On-screen Show (16:9)</PresentationFormat>
  <Paragraphs>1441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Roboto Light</vt:lpstr>
      <vt:lpstr>Roboto</vt:lpstr>
      <vt:lpstr>Roboto Medium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Packet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Packet Queuing and Life of a Packet</vt:lpstr>
      <vt:lpstr>Brief Preview of the Semester</vt:lpstr>
      <vt:lpstr>Brief Preview of the Semester</vt:lpstr>
      <vt:lpstr>Brief Preview of the Semester</vt:lpstr>
      <vt:lpstr>Brief Preview of the Semester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2026-01-28T19:15:29Z</dcterms:modified>
</cp:coreProperties>
</file>