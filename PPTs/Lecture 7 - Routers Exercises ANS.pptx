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5"/>
  </p:notesMasterIdLst>
  <p:sldIdLst>
    <p:sldId id="256" r:id="rId2"/>
    <p:sldId id="298" r:id="rId3"/>
    <p:sldId id="299" r:id="rId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6"/>
      <p:bold r:id="rId7"/>
      <p:italic r:id="rId8"/>
      <p:boldItalic r:id="rId9"/>
    </p:embeddedFont>
    <p:embeddedFont>
      <p:font typeface="Roboto Light" panose="02000000000000000000" pitchFamily="2" charset="0"/>
      <p:regular r:id="rId10"/>
      <p:bold r:id="rId11"/>
      <p:italic r:id="rId12"/>
      <p:boldItalic r:id="rId13"/>
    </p:embeddedFont>
    <p:embeddedFont>
      <p:font typeface="Roboto Medium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AFBB11-958E-4AC1-A91B-BFF22A3C9CCB}" v="21" dt="2026-02-01T04:29:08.213"/>
    <p1510:client id="{E30A0D13-3B8A-4DA1-BB8D-58C8AE499685}" v="44" dt="2026-02-01T03:55:06.597"/>
  </p1510:revLst>
</p1510:revInfo>
</file>

<file path=ppt/tableStyles.xml><?xml version="1.0" encoding="utf-8"?>
<a:tblStyleLst xmlns:a="http://schemas.openxmlformats.org/drawingml/2006/main" def="{E43C0DB3-A16B-4310-B7AB-6BCD390F8AB1}">
  <a:tblStyle styleId="{E43C0DB3-A16B-4310-B7AB-6BCD390F8A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68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23" Type="http://schemas.microsoft.com/office/2015/10/relationships/revisionInfo" Target="revisionInfo.xml"/><Relationship Id="rId10" Type="http://schemas.openxmlformats.org/officeDocument/2006/relationships/font" Target="fonts/font5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6-02-01T04:32:45.737" v="1064" actId="1076"/>
      <pc:docMkLst>
        <pc:docMk/>
      </pc:docMkLst>
      <pc:sldChg chg="addSp delSp modSp mod">
        <pc:chgData name="Zonghua Gu" userId="9a7e1853e1951ef5" providerId="LiveId" clId="{CF1FAA12-072C-4ED5-BA76-0FFFAEFDB88A}" dt="2026-02-01T03:58:08.391" v="488" actId="1076"/>
        <pc:sldMkLst>
          <pc:docMk/>
          <pc:sldMk cId="0" sldId="256"/>
        </pc:sldMkLst>
        <pc:spChg chg="add mod">
          <ac:chgData name="Zonghua Gu" userId="9a7e1853e1951ef5" providerId="LiveId" clId="{CF1FAA12-072C-4ED5-BA76-0FFFAEFDB88A}" dt="2026-01-31T13:55:39.723" v="33" actId="1076"/>
          <ac:spMkLst>
            <pc:docMk/>
            <pc:sldMk cId="0" sldId="256"/>
            <ac:spMk id="2" creationId="{DC0F0A3F-2A7A-1BBA-FA94-084247B8C0F1}"/>
          </ac:spMkLst>
        </pc:spChg>
        <pc:spChg chg="del mod">
          <ac:chgData name="Zonghua Gu" userId="9a7e1853e1951ef5" providerId="LiveId" clId="{CF1FAA12-072C-4ED5-BA76-0FFFAEFDB88A}" dt="2026-01-31T13:55:42.489" v="35" actId="478"/>
          <ac:spMkLst>
            <pc:docMk/>
            <pc:sldMk cId="0" sldId="256"/>
            <ac:spMk id="143" creationId="{00000000-0000-0000-0000-000000000000}"/>
          </ac:spMkLst>
        </pc:spChg>
        <pc:spChg chg="mod">
          <ac:chgData name="Zonghua Gu" userId="9a7e1853e1951ef5" providerId="LiveId" clId="{CF1FAA12-072C-4ED5-BA76-0FFFAEFDB88A}" dt="2026-02-01T03:58:08.391" v="488" actId="1076"/>
          <ac:spMkLst>
            <pc:docMk/>
            <pc:sldMk cId="0" sldId="256"/>
            <ac:spMk id="144" creationId="{00000000-0000-0000-0000-000000000000}"/>
          </ac:spMkLst>
        </pc:spChg>
      </pc:sldChg>
      <pc:sldChg chg="modSp add del modNotes">
        <pc:chgData name="Zonghua Gu" userId="9a7e1853e1951ef5" providerId="LiveId" clId="{CF1FAA12-072C-4ED5-BA76-0FFFAEFDB88A}" dt="2026-02-01T03:58:23.596" v="491" actId="47"/>
        <pc:sldMkLst>
          <pc:docMk/>
          <pc:sldMk cId="0" sldId="257"/>
        </pc:sldMkLst>
        <pc:spChg chg="mod">
          <ac:chgData name="Zonghua Gu" userId="9a7e1853e1951ef5" providerId="LiveId" clId="{CF1FAA12-072C-4ED5-BA76-0FFFAEFDB88A}" dt="2026-01-31T13:56:01.396" v="36"/>
          <ac:spMkLst>
            <pc:docMk/>
            <pc:sldMk cId="0" sldId="257"/>
            <ac:spMk id="152" creationId="{00000000-0000-0000-0000-000000000000}"/>
          </ac:spMkLst>
        </pc:spChg>
      </pc:sldChg>
      <pc:sldChg chg="add del">
        <pc:chgData name="Zonghua Gu" userId="9a7e1853e1951ef5" providerId="LiveId" clId="{CF1FAA12-072C-4ED5-BA76-0FFFAEFDB88A}" dt="2026-02-01T03:58:23.596" v="491" actId="47"/>
        <pc:sldMkLst>
          <pc:docMk/>
          <pc:sldMk cId="0" sldId="258"/>
        </pc:sldMkLst>
      </pc:sldChg>
      <pc:sldChg chg="del">
        <pc:chgData name="Zonghua Gu" userId="9a7e1853e1951ef5" providerId="LiveId" clId="{CF1FAA12-072C-4ED5-BA76-0FFFAEFDB88A}" dt="2026-01-31T13:56:13.084" v="37" actId="47"/>
        <pc:sldMkLst>
          <pc:docMk/>
          <pc:sldMk cId="0" sldId="259"/>
        </pc:sldMkLst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60"/>
        </pc:sldMkLst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61"/>
        </pc:sldMkLst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62"/>
        </pc:sldMkLst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63"/>
        </pc:sldMkLst>
      </pc:sldChg>
      <pc:sldChg chg="modSp add del modNotes">
        <pc:chgData name="Zonghua Gu" userId="9a7e1853e1951ef5" providerId="LiveId" clId="{CF1FAA12-072C-4ED5-BA76-0FFFAEFDB88A}" dt="2026-02-01T03:58:23.596" v="491" actId="47"/>
        <pc:sldMkLst>
          <pc:docMk/>
          <pc:sldMk cId="0" sldId="264"/>
        </pc:sldMkLst>
        <pc:spChg chg="mod">
          <ac:chgData name="Zonghua Gu" userId="9a7e1853e1951ef5" providerId="LiveId" clId="{CF1FAA12-072C-4ED5-BA76-0FFFAEFDB88A}" dt="2026-01-31T13:56:01.396" v="36"/>
          <ac:spMkLst>
            <pc:docMk/>
            <pc:sldMk cId="0" sldId="264"/>
            <ac:spMk id="297" creationId="{00000000-0000-0000-0000-000000000000}"/>
          </ac:spMkLst>
        </pc:spChg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65"/>
        </pc:sldMkLst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66"/>
        </pc:sldMkLst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67"/>
        </pc:sldMkLst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68"/>
        </pc:sldMkLst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69"/>
        </pc:sldMkLst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70"/>
        </pc:sldMkLst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71"/>
        </pc:sldMkLst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72"/>
        </pc:sldMkLst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73"/>
        </pc:sldMkLst>
      </pc:sldChg>
      <pc:sldChg chg="modSp add del modNotes">
        <pc:chgData name="Zonghua Gu" userId="9a7e1853e1951ef5" providerId="LiveId" clId="{CF1FAA12-072C-4ED5-BA76-0FFFAEFDB88A}" dt="2026-02-01T03:58:23.596" v="491" actId="47"/>
        <pc:sldMkLst>
          <pc:docMk/>
          <pc:sldMk cId="0" sldId="274"/>
        </pc:sldMkLst>
        <pc:spChg chg="mod">
          <ac:chgData name="Zonghua Gu" userId="9a7e1853e1951ef5" providerId="LiveId" clId="{CF1FAA12-072C-4ED5-BA76-0FFFAEFDB88A}" dt="2026-01-31T13:56:01.396" v="36"/>
          <ac:spMkLst>
            <pc:docMk/>
            <pc:sldMk cId="0" sldId="274"/>
            <ac:spMk id="704" creationId="{00000000-0000-0000-0000-000000000000}"/>
          </ac:spMkLst>
        </pc:spChg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75"/>
        </pc:sldMkLst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76"/>
        </pc:sldMkLst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77"/>
        </pc:sldMkLst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78"/>
        </pc:sldMkLst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79"/>
        </pc:sldMkLst>
      </pc:sldChg>
      <pc:sldChg chg="modSp add del modNotes">
        <pc:chgData name="Zonghua Gu" userId="9a7e1853e1951ef5" providerId="LiveId" clId="{CF1FAA12-072C-4ED5-BA76-0FFFAEFDB88A}" dt="2026-02-01T03:58:23.596" v="491" actId="47"/>
        <pc:sldMkLst>
          <pc:docMk/>
          <pc:sldMk cId="0" sldId="280"/>
        </pc:sldMkLst>
        <pc:spChg chg="mod">
          <ac:chgData name="Zonghua Gu" userId="9a7e1853e1951ef5" providerId="LiveId" clId="{CF1FAA12-072C-4ED5-BA76-0FFFAEFDB88A}" dt="2026-01-31T13:56:01.396" v="36"/>
          <ac:spMkLst>
            <pc:docMk/>
            <pc:sldMk cId="0" sldId="280"/>
            <ac:spMk id="924" creationId="{00000000-0000-0000-0000-000000000000}"/>
          </ac:spMkLst>
        </pc:spChg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81"/>
        </pc:sldMkLst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82"/>
        </pc:sldMkLst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83"/>
        </pc:sldMkLst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84"/>
        </pc:sldMkLst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85"/>
        </pc:sldMkLst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86"/>
        </pc:sldMkLst>
      </pc:sldChg>
      <pc:sldChg chg="modSp add del modNotes">
        <pc:chgData name="Zonghua Gu" userId="9a7e1853e1951ef5" providerId="LiveId" clId="{CF1FAA12-072C-4ED5-BA76-0FFFAEFDB88A}" dt="2026-02-01T03:58:23.596" v="491" actId="47"/>
        <pc:sldMkLst>
          <pc:docMk/>
          <pc:sldMk cId="0" sldId="287"/>
        </pc:sldMkLst>
        <pc:spChg chg="mod">
          <ac:chgData name="Zonghua Gu" userId="9a7e1853e1951ef5" providerId="LiveId" clId="{CF1FAA12-072C-4ED5-BA76-0FFFAEFDB88A}" dt="2026-01-31T13:56:01.396" v="36"/>
          <ac:spMkLst>
            <pc:docMk/>
            <pc:sldMk cId="0" sldId="287"/>
            <ac:spMk id="1059" creationId="{00000000-0000-0000-0000-000000000000}"/>
          </ac:spMkLst>
        </pc:spChg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88"/>
        </pc:sldMkLst>
      </pc:sldChg>
      <pc:sldChg chg="modSp add del mod modNotes">
        <pc:chgData name="Zonghua Gu" userId="9a7e1853e1951ef5" providerId="LiveId" clId="{CF1FAA12-072C-4ED5-BA76-0FFFAEFDB88A}" dt="2026-02-01T03:58:23.596" v="491" actId="47"/>
        <pc:sldMkLst>
          <pc:docMk/>
          <pc:sldMk cId="0" sldId="289"/>
        </pc:sldMkLst>
        <pc:spChg chg="mod">
          <ac:chgData name="Zonghua Gu" userId="9a7e1853e1951ef5" providerId="LiveId" clId="{CF1FAA12-072C-4ED5-BA76-0FFFAEFDB88A}" dt="2026-02-01T00:11:57.261" v="426" actId="20577"/>
          <ac:spMkLst>
            <pc:docMk/>
            <pc:sldMk cId="0" sldId="289"/>
            <ac:spMk id="1078" creationId="{00000000-0000-0000-0000-000000000000}"/>
          </ac:spMkLst>
        </pc:spChg>
      </pc:sldChg>
      <pc:sldChg chg="add del">
        <pc:chgData name="Zonghua Gu" userId="9a7e1853e1951ef5" providerId="LiveId" clId="{CF1FAA12-072C-4ED5-BA76-0FFFAEFDB88A}" dt="2026-02-01T03:58:23.596" v="491" actId="47"/>
        <pc:sldMkLst>
          <pc:docMk/>
          <pc:sldMk cId="0" sldId="290"/>
        </pc:sldMkLst>
      </pc:sldChg>
      <pc:sldChg chg="delSp modSp add del mod modNotesTx">
        <pc:chgData name="Zonghua Gu" userId="9a7e1853e1951ef5" providerId="LiveId" clId="{CF1FAA12-072C-4ED5-BA76-0FFFAEFDB88A}" dt="2026-02-01T03:58:23.596" v="491" actId="47"/>
        <pc:sldMkLst>
          <pc:docMk/>
          <pc:sldMk cId="0" sldId="291"/>
        </pc:sldMkLst>
        <pc:spChg chg="mod">
          <ac:chgData name="Zonghua Gu" userId="9a7e1853e1951ef5" providerId="LiveId" clId="{CF1FAA12-072C-4ED5-BA76-0FFFAEFDB88A}" dt="2026-02-01T00:27:59.505" v="431" actId="113"/>
          <ac:spMkLst>
            <pc:docMk/>
            <pc:sldMk cId="0" sldId="291"/>
            <ac:spMk id="1094" creationId="{00000000-0000-0000-0000-000000000000}"/>
          </ac:spMkLst>
        </pc:spChg>
        <pc:spChg chg="del">
          <ac:chgData name="Zonghua Gu" userId="9a7e1853e1951ef5" providerId="LiveId" clId="{CF1FAA12-072C-4ED5-BA76-0FFFAEFDB88A}" dt="2026-01-31T13:58:17.392" v="38" actId="478"/>
          <ac:spMkLst>
            <pc:docMk/>
            <pc:sldMk cId="0" sldId="291"/>
            <ac:spMk id="1096" creationId="{00000000-0000-0000-0000-000000000000}"/>
          </ac:spMkLst>
        </pc:spChg>
        <pc:cxnChg chg="del">
          <ac:chgData name="Zonghua Gu" userId="9a7e1853e1951ef5" providerId="LiveId" clId="{CF1FAA12-072C-4ED5-BA76-0FFFAEFDB88A}" dt="2026-01-31T13:58:17.392" v="38" actId="478"/>
          <ac:cxnSpMkLst>
            <pc:docMk/>
            <pc:sldMk cId="0" sldId="291"/>
            <ac:cxnSpMk id="1095" creationId="{00000000-0000-0000-0000-000000000000}"/>
          </ac:cxnSpMkLst>
        </pc:cxnChg>
      </pc:sldChg>
      <pc:sldChg chg="add del">
        <pc:chgData name="Zonghua Gu" userId="9a7e1853e1951ef5" providerId="LiveId" clId="{CF1FAA12-072C-4ED5-BA76-0FFFAEFDB88A}" dt="2026-02-01T03:58:23.596" v="491" actId="47"/>
        <pc:sldMkLst>
          <pc:docMk/>
          <pc:sldMk cId="0" sldId="292"/>
        </pc:sldMkLst>
      </pc:sldChg>
      <pc:sldChg chg="addSp modSp add del mod">
        <pc:chgData name="Zonghua Gu" userId="9a7e1853e1951ef5" providerId="LiveId" clId="{CF1FAA12-072C-4ED5-BA76-0FFFAEFDB88A}" dt="2026-02-01T03:58:23.596" v="491" actId="47"/>
        <pc:sldMkLst>
          <pc:docMk/>
          <pc:sldMk cId="0" sldId="293"/>
        </pc:sldMkLst>
        <pc:spChg chg="add mod">
          <ac:chgData name="Zonghua Gu" userId="9a7e1853e1951ef5" providerId="LiveId" clId="{CF1FAA12-072C-4ED5-BA76-0FFFAEFDB88A}" dt="2026-02-01T03:54:23.069" v="462" actId="1076"/>
          <ac:spMkLst>
            <pc:docMk/>
            <pc:sldMk cId="0" sldId="293"/>
            <ac:spMk id="3" creationId="{0E749576-D4D8-2432-1FD4-70BCBAD9FD8D}"/>
          </ac:spMkLst>
        </pc:spChg>
        <pc:spChg chg="mod">
          <ac:chgData name="Zonghua Gu" userId="9a7e1853e1951ef5" providerId="LiveId" clId="{CF1FAA12-072C-4ED5-BA76-0FFFAEFDB88A}" dt="2026-02-01T03:54:40.063" v="467" actId="1036"/>
          <ac:spMkLst>
            <pc:docMk/>
            <pc:sldMk cId="0" sldId="293"/>
            <ac:spMk id="1194" creationId="{00000000-0000-0000-0000-000000000000}"/>
          </ac:spMkLst>
        </pc:spChg>
        <pc:graphicFrameChg chg="modGraphic">
          <ac:chgData name="Zonghua Gu" userId="9a7e1853e1951ef5" providerId="LiveId" clId="{CF1FAA12-072C-4ED5-BA76-0FFFAEFDB88A}" dt="2026-02-01T03:53:06.199" v="451" actId="20577"/>
          <ac:graphicFrameMkLst>
            <pc:docMk/>
            <pc:sldMk cId="0" sldId="293"/>
            <ac:graphicFrameMk id="1180" creationId="{00000000-0000-0000-0000-000000000000}"/>
          </ac:graphicFrameMkLst>
        </pc:graphicFrameChg>
        <pc:picChg chg="add mod">
          <ac:chgData name="Zonghua Gu" userId="9a7e1853e1951ef5" providerId="LiveId" clId="{CF1FAA12-072C-4ED5-BA76-0FFFAEFDB88A}" dt="2026-02-01T03:54:20.096" v="461" actId="14100"/>
          <ac:picMkLst>
            <pc:docMk/>
            <pc:sldMk cId="0" sldId="293"/>
            <ac:picMk id="2" creationId="{DDB3D8CC-D9EE-5A3E-DFE1-9D1161F36B0C}"/>
          </ac:picMkLst>
        </pc:picChg>
      </pc:sldChg>
      <pc:sldChg chg="modSp add del mod">
        <pc:chgData name="Zonghua Gu" userId="9a7e1853e1951ef5" providerId="LiveId" clId="{CF1FAA12-072C-4ED5-BA76-0FFFAEFDB88A}" dt="2026-02-01T03:58:23.596" v="491" actId="47"/>
        <pc:sldMkLst>
          <pc:docMk/>
          <pc:sldMk cId="0" sldId="294"/>
        </pc:sldMkLst>
        <pc:graphicFrameChg chg="mod modGraphic">
          <ac:chgData name="Zonghua Gu" userId="9a7e1853e1951ef5" providerId="LiveId" clId="{CF1FAA12-072C-4ED5-BA76-0FFFAEFDB88A}" dt="2026-02-01T03:55:01.122" v="469" actId="20577"/>
          <ac:graphicFrameMkLst>
            <pc:docMk/>
            <pc:sldMk cId="0" sldId="294"/>
            <ac:graphicFrameMk id="1224" creationId="{00000000-0000-0000-0000-000000000000}"/>
          </ac:graphicFrameMkLst>
        </pc:graphicFrameChg>
      </pc:sldChg>
      <pc:sldChg chg="addSp modSp add del mod">
        <pc:chgData name="Zonghua Gu" userId="9a7e1853e1951ef5" providerId="LiveId" clId="{CF1FAA12-072C-4ED5-BA76-0FFFAEFDB88A}" dt="2026-02-01T03:58:23.596" v="491" actId="47"/>
        <pc:sldMkLst>
          <pc:docMk/>
          <pc:sldMk cId="0" sldId="295"/>
        </pc:sldMkLst>
        <pc:spChg chg="add mod">
          <ac:chgData name="Zonghua Gu" userId="9a7e1853e1951ef5" providerId="LiveId" clId="{CF1FAA12-072C-4ED5-BA76-0FFFAEFDB88A}" dt="2026-01-31T14:00:25.582" v="52" actId="1076"/>
          <ac:spMkLst>
            <pc:docMk/>
            <pc:sldMk cId="0" sldId="295"/>
            <ac:spMk id="2" creationId="{08A490B3-9D48-CC10-833B-577E8C6D3E3B}"/>
          </ac:spMkLst>
        </pc:spChg>
        <pc:spChg chg="mod">
          <ac:chgData name="Zonghua Gu" userId="9a7e1853e1951ef5" providerId="LiveId" clId="{CF1FAA12-072C-4ED5-BA76-0FFFAEFDB88A}" dt="2026-02-01T00:33:33.516" v="436" actId="1076"/>
          <ac:spMkLst>
            <pc:docMk/>
            <pc:sldMk cId="0" sldId="295"/>
            <ac:spMk id="1231" creationId="{00000000-0000-0000-0000-000000000000}"/>
          </ac:spMkLst>
        </pc:spChg>
        <pc:spChg chg="mod">
          <ac:chgData name="Zonghua Gu" userId="9a7e1853e1951ef5" providerId="LiveId" clId="{CF1FAA12-072C-4ED5-BA76-0FFFAEFDB88A}" dt="2026-02-01T00:09:33.832" v="355" actId="20577"/>
          <ac:spMkLst>
            <pc:docMk/>
            <pc:sldMk cId="0" sldId="295"/>
            <ac:spMk id="1232" creationId="{00000000-0000-0000-0000-000000000000}"/>
          </ac:spMkLst>
        </pc:spChg>
        <pc:spChg chg="mod">
          <ac:chgData name="Zonghua Gu" userId="9a7e1853e1951ef5" providerId="LiveId" clId="{CF1FAA12-072C-4ED5-BA76-0FFFAEFDB88A}" dt="2026-02-01T00:09:31.123" v="354" actId="20577"/>
          <ac:spMkLst>
            <pc:docMk/>
            <pc:sldMk cId="0" sldId="295"/>
            <ac:spMk id="1234" creationId="{00000000-0000-0000-0000-000000000000}"/>
          </ac:spMkLst>
        </pc:spChg>
        <pc:spChg chg="mod">
          <ac:chgData name="Zonghua Gu" userId="9a7e1853e1951ef5" providerId="LiveId" clId="{CF1FAA12-072C-4ED5-BA76-0FFFAEFDB88A}" dt="2026-02-01T00:09:36.364" v="356" actId="20577"/>
          <ac:spMkLst>
            <pc:docMk/>
            <pc:sldMk cId="0" sldId="295"/>
            <ac:spMk id="1236" creationId="{00000000-0000-0000-0000-000000000000}"/>
          </ac:spMkLst>
        </pc:spChg>
        <pc:spChg chg="mod">
          <ac:chgData name="Zonghua Gu" userId="9a7e1853e1951ef5" providerId="LiveId" clId="{CF1FAA12-072C-4ED5-BA76-0FFFAEFDB88A}" dt="2026-02-01T00:09:40.778" v="358" actId="6549"/>
          <ac:spMkLst>
            <pc:docMk/>
            <pc:sldMk cId="0" sldId="295"/>
            <ac:spMk id="1237" creationId="{00000000-0000-0000-0000-000000000000}"/>
          </ac:spMkLst>
        </pc:spChg>
        <pc:spChg chg="mod">
          <ac:chgData name="Zonghua Gu" userId="9a7e1853e1951ef5" providerId="LiveId" clId="{CF1FAA12-072C-4ED5-BA76-0FFFAEFDB88A}" dt="2026-02-01T00:09:38.484" v="357" actId="6549"/>
          <ac:spMkLst>
            <pc:docMk/>
            <pc:sldMk cId="0" sldId="295"/>
            <ac:spMk id="1240" creationId="{00000000-0000-0000-0000-000000000000}"/>
          </ac:spMkLst>
        </pc:spChg>
        <pc:graphicFrameChg chg="mod modGraphic">
          <ac:chgData name="Zonghua Gu" userId="9a7e1853e1951ef5" providerId="LiveId" clId="{CF1FAA12-072C-4ED5-BA76-0FFFAEFDB88A}" dt="2026-02-01T03:55:07.547" v="473" actId="20577"/>
          <ac:graphicFrameMkLst>
            <pc:docMk/>
            <pc:sldMk cId="0" sldId="295"/>
            <ac:graphicFrameMk id="1247" creationId="{00000000-0000-0000-0000-000000000000}"/>
          </ac:graphicFrameMkLst>
        </pc:graphicFrameChg>
      </pc:sldChg>
      <pc:sldChg chg="add del modNotes">
        <pc:chgData name="Zonghua Gu" userId="9a7e1853e1951ef5" providerId="LiveId" clId="{CF1FAA12-072C-4ED5-BA76-0FFFAEFDB88A}" dt="2026-02-01T03:58:23.596" v="491" actId="47"/>
        <pc:sldMkLst>
          <pc:docMk/>
          <pc:sldMk cId="0" sldId="296"/>
        </pc:sldMkLst>
      </pc:sldChg>
      <pc:sldChg chg="modSp add del mod modNotes">
        <pc:chgData name="Zonghua Gu" userId="9a7e1853e1951ef5" providerId="LiveId" clId="{CF1FAA12-072C-4ED5-BA76-0FFFAEFDB88A}" dt="2026-02-01T04:02:32.991" v="493" actId="47"/>
        <pc:sldMkLst>
          <pc:docMk/>
          <pc:sldMk cId="0" sldId="297"/>
        </pc:sldMkLst>
        <pc:spChg chg="mod">
          <ac:chgData name="Zonghua Gu" userId="9a7e1853e1951ef5" providerId="LiveId" clId="{CF1FAA12-072C-4ED5-BA76-0FFFAEFDB88A}" dt="2026-02-01T00:10:45.480" v="386" actId="20577"/>
          <ac:spMkLst>
            <pc:docMk/>
            <pc:sldMk cId="0" sldId="297"/>
            <ac:spMk id="1261" creationId="{00000000-0000-0000-0000-000000000000}"/>
          </ac:spMkLst>
        </pc:spChg>
      </pc:sldChg>
      <pc:sldChg chg="addSp modSp new mod">
        <pc:chgData name="Zonghua Gu" userId="9a7e1853e1951ef5" providerId="LiveId" clId="{CF1FAA12-072C-4ED5-BA76-0FFFAEFDB88A}" dt="2026-02-01T04:05:19.678" v="544" actId="14100"/>
        <pc:sldMkLst>
          <pc:docMk/>
          <pc:sldMk cId="557716007" sldId="298"/>
        </pc:sldMkLst>
        <pc:spChg chg="mod">
          <ac:chgData name="Zonghua Gu" userId="9a7e1853e1951ef5" providerId="LiveId" clId="{CF1FAA12-072C-4ED5-BA76-0FFFAEFDB88A}" dt="2026-02-01T04:03:08.418" v="504"/>
          <ac:spMkLst>
            <pc:docMk/>
            <pc:sldMk cId="557716007" sldId="298"/>
            <ac:spMk id="2" creationId="{7D70FF99-E5CB-15E7-30EF-71192C55E11D}"/>
          </ac:spMkLst>
        </pc:spChg>
        <pc:spChg chg="mod">
          <ac:chgData name="Zonghua Gu" userId="9a7e1853e1951ef5" providerId="LiveId" clId="{CF1FAA12-072C-4ED5-BA76-0FFFAEFDB88A}" dt="2026-02-01T04:05:15.994" v="542" actId="14100"/>
          <ac:spMkLst>
            <pc:docMk/>
            <pc:sldMk cId="557716007" sldId="298"/>
            <ac:spMk id="3" creationId="{624F2DB9-F168-D7BA-E9C5-EADDD766222B}"/>
          </ac:spMkLst>
        </pc:spChg>
        <pc:picChg chg="add mod">
          <ac:chgData name="Zonghua Gu" userId="9a7e1853e1951ef5" providerId="LiveId" clId="{CF1FAA12-072C-4ED5-BA76-0FFFAEFDB88A}" dt="2026-02-01T04:05:19.678" v="544" actId="14100"/>
          <ac:picMkLst>
            <pc:docMk/>
            <pc:sldMk cId="557716007" sldId="298"/>
            <ac:picMk id="5" creationId="{8A3023C5-95D4-54C5-6B28-FCE7A79A54F8}"/>
          </ac:picMkLst>
        </pc:picChg>
      </pc:sldChg>
      <pc:sldChg chg="addSp modSp add mod">
        <pc:chgData name="Zonghua Gu" userId="9a7e1853e1951ef5" providerId="LiveId" clId="{CF1FAA12-072C-4ED5-BA76-0FFFAEFDB88A}" dt="2026-02-01T04:32:45.737" v="1064" actId="1076"/>
        <pc:sldMkLst>
          <pc:docMk/>
          <pc:sldMk cId="2446218443" sldId="299"/>
        </pc:sldMkLst>
        <pc:spChg chg="mod">
          <ac:chgData name="Zonghua Gu" userId="9a7e1853e1951ef5" providerId="LiveId" clId="{CF1FAA12-072C-4ED5-BA76-0FFFAEFDB88A}" dt="2026-02-01T04:05:30.506" v="553" actId="20577"/>
          <ac:spMkLst>
            <pc:docMk/>
            <pc:sldMk cId="2446218443" sldId="299"/>
            <ac:spMk id="2" creationId="{F24A194A-8571-15BD-0473-73C5D9D05C47}"/>
          </ac:spMkLst>
        </pc:spChg>
        <pc:spChg chg="mod">
          <ac:chgData name="Zonghua Gu" userId="9a7e1853e1951ef5" providerId="LiveId" clId="{CF1FAA12-072C-4ED5-BA76-0FFFAEFDB88A}" dt="2026-02-01T04:32:22.839" v="1058" actId="14100"/>
          <ac:spMkLst>
            <pc:docMk/>
            <pc:sldMk cId="2446218443" sldId="299"/>
            <ac:spMk id="3" creationId="{AA1A4ECB-AC2D-411B-5676-BD4F3A539D4D}"/>
          </ac:spMkLst>
        </pc:spChg>
        <pc:spChg chg="add mod">
          <ac:chgData name="Zonghua Gu" userId="9a7e1853e1951ef5" providerId="LiveId" clId="{CF1FAA12-072C-4ED5-BA76-0FFFAEFDB88A}" dt="2026-02-01T04:32:45.737" v="1064" actId="1076"/>
          <ac:spMkLst>
            <pc:docMk/>
            <pc:sldMk cId="2446218443" sldId="299"/>
            <ac:spMk id="8" creationId="{F9148804-CA23-C7F6-0A3E-2AEBEA10A301}"/>
          </ac:spMkLst>
        </pc:spChg>
        <pc:spChg chg="add mod">
          <ac:chgData name="Zonghua Gu" userId="9a7e1853e1951ef5" providerId="LiveId" clId="{CF1FAA12-072C-4ED5-BA76-0FFFAEFDB88A}" dt="2026-02-01T04:29:05.955" v="847" actId="1076"/>
          <ac:spMkLst>
            <pc:docMk/>
            <pc:sldMk cId="2446218443" sldId="299"/>
            <ac:spMk id="10" creationId="{200DC0FE-DCAA-8359-7977-F03B1CABA6C7}"/>
          </ac:spMkLst>
        </pc:spChg>
        <pc:spChg chg="add mod">
          <ac:chgData name="Zonghua Gu" userId="9a7e1853e1951ef5" providerId="LiveId" clId="{CF1FAA12-072C-4ED5-BA76-0FFFAEFDB88A}" dt="2026-02-01T04:31:31.132" v="1035" actId="14100"/>
          <ac:spMkLst>
            <pc:docMk/>
            <pc:sldMk cId="2446218443" sldId="299"/>
            <ac:spMk id="11" creationId="{F504F1DE-7B4A-B7AB-052C-6F020AB9E534}"/>
          </ac:spMkLst>
        </pc:spChg>
        <pc:picChg chg="mod">
          <ac:chgData name="Zonghua Gu" userId="9a7e1853e1951ef5" providerId="LiveId" clId="{CF1FAA12-072C-4ED5-BA76-0FFFAEFDB88A}" dt="2026-02-01T04:29:05.955" v="847" actId="1076"/>
          <ac:picMkLst>
            <pc:docMk/>
            <pc:sldMk cId="2446218443" sldId="299"/>
            <ac:picMk id="5" creationId="{F4A3F05D-0CFE-632C-B6F9-F87BC58C7520}"/>
          </ac:picMkLst>
        </pc:picChg>
        <pc:cxnChg chg="add mod">
          <ac:chgData name="Zonghua Gu" userId="9a7e1853e1951ef5" providerId="LiveId" clId="{CF1FAA12-072C-4ED5-BA76-0FFFAEFDB88A}" dt="2026-02-01T04:29:05.955" v="847" actId="1076"/>
          <ac:cxnSpMkLst>
            <pc:docMk/>
            <pc:sldMk cId="2446218443" sldId="299"/>
            <ac:cxnSpMk id="6" creationId="{13D5F9C9-557F-43C6-73EF-18C7BF72EB7B}"/>
          </ac:cxnSpMkLst>
        </pc:cxnChg>
        <pc:cxnChg chg="add mod">
          <ac:chgData name="Zonghua Gu" userId="9a7e1853e1951ef5" providerId="LiveId" clId="{CF1FAA12-072C-4ED5-BA76-0FFFAEFDB88A}" dt="2026-02-01T04:29:05.955" v="847" actId="1076"/>
          <ac:cxnSpMkLst>
            <pc:docMk/>
            <pc:sldMk cId="2446218443" sldId="299"/>
            <ac:cxnSpMk id="9" creationId="{BE76456C-A98D-522D-8934-460CC630EC06}"/>
          </ac:cxnSpMkLst>
        </pc:cxnChg>
      </pc:sldChg>
      <pc:sldChg chg="addSp delSp modSp add del mod">
        <pc:chgData name="Zonghua Gu" userId="9a7e1853e1951ef5" providerId="LiveId" clId="{CF1FAA12-072C-4ED5-BA76-0FFFAEFDB88A}" dt="2026-02-01T00:01:42.577" v="286" actId="2696"/>
        <pc:sldMkLst>
          <pc:docMk/>
          <pc:sldMk cId="0" sldId="332"/>
        </pc:sldMkLst>
        <pc:spChg chg="del">
          <ac:chgData name="Zonghua Gu" userId="9a7e1853e1951ef5" providerId="LiveId" clId="{CF1FAA12-072C-4ED5-BA76-0FFFAEFDB88A}" dt="2026-01-31T23:47:46.008" v="80" actId="478"/>
          <ac:spMkLst>
            <pc:docMk/>
            <pc:sldMk cId="0" sldId="332"/>
            <ac:spMk id="853" creationId="{00000000-0000-0000-0000-000000000000}"/>
          </ac:spMkLst>
        </pc:spChg>
        <pc:spChg chg="mod">
          <ac:chgData name="Zonghua Gu" userId="9a7e1853e1951ef5" providerId="LiveId" clId="{CF1FAA12-072C-4ED5-BA76-0FFFAEFDB88A}" dt="2026-01-31T23:57:50.578" v="238" actId="108"/>
          <ac:spMkLst>
            <pc:docMk/>
            <pc:sldMk cId="0" sldId="332"/>
            <ac:spMk id="856" creationId="{00000000-0000-0000-0000-000000000000}"/>
          </ac:spMkLst>
        </pc:spChg>
        <pc:grpChg chg="mod">
          <ac:chgData name="Zonghua Gu" userId="9a7e1853e1951ef5" providerId="LiveId" clId="{CF1FAA12-072C-4ED5-BA76-0FFFAEFDB88A}" dt="2026-01-31T23:53:19.849" v="180" actId="1076"/>
          <ac:grpSpMkLst>
            <pc:docMk/>
            <pc:sldMk cId="0" sldId="332"/>
            <ac:grpSpMk id="857" creationId="{00000000-0000-0000-0000-000000000000}"/>
          </ac:grpSpMkLst>
        </pc:grpChg>
        <pc:graphicFrameChg chg="add mod modGraphic">
          <ac:chgData name="Zonghua Gu" userId="9a7e1853e1951ef5" providerId="LiveId" clId="{CF1FAA12-072C-4ED5-BA76-0FFFAEFDB88A}" dt="2026-01-31T23:53:23.468" v="181" actId="1076"/>
          <ac:graphicFrameMkLst>
            <pc:docMk/>
            <pc:sldMk cId="0" sldId="332"/>
            <ac:graphicFrameMk id="2" creationId="{C200BD5C-94BA-1D28-05C4-A64333E58539}"/>
          </ac:graphicFrameMkLst>
        </pc:graphicFrameChg>
      </pc:sldChg>
      <pc:sldChg chg="modSp add del mod">
        <pc:chgData name="Zonghua Gu" userId="9a7e1853e1951ef5" providerId="LiveId" clId="{CF1FAA12-072C-4ED5-BA76-0FFFAEFDB88A}" dt="2026-01-31T23:53:43.227" v="183" actId="47"/>
        <pc:sldMkLst>
          <pc:docMk/>
          <pc:sldMk cId="0" sldId="333"/>
        </pc:sldMkLst>
        <pc:spChg chg="mod">
          <ac:chgData name="Zonghua Gu" userId="9a7e1853e1951ef5" providerId="LiveId" clId="{CF1FAA12-072C-4ED5-BA76-0FFFAEFDB88A}" dt="2026-01-31T23:48:01.160" v="85" actId="21"/>
          <ac:spMkLst>
            <pc:docMk/>
            <pc:sldMk cId="0" sldId="333"/>
            <ac:spMk id="904" creationId="{00000000-0000-0000-0000-000000000000}"/>
          </ac:spMkLst>
        </pc:spChg>
      </pc:sldChg>
      <pc:sldChg chg="modSp add del mod">
        <pc:chgData name="Zonghua Gu" userId="9a7e1853e1951ef5" providerId="LiveId" clId="{CF1FAA12-072C-4ED5-BA76-0FFFAEFDB88A}" dt="2026-01-31T23:58:09.620" v="241" actId="47"/>
        <pc:sldMkLst>
          <pc:docMk/>
          <pc:sldMk cId="0" sldId="334"/>
        </pc:sldMkLst>
        <pc:spChg chg="mod">
          <ac:chgData name="Zonghua Gu" userId="9a7e1853e1951ef5" providerId="LiveId" clId="{CF1FAA12-072C-4ED5-BA76-0FFFAEFDB88A}" dt="2026-01-31T23:57:19.219" v="230" actId="21"/>
          <ac:spMkLst>
            <pc:docMk/>
            <pc:sldMk cId="0" sldId="334"/>
            <ac:spMk id="951" creationId="{00000000-0000-0000-0000-000000000000}"/>
          </ac:spMkLst>
        </pc:spChg>
      </pc:sldChg>
      <pc:sldChg chg="add del">
        <pc:chgData name="Zonghua Gu" userId="9a7e1853e1951ef5" providerId="LiveId" clId="{CF1FAA12-072C-4ED5-BA76-0FFFAEFDB88A}" dt="2026-01-31T23:54:59.978" v="201" actId="47"/>
        <pc:sldMkLst>
          <pc:docMk/>
          <pc:sldMk cId="0" sldId="338"/>
        </pc:sldMkLst>
      </pc:sldChg>
      <pc:sldChg chg="add del">
        <pc:chgData name="Zonghua Gu" userId="9a7e1853e1951ef5" providerId="LiveId" clId="{CF1FAA12-072C-4ED5-BA76-0FFFAEFDB88A}" dt="2026-01-31T23:54:59.978" v="201" actId="47"/>
        <pc:sldMkLst>
          <pc:docMk/>
          <pc:sldMk cId="0" sldId="339"/>
        </pc:sldMkLst>
      </pc:sldChg>
      <pc:sldChg chg="add del">
        <pc:chgData name="Zonghua Gu" userId="9a7e1853e1951ef5" providerId="LiveId" clId="{CF1FAA12-072C-4ED5-BA76-0FFFAEFDB88A}" dt="2026-01-31T23:54:59.978" v="201" actId="47"/>
        <pc:sldMkLst>
          <pc:docMk/>
          <pc:sldMk cId="0" sldId="340"/>
        </pc:sldMkLst>
      </pc:sldChg>
      <pc:sldChg chg="modSp add del mod">
        <pc:chgData name="Zonghua Gu" userId="9a7e1853e1951ef5" providerId="LiveId" clId="{CF1FAA12-072C-4ED5-BA76-0FFFAEFDB88A}" dt="2026-01-31T23:58:09.620" v="241" actId="47"/>
        <pc:sldMkLst>
          <pc:docMk/>
          <pc:sldMk cId="0" sldId="342"/>
        </pc:sldMkLst>
        <pc:spChg chg="mod">
          <ac:chgData name="Zonghua Gu" userId="9a7e1853e1951ef5" providerId="LiveId" clId="{CF1FAA12-072C-4ED5-BA76-0FFFAEFDB88A}" dt="2026-01-31T23:56:04.898" v="210" actId="21"/>
          <ac:spMkLst>
            <pc:docMk/>
            <pc:sldMk cId="0" sldId="342"/>
            <ac:spMk id="1109" creationId="{00000000-0000-0000-0000-000000000000}"/>
          </ac:spMkLst>
        </pc:spChg>
      </pc:sldChg>
      <pc:sldChg chg="modSp add del mod">
        <pc:chgData name="Zonghua Gu" userId="9a7e1853e1951ef5" providerId="LiveId" clId="{CF1FAA12-072C-4ED5-BA76-0FFFAEFDB88A}" dt="2026-01-31T23:58:18.434" v="244" actId="47"/>
        <pc:sldMkLst>
          <pc:docMk/>
          <pc:sldMk cId="0" sldId="344"/>
        </pc:sldMkLst>
        <pc:spChg chg="mod">
          <ac:chgData name="Zonghua Gu" userId="9a7e1853e1951ef5" providerId="LiveId" clId="{CF1FAA12-072C-4ED5-BA76-0FFFAEFDB88A}" dt="2026-01-31T23:58:14.769" v="242" actId="21"/>
          <ac:spMkLst>
            <pc:docMk/>
            <pc:sldMk cId="0" sldId="344"/>
            <ac:spMk id="1176" creationId="{00000000-0000-0000-0000-000000000000}"/>
          </ac:spMkLst>
        </pc:spChg>
      </pc:sldChg>
      <pc:sldChg chg="modSp add del mod">
        <pc:chgData name="Zonghua Gu" userId="9a7e1853e1951ef5" providerId="LiveId" clId="{CF1FAA12-072C-4ED5-BA76-0FFFAEFDB88A}" dt="2026-02-01T03:58:23.596" v="491" actId="47"/>
        <pc:sldMkLst>
          <pc:docMk/>
          <pc:sldMk cId="1337876616" sldId="345"/>
        </pc:sldMkLst>
        <pc:spChg chg="mod">
          <ac:chgData name="Zonghua Gu" userId="9a7e1853e1951ef5" providerId="LiveId" clId="{CF1FAA12-072C-4ED5-BA76-0FFFAEFDB88A}" dt="2026-01-31T23:49:59.490" v="117" actId="20577"/>
          <ac:spMkLst>
            <pc:docMk/>
            <pc:sldMk cId="1337876616" sldId="345"/>
            <ac:spMk id="1084" creationId="{9BEC2309-3195-36FE-74AC-B71B5452F144}"/>
          </ac:spMkLst>
        </pc:spChg>
      </pc:sldChg>
      <pc:sldChg chg="delSp modSp add del mod modNotesTx">
        <pc:chgData name="Zonghua Gu" userId="9a7e1853e1951ef5" providerId="LiveId" clId="{CF1FAA12-072C-4ED5-BA76-0FFFAEFDB88A}" dt="2026-02-01T00:01:42.577" v="286" actId="2696"/>
        <pc:sldMkLst>
          <pc:docMk/>
          <pc:sldMk cId="931306757" sldId="346"/>
        </pc:sldMkLst>
        <pc:spChg chg="mod">
          <ac:chgData name="Zonghua Gu" userId="9a7e1853e1951ef5" providerId="LiveId" clId="{CF1FAA12-072C-4ED5-BA76-0FFFAEFDB88A}" dt="2026-01-31T23:57:05.872" v="228" actId="20577"/>
          <ac:spMkLst>
            <pc:docMk/>
            <pc:sldMk cId="931306757" sldId="346"/>
            <ac:spMk id="855" creationId="{AEF2F730-343D-5865-E82B-E89BE42248BD}"/>
          </ac:spMkLst>
        </pc:spChg>
        <pc:spChg chg="mod">
          <ac:chgData name="Zonghua Gu" userId="9a7e1853e1951ef5" providerId="LiveId" clId="{CF1FAA12-072C-4ED5-BA76-0FFFAEFDB88A}" dt="2026-01-31T23:58:03.293" v="240" actId="6549"/>
          <ac:spMkLst>
            <pc:docMk/>
            <pc:sldMk cId="931306757" sldId="346"/>
            <ac:spMk id="856" creationId="{67C14D07-1306-2C42-190B-92F87ED5FA1B}"/>
          </ac:spMkLst>
        </pc:spChg>
        <pc:graphicFrameChg chg="del">
          <ac:chgData name="Zonghua Gu" userId="9a7e1853e1951ef5" providerId="LiveId" clId="{CF1FAA12-072C-4ED5-BA76-0FFFAEFDB88A}" dt="2026-01-31T23:57:08.549" v="229" actId="478"/>
          <ac:graphicFrameMkLst>
            <pc:docMk/>
            <pc:sldMk cId="931306757" sldId="346"/>
            <ac:graphicFrameMk id="2" creationId="{43CA0B80-34FD-5591-2B99-5408731299DF}"/>
          </ac:graphicFrameMkLst>
        </pc:graphicFrameChg>
      </pc:sldChg>
      <pc:sldChg chg="addSp delSp modSp add del mod">
        <pc:chgData name="Zonghua Gu" userId="9a7e1853e1951ef5" providerId="LiveId" clId="{CF1FAA12-072C-4ED5-BA76-0FFFAEFDB88A}" dt="2026-02-01T03:58:23.596" v="491" actId="47"/>
        <pc:sldMkLst>
          <pc:docMk/>
          <pc:sldMk cId="1303852777" sldId="346"/>
        </pc:sldMkLst>
        <pc:spChg chg="mod">
          <ac:chgData name="Zonghua Gu" userId="9a7e1853e1951ef5" providerId="LiveId" clId="{CF1FAA12-072C-4ED5-BA76-0FFFAEFDB88A}" dt="2026-02-01T00:08:26.427" v="339" actId="27636"/>
          <ac:spMkLst>
            <pc:docMk/>
            <pc:sldMk cId="1303852777" sldId="346"/>
            <ac:spMk id="1200" creationId="{8CABCD56-739E-0F0B-1572-AA9000A1C893}"/>
          </ac:spMkLst>
        </pc:spChg>
        <pc:spChg chg="add del mod">
          <ac:chgData name="Zonghua Gu" userId="9a7e1853e1951ef5" providerId="LiveId" clId="{CF1FAA12-072C-4ED5-BA76-0FFFAEFDB88A}" dt="2026-02-01T00:04:48.246" v="291" actId="20577"/>
          <ac:spMkLst>
            <pc:docMk/>
            <pc:sldMk cId="1303852777" sldId="346"/>
            <ac:spMk id="1201" creationId="{79A3FBEB-D201-9828-7C93-C4E4229A89E3}"/>
          </ac:spMkLst>
        </pc:spChg>
        <pc:spChg chg="mod">
          <ac:chgData name="Zonghua Gu" userId="9a7e1853e1951ef5" providerId="LiveId" clId="{CF1FAA12-072C-4ED5-BA76-0FFFAEFDB88A}" dt="2026-02-01T00:04:52.105" v="292" actId="20577"/>
          <ac:spMkLst>
            <pc:docMk/>
            <pc:sldMk cId="1303852777" sldId="346"/>
            <ac:spMk id="1202" creationId="{F0C5B903-E980-2A07-2528-97CA5296E9A1}"/>
          </ac:spMkLst>
        </pc:spChg>
        <pc:spChg chg="mod">
          <ac:chgData name="Zonghua Gu" userId="9a7e1853e1951ef5" providerId="LiveId" clId="{CF1FAA12-072C-4ED5-BA76-0FFFAEFDB88A}" dt="2026-02-01T00:04:55.015" v="293" actId="20577"/>
          <ac:spMkLst>
            <pc:docMk/>
            <pc:sldMk cId="1303852777" sldId="346"/>
            <ac:spMk id="1203" creationId="{8D3DDA92-10A8-6F27-161A-4C4627CE895B}"/>
          </ac:spMkLst>
        </pc:spChg>
        <pc:spChg chg="mod">
          <ac:chgData name="Zonghua Gu" userId="9a7e1853e1951ef5" providerId="LiveId" clId="{CF1FAA12-072C-4ED5-BA76-0FFFAEFDB88A}" dt="2026-02-01T00:04:57.456" v="294" actId="20577"/>
          <ac:spMkLst>
            <pc:docMk/>
            <pc:sldMk cId="1303852777" sldId="346"/>
            <ac:spMk id="1207" creationId="{1C9EBE1A-1D5B-3486-1944-0E7DE221358D}"/>
          </ac:spMkLst>
        </pc:spChg>
        <pc:spChg chg="mod">
          <ac:chgData name="Zonghua Gu" userId="9a7e1853e1951ef5" providerId="LiveId" clId="{CF1FAA12-072C-4ED5-BA76-0FFFAEFDB88A}" dt="2026-02-01T00:04:59.721" v="295" actId="20577"/>
          <ac:spMkLst>
            <pc:docMk/>
            <pc:sldMk cId="1303852777" sldId="346"/>
            <ac:spMk id="1210" creationId="{F5D08ABE-5B47-4691-D41A-C2A451D09B41}"/>
          </ac:spMkLst>
        </pc:spChg>
        <pc:spChg chg="mod">
          <ac:chgData name="Zonghua Gu" userId="9a7e1853e1951ef5" providerId="LiveId" clId="{CF1FAA12-072C-4ED5-BA76-0FFFAEFDB88A}" dt="2026-02-01T00:05:01.780" v="296" actId="20577"/>
          <ac:spMkLst>
            <pc:docMk/>
            <pc:sldMk cId="1303852777" sldId="346"/>
            <ac:spMk id="1211" creationId="{60731675-7BD0-6F9F-4BE6-D4F0728915F4}"/>
          </ac:spMkLst>
        </pc:spChg>
        <pc:spChg chg="mod">
          <ac:chgData name="Zonghua Gu" userId="9a7e1853e1951ef5" providerId="LiveId" clId="{CF1FAA12-072C-4ED5-BA76-0FFFAEFDB88A}" dt="2026-02-01T00:09:16.953" v="353" actId="1076"/>
          <ac:spMkLst>
            <pc:docMk/>
            <pc:sldMk cId="1303852777" sldId="346"/>
            <ac:spMk id="1225" creationId="{BA63E0CC-2339-7DEB-9196-ED34D46CA416}"/>
          </ac:spMkLst>
        </pc:spChg>
        <pc:graphicFrameChg chg="mod modGraphic">
          <ac:chgData name="Zonghua Gu" userId="9a7e1853e1951ef5" providerId="LiveId" clId="{CF1FAA12-072C-4ED5-BA76-0FFFAEFDB88A}" dt="2026-02-01T03:55:04.004" v="471" actId="20577"/>
          <ac:graphicFrameMkLst>
            <pc:docMk/>
            <pc:sldMk cId="1303852777" sldId="346"/>
            <ac:graphicFrameMk id="1224" creationId="{DE21FCB9-DCC5-84B9-EED1-18C85E4A1A48}"/>
          </ac:graphicFrameMkLst>
        </pc:graphicFrameChg>
        <pc:cxnChg chg="mod">
          <ac:chgData name="Zonghua Gu" userId="9a7e1853e1951ef5" providerId="LiveId" clId="{CF1FAA12-072C-4ED5-BA76-0FFFAEFDB88A}" dt="2026-02-01T00:04:46.801" v="290" actId="478"/>
          <ac:cxnSpMkLst>
            <pc:docMk/>
            <pc:sldMk cId="1303852777" sldId="346"/>
            <ac:cxnSpMk id="1204" creationId="{A0C0EFBE-6819-E353-A921-50BAE1FA5D4A}"/>
          </ac:cxnSpMkLst>
        </pc:cxnChg>
        <pc:cxnChg chg="mod">
          <ac:chgData name="Zonghua Gu" userId="9a7e1853e1951ef5" providerId="LiveId" clId="{CF1FAA12-072C-4ED5-BA76-0FFFAEFDB88A}" dt="2026-02-01T00:04:46.801" v="290" actId="478"/>
          <ac:cxnSpMkLst>
            <pc:docMk/>
            <pc:sldMk cId="1303852777" sldId="346"/>
            <ac:cxnSpMk id="1205" creationId="{F5FCF674-CE21-2703-16E5-3C168220486B}"/>
          </ac:cxnSpMkLst>
        </pc:cxnChg>
      </pc:sldChg>
      <pc:sldMasterChg chg="addSldLayout delSldLayout">
        <pc:chgData name="Zonghua Gu" userId="9a7e1853e1951ef5" providerId="LiveId" clId="{CF1FAA12-072C-4ED5-BA76-0FFFAEFDB88A}" dt="2026-02-01T03:58:23.596" v="491" actId="47"/>
        <pc:sldMasterMkLst>
          <pc:docMk/>
          <pc:sldMasterMk cId="0" sldId="2147483670"/>
        </pc:sldMasterMkLst>
        <pc:sldLayoutChg chg="add del">
          <pc:chgData name="Zonghua Gu" userId="9a7e1853e1951ef5" providerId="LiveId" clId="{CF1FAA12-072C-4ED5-BA76-0FFFAEFDB88A}" dt="2026-02-01T03:58:16.994" v="490" actId="47"/>
          <pc:sldLayoutMkLst>
            <pc:docMk/>
            <pc:sldMasterMk cId="0" sldId="2147483670"/>
            <pc:sldLayoutMk cId="0" sldId="2147483650"/>
          </pc:sldLayoutMkLst>
        </pc:sldLayoutChg>
        <pc:sldLayoutChg chg="add del">
          <pc:chgData name="Zonghua Gu" userId="9a7e1853e1951ef5" providerId="LiveId" clId="{CF1FAA12-072C-4ED5-BA76-0FFFAEFDB88A}" dt="2026-02-01T03:58:23.596" v="491" actId="47"/>
          <pc:sldLayoutMkLst>
            <pc:docMk/>
            <pc:sldMasterMk cId="0" sldId="2147483670"/>
            <pc:sldLayoutMk cId="0" sldId="2147483651"/>
          </pc:sldLayoutMkLst>
        </pc:sldLayoutChg>
        <pc:sldLayoutChg chg="add del">
          <pc:chgData name="Zonghua Gu" userId="9a7e1853e1951ef5" providerId="LiveId" clId="{CF1FAA12-072C-4ED5-BA76-0FFFAEFDB88A}" dt="2026-02-01T03:58:23.596" v="491" actId="47"/>
          <pc:sldLayoutMkLst>
            <pc:docMk/>
            <pc:sldMasterMk cId="0" sldId="2147483670"/>
            <pc:sldLayoutMk cId="0" sldId="2147483658"/>
          </pc:sldLayoutMkLst>
        </pc:sldLayoutChg>
        <pc:sldLayoutChg chg="del">
          <pc:chgData name="Zonghua Gu" userId="9a7e1853e1951ef5" providerId="LiveId" clId="{CF1FAA12-072C-4ED5-BA76-0FFFAEFDB88A}" dt="2026-02-01T00:01:42.577" v="286" actId="2696"/>
          <pc:sldLayoutMkLst>
            <pc:docMk/>
            <pc:sldMasterMk cId="0" sldId="2147483670"/>
            <pc:sldLayoutMk cId="944593292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d476ffb65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d476ffb65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so today's all about IP routers we're continuing the whole section on routing and so far remember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we've talked about distance Vector routing link state routing then we talked about using IP addressing to make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scalable today is kind of a detour before we continue talking about interdomain routing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right">
  <p:cSld name="SECTION_TITLE_AND_DESCRIPTION_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1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SECTION_TITLE_AND_DESCRIPTION_2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SECTION_TITLE_AND_DESCRIPTION_2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1">
  <p:cSld name="SECTION_TITLE_AND_DESCRIPTION_2_1_1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">
  <p:cSld name="SECTION_TITLE_AND_DESCRIPTION_2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_3">
  <p:cSld name="SECTION_TITLE_AND_DESCRIPTION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2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SECTION_TITLE_AND_DESCRIPTION_1_3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SECTION_TITLE_AND_DESCRIPTION_1_1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left, Heading">
  <p:cSld name="SECTION_TITLE_AND_DESCRIPTION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SECTION_TITLE_AND_DESCRIPTION_1_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44" name="Google Shape;144;p24"/>
          <p:cNvSpPr txBox="1"/>
          <p:nvPr/>
        </p:nvSpPr>
        <p:spPr>
          <a:xfrm>
            <a:off x="311558" y="2171931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IP Routers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Exercises ANS</a:t>
            </a:r>
            <a:endParaRPr sz="3600" dirty="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7 </a:t>
            </a:r>
            <a:r>
              <a:rPr lang="en" sz="1200">
                <a:solidFill>
                  <a:schemeClr val="accent4"/>
                </a:solidFill>
                <a:latin typeface="Roboto Medium"/>
                <a:ea typeface="Roboto Medium"/>
                <a:cs typeface="Roboto Medium"/>
                <a:sym typeface="Roboto Medium"/>
              </a:rPr>
              <a:t>(Routing 4)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0F0A3F-2A7A-1BBA-FA94-084247B8C0F1}"/>
              </a:ext>
            </a:extLst>
          </p:cNvPr>
          <p:cNvSpPr txBox="1"/>
          <p:nvPr/>
        </p:nvSpPr>
        <p:spPr>
          <a:xfrm>
            <a:off x="3526681" y="4865536"/>
            <a:ext cx="20906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Slides credit: CS 168 @ UC Berkeley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0FF99-E5CB-15E7-30EF-71192C55E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Q1. Longest Prefix Matching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F2DB9-F168-D7BA-E9C5-EADDD7662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050" y="402199"/>
            <a:ext cx="8909700" cy="2489683"/>
          </a:xfrm>
        </p:spPr>
        <p:txBody>
          <a:bodyPr>
            <a:normAutofit fontScale="77500" lnSpcReduction="20000"/>
          </a:bodyPr>
          <a:lstStyle/>
          <a:p>
            <a:pPr marL="114300" indent="0">
              <a:buNone/>
            </a:pPr>
            <a:r>
              <a:rPr lang="en-US" dirty="0"/>
              <a:t>In this question, consider the longest-prefix-matching </a:t>
            </a:r>
            <a:r>
              <a:rPr lang="en-US" dirty="0" err="1"/>
              <a:t>trie</a:t>
            </a:r>
            <a:r>
              <a:rPr lang="en-US" dirty="0"/>
              <a:t> below. All subparts are independent.</a:t>
            </a:r>
          </a:p>
          <a:p>
            <a:pPr>
              <a:buAutoNum type="arabicParenR"/>
            </a:pPr>
            <a:r>
              <a:rPr lang="en-US" dirty="0"/>
              <a:t>How many of the 16 possible 4-bit IP prefixes are forwarded along the default route?</a:t>
            </a:r>
          </a:p>
          <a:p>
            <a:pPr>
              <a:buAutoNum type="arabicParenR"/>
            </a:pPr>
            <a:r>
              <a:rPr lang="en-US" dirty="0"/>
              <a:t>In this subpart only, suppose we delete the node labeled 010. (Port 5). How many of the 16 possible 4-bit IP prefixes are forwarded along a different port using the modified </a:t>
            </a:r>
            <a:r>
              <a:rPr lang="en-US" dirty="0" err="1"/>
              <a:t>trie</a:t>
            </a:r>
            <a:r>
              <a:rPr lang="en-US" dirty="0"/>
              <a:t> (compared to the original </a:t>
            </a:r>
            <a:r>
              <a:rPr lang="en-US" dirty="0" err="1"/>
              <a:t>trie</a:t>
            </a:r>
            <a:r>
              <a:rPr lang="en-US" dirty="0"/>
              <a:t>)?</a:t>
            </a:r>
          </a:p>
          <a:p>
            <a:pPr>
              <a:buAutoNum type="arabicParenR"/>
            </a:pPr>
            <a:r>
              <a:rPr lang="en-US" dirty="0"/>
              <a:t>Which of these IP prefixes represents exactly the set of IPv4 addresses that will get forwarded along Port 2?</a:t>
            </a:r>
          </a:p>
          <a:p>
            <a:pPr>
              <a:buAutoNum type="arabicParenR"/>
            </a:pPr>
            <a:r>
              <a:rPr lang="en-US" dirty="0"/>
              <a:t>How many 32-bit IPv4 addresses are forwarded along Port 3?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3023C5-95D4-54C5-6B28-FCE7A79A5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482" y="2384335"/>
            <a:ext cx="3412273" cy="257110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3EEDB88-BCE7-3B16-C11D-3DCE5C125E78}"/>
              </a:ext>
            </a:extLst>
          </p:cNvPr>
          <p:cNvCxnSpPr>
            <a:cxnSpLocks/>
          </p:cNvCxnSpPr>
          <p:nvPr/>
        </p:nvCxnSpPr>
        <p:spPr>
          <a:xfrm flipH="1">
            <a:off x="5239285" y="3177083"/>
            <a:ext cx="237892" cy="208156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AA6935D-F054-B9E3-AD49-8C5FE6652814}"/>
              </a:ext>
            </a:extLst>
          </p:cNvPr>
          <p:cNvSpPr txBox="1"/>
          <p:nvPr/>
        </p:nvSpPr>
        <p:spPr>
          <a:xfrm>
            <a:off x="4838711" y="2965224"/>
            <a:ext cx="6078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10..</a:t>
            </a:r>
          </a:p>
          <a:p>
            <a:r>
              <a:rPr lang="en-US" sz="1100" dirty="0"/>
              <a:t>default</a:t>
            </a:r>
          </a:p>
        </p:txBody>
      </p:sp>
    </p:spTree>
    <p:extLst>
      <p:ext uri="{BB962C8B-B14F-4D97-AF65-F5344CB8AC3E}">
        <p14:creationId xmlns:p14="http://schemas.microsoft.com/office/powerpoint/2010/main" val="557716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3D85F-ED21-6EEC-0E88-FF0A77710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A194A-8571-15BD-0473-73C5D9D05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Q1. Longest Prefix Matching ANS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A4ECB-AC2D-411B-5676-BD4F3A539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051" y="402199"/>
            <a:ext cx="6403478" cy="4624382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en-US" dirty="0"/>
              <a:t>1) How many of the 16 possible 4-bit IP prefixes are forwarded along the default route?</a:t>
            </a:r>
          </a:p>
          <a:p>
            <a:pPr marL="114300" indent="0">
              <a:buNone/>
            </a:pPr>
            <a:r>
              <a:rPr lang="en-US" dirty="0"/>
              <a:t>ANS: 4. All the 4-bit IP prefixes in the form 10.. will get forwarded along the default route, since it falls off the </a:t>
            </a:r>
            <a:r>
              <a:rPr lang="en-US" dirty="0" err="1"/>
              <a:t>trie</a:t>
            </a:r>
            <a:r>
              <a:rPr lang="en-US" dirty="0"/>
              <a:t>. There are 4 such prefixes: 1000, 1001, 1010, and 1011. The other 12 prefixes (with the form 00.. or 01.. or 11..) will not be forwarded along the default route</a:t>
            </a:r>
          </a:p>
          <a:p>
            <a:pPr marL="114300" indent="0">
              <a:buNone/>
            </a:pPr>
            <a:r>
              <a:rPr lang="en-US" dirty="0"/>
              <a:t>2) In this subpart only, suppose we delete the node labeled 010. (Port 5). How many of the 16 possible 4-bit IP prefixes are forwarded along a different port using the modified </a:t>
            </a:r>
            <a:r>
              <a:rPr lang="en-US" dirty="0" err="1"/>
              <a:t>trie</a:t>
            </a:r>
            <a:r>
              <a:rPr lang="en-US" dirty="0"/>
              <a:t> (compared to the original </a:t>
            </a:r>
            <a:r>
              <a:rPr lang="en-US" dirty="0" err="1"/>
              <a:t>trie</a:t>
            </a:r>
            <a:r>
              <a:rPr lang="en-US" dirty="0"/>
              <a:t>)?</a:t>
            </a:r>
          </a:p>
          <a:p>
            <a:pPr marL="114300" indent="0">
              <a:buNone/>
            </a:pPr>
            <a:r>
              <a:rPr lang="en-US" dirty="0"/>
              <a:t>ANS: 2. The prefix 010x, including 0100 and 0101, was forwarded along Port 5, but is now forwarded along Port 3. All other forwarding decisions remain unchanged.</a:t>
            </a:r>
          </a:p>
          <a:p>
            <a:pPr marL="114300" indent="0">
              <a:buNone/>
            </a:pPr>
            <a:r>
              <a:rPr lang="en-US" dirty="0"/>
              <a:t>3) Write the IP prefix that represents exactly the set of IPv4 addresses that will get forwarded along Port 2?</a:t>
            </a:r>
          </a:p>
          <a:p>
            <a:pPr marL="114300" indent="0">
              <a:buNone/>
            </a:pPr>
            <a:r>
              <a:rPr lang="en-US" dirty="0"/>
              <a:t>ANS: 192.0.0.0/2. IPv4 addresses are 32 bits, so the full prefix is: 11...... ........ ........ ........</a:t>
            </a:r>
          </a:p>
          <a:p>
            <a:pPr marL="114300" indent="0">
              <a:buNone/>
            </a:pPr>
            <a:r>
              <a:rPr lang="en-US" dirty="0"/>
              <a:t>Filling in zeros in all the unset bits: 11000000 00000000 00000000 00000000, which is 192.0.0.0</a:t>
            </a:r>
          </a:p>
          <a:p>
            <a:pPr marL="114300" indent="0">
              <a:buNone/>
            </a:pPr>
            <a:r>
              <a:rPr lang="en-US" dirty="0"/>
              <a:t>Add /2 to indicate that first two bits are fixed: 192.0.0.0/2</a:t>
            </a:r>
          </a:p>
          <a:p>
            <a:pPr marL="114300" indent="0">
              <a:buNone/>
            </a:pPr>
            <a:r>
              <a:rPr lang="en-US" dirty="0"/>
              <a:t>4) How many 32-bit IPv4 addresses are forwarded along Port 3? </a:t>
            </a:r>
          </a:p>
          <a:p>
            <a:pPr marL="114300" indent="0">
              <a:buNone/>
            </a:pPr>
            <a:r>
              <a:rPr lang="en-US" dirty="0"/>
              <a:t>ANS: 2</a:t>
            </a:r>
            <a:r>
              <a:rPr lang="en-US" baseline="30000" dirty="0"/>
              <a:t>28</a:t>
            </a:r>
            <a:r>
              <a:rPr lang="en-US" dirty="0"/>
              <a:t>. Port 3 corresponds to the 01.. node. In this prefix, there are 30 bits unset, so there are 2</a:t>
            </a:r>
            <a:r>
              <a:rPr lang="en-US" baseline="30000" dirty="0"/>
              <a:t>30</a:t>
            </a:r>
            <a:r>
              <a:rPr lang="en-US" dirty="0"/>
              <a:t> IPv4</a:t>
            </a:r>
          </a:p>
          <a:p>
            <a:pPr marL="114300" indent="0">
              <a:buNone/>
            </a:pPr>
            <a:r>
              <a:rPr lang="en-US" dirty="0"/>
              <a:t>addresses in this range. However, we have to subtract all the addresses in the 010. range (29 bits unset, 2</a:t>
            </a:r>
            <a:r>
              <a:rPr lang="en-US" baseline="30000" dirty="0"/>
              <a:t>29</a:t>
            </a:r>
            <a:r>
              <a:rPr lang="en-US" dirty="0"/>
              <a:t> addresses), and the 0111 range (28 bits unset, 2</a:t>
            </a:r>
            <a:r>
              <a:rPr lang="en-US" baseline="30000" dirty="0"/>
              <a:t>28</a:t>
            </a:r>
            <a:r>
              <a:rPr lang="en-US" dirty="0"/>
              <a:t> addresses), since they get forwarded out of ports 5 and 9, respectively (</a:t>
            </a:r>
            <a:r>
              <a:rPr lang="en-US" altLang="zh-CN" dirty="0"/>
              <a:t>based on longest-prefix matching)</a:t>
            </a:r>
            <a:r>
              <a:rPr lang="en-US" dirty="0"/>
              <a:t>. This gives us a total of 2</a:t>
            </a:r>
            <a:r>
              <a:rPr lang="en-US" baseline="30000" dirty="0"/>
              <a:t>30</a:t>
            </a:r>
            <a:r>
              <a:rPr lang="en-US" dirty="0"/>
              <a:t> − 2</a:t>
            </a:r>
            <a:r>
              <a:rPr lang="en-US" baseline="30000" dirty="0"/>
              <a:t>29</a:t>
            </a:r>
            <a:r>
              <a:rPr lang="en-US" dirty="0"/>
              <a:t> − 2</a:t>
            </a:r>
            <a:r>
              <a:rPr lang="en-US" baseline="30000" dirty="0"/>
              <a:t>28</a:t>
            </a:r>
            <a:r>
              <a:rPr lang="en-US" dirty="0"/>
              <a:t> = 2</a:t>
            </a:r>
            <a:r>
              <a:rPr lang="en-US" baseline="30000" dirty="0"/>
              <a:t>28</a:t>
            </a:r>
            <a:r>
              <a:rPr lang="en-US" dirty="0"/>
              <a:t> addresses forwarded along Port 3. </a:t>
            </a:r>
          </a:p>
          <a:p>
            <a:pPr marL="114300" indent="0">
              <a:buNone/>
            </a:pPr>
            <a:r>
              <a:rPr lang="en-US" dirty="0"/>
              <a:t>Another method is by realizing that only IPv4 addresses with 0110 as its prefix will be forwarded along Port 3 </a:t>
            </a:r>
            <a:r>
              <a:rPr lang="en-US" altLang="zh-CN" dirty="0"/>
              <a:t>(based on longest-prefix matching)</a:t>
            </a:r>
            <a:r>
              <a:rPr lang="en-US" dirty="0"/>
              <a:t>. This means the next 28 bits can each be either 0 or 1, </a:t>
            </a:r>
            <a:r>
              <a:rPr lang="en-US" dirty="0" err="1"/>
              <a:t>totalling</a:t>
            </a:r>
            <a:r>
              <a:rPr lang="en-US" dirty="0"/>
              <a:t> to 2</a:t>
            </a:r>
            <a:r>
              <a:rPr lang="en-US" baseline="30000" dirty="0"/>
              <a:t>28</a:t>
            </a:r>
            <a:r>
              <a:rPr lang="en-US" dirty="0"/>
              <a:t> possible addresses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A3F05D-0CFE-632C-B6F9-F87BC58C7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288" y="1469933"/>
            <a:ext cx="2587662" cy="194977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D5F9C9-557F-43C6-73EF-18C7BF72EB7B}"/>
              </a:ext>
            </a:extLst>
          </p:cNvPr>
          <p:cNvCxnSpPr>
            <a:cxnSpLocks/>
          </p:cNvCxnSpPr>
          <p:nvPr/>
        </p:nvCxnSpPr>
        <p:spPr>
          <a:xfrm flipH="1">
            <a:off x="7795448" y="2096429"/>
            <a:ext cx="237892" cy="208156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9148804-CA23-C7F6-0A3E-2AEBEA10A301}"/>
              </a:ext>
            </a:extLst>
          </p:cNvPr>
          <p:cNvSpPr txBox="1"/>
          <p:nvPr/>
        </p:nvSpPr>
        <p:spPr>
          <a:xfrm>
            <a:off x="7394874" y="1884570"/>
            <a:ext cx="6078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10..</a:t>
            </a:r>
          </a:p>
          <a:p>
            <a:r>
              <a:rPr lang="en-US" sz="1100" dirty="0"/>
              <a:t>default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76456C-A98D-522D-8934-460CC630EC06}"/>
              </a:ext>
            </a:extLst>
          </p:cNvPr>
          <p:cNvCxnSpPr>
            <a:cxnSpLocks/>
          </p:cNvCxnSpPr>
          <p:nvPr/>
        </p:nvCxnSpPr>
        <p:spPr>
          <a:xfrm flipH="1">
            <a:off x="7698804" y="2931081"/>
            <a:ext cx="237892" cy="208156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00DC0FE-DCAA-8359-7977-F03B1CABA6C7}"/>
              </a:ext>
            </a:extLst>
          </p:cNvPr>
          <p:cNvSpPr txBox="1"/>
          <p:nvPr/>
        </p:nvSpPr>
        <p:spPr>
          <a:xfrm>
            <a:off x="7266286" y="3106946"/>
            <a:ext cx="5597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0110</a:t>
            </a:r>
          </a:p>
          <a:p>
            <a:r>
              <a:rPr lang="en-US" sz="1100" dirty="0"/>
              <a:t>Port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4F1DE-7B4A-B7AB-052C-6F020AB9E534}"/>
              </a:ext>
            </a:extLst>
          </p:cNvPr>
          <p:cNvSpPr txBox="1"/>
          <p:nvPr/>
        </p:nvSpPr>
        <p:spPr>
          <a:xfrm>
            <a:off x="6449287" y="3641516"/>
            <a:ext cx="2650005" cy="76944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/>
              <a:t>Red dashed lines are for illustration purposes, indicating what happens when falling off the </a:t>
            </a:r>
            <a:r>
              <a:rPr lang="en-US" sz="1100" dirty="0" err="1"/>
              <a:t>trie</a:t>
            </a:r>
            <a:r>
              <a:rPr lang="en-US" sz="1100" dirty="0"/>
              <a:t>. not part of the </a:t>
            </a:r>
            <a:r>
              <a:rPr lang="en-US" sz="1100" dirty="0" err="1"/>
              <a:t>trie</a:t>
            </a:r>
            <a:r>
              <a:rPr lang="en-US" sz="1100" dirty="0"/>
              <a:t>’.</a:t>
            </a:r>
          </a:p>
        </p:txBody>
      </p:sp>
    </p:spTree>
    <p:extLst>
      <p:ext uri="{BB962C8B-B14F-4D97-AF65-F5344CB8AC3E}">
        <p14:creationId xmlns:p14="http://schemas.microsoft.com/office/powerpoint/2010/main" val="2446218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630</Words>
  <Application>Microsoft Office PowerPoint</Application>
  <PresentationFormat>On-screen Show (16:9)</PresentationFormat>
  <Paragraphs>38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Roboto</vt:lpstr>
      <vt:lpstr>Roboto Light</vt:lpstr>
      <vt:lpstr>Roboto Medium</vt:lpstr>
      <vt:lpstr>Arial</vt:lpstr>
      <vt:lpstr>Simple Lecture</vt:lpstr>
      <vt:lpstr>PowerPoint Presentation</vt:lpstr>
      <vt:lpstr>Q1. Longest Prefix Matching </vt:lpstr>
      <vt:lpstr>Q1. Longest Prefix Matching ANS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Zonghua Gu</dc:creator>
  <cp:lastModifiedBy>Zonghua Gu</cp:lastModifiedBy>
  <cp:revision>4</cp:revision>
  <dcterms:modified xsi:type="dcterms:W3CDTF">2026-03-24T18:37:28Z</dcterms:modified>
</cp:coreProperties>
</file>