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y="5143500" cx="9144000"/>
  <p:notesSz cx="6858000" cy="9144000"/>
  <p:embeddedFontLst>
    <p:embeddedFont>
      <p:font typeface="Roboto Medium"/>
      <p:regular r:id="rId115"/>
      <p:bold r:id="rId116"/>
      <p:italic r:id="rId117"/>
      <p:boldItalic r:id="rId118"/>
    </p:embeddedFont>
    <p:embeddedFont>
      <p:font typeface="Roboto"/>
      <p:regular r:id="rId119"/>
      <p:bold r:id="rId120"/>
      <p:italic r:id="rId121"/>
      <p:boldItalic r:id="rId122"/>
    </p:embeddedFont>
    <p:embeddedFont>
      <p:font typeface="Roboto Light"/>
      <p:regular r:id="rId123"/>
      <p:bold r:id="rId124"/>
      <p:italic r:id="rId125"/>
      <p:boldItalic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310EB8-C2AF-400A-815C-831D97E5454B}">
  <a:tblStyle styleId="{BC310EB8-C2AF-400A-815C-831D97E545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6" Type="http://schemas.openxmlformats.org/officeDocument/2006/relationships/font" Target="fonts/RobotoLight-boldItalic.fntdata"/><Relationship Id="rId26" Type="http://schemas.openxmlformats.org/officeDocument/2006/relationships/slide" Target="slides/slide20.xml"/><Relationship Id="rId121" Type="http://schemas.openxmlformats.org/officeDocument/2006/relationships/font" Target="fonts/Roboto-italic.fntdata"/><Relationship Id="rId25" Type="http://schemas.openxmlformats.org/officeDocument/2006/relationships/slide" Target="slides/slide19.xml"/><Relationship Id="rId120" Type="http://schemas.openxmlformats.org/officeDocument/2006/relationships/font" Target="fonts/Roboto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RobotoLight-italic.fntdata"/><Relationship Id="rId29" Type="http://schemas.openxmlformats.org/officeDocument/2006/relationships/slide" Target="slides/slide23.xml"/><Relationship Id="rId124" Type="http://schemas.openxmlformats.org/officeDocument/2006/relationships/font" Target="fonts/RobotoLight-bold.fntdata"/><Relationship Id="rId123" Type="http://schemas.openxmlformats.org/officeDocument/2006/relationships/font" Target="fonts/RobotoLight-regular.fntdata"/><Relationship Id="rId122" Type="http://schemas.openxmlformats.org/officeDocument/2006/relationships/font" Target="fonts/Roboto-bold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RobotoMedium-boldItalic.fntdata"/><Relationship Id="rId117" Type="http://schemas.openxmlformats.org/officeDocument/2006/relationships/font" Target="fonts/RobotoMedium-italic.fntdata"/><Relationship Id="rId116" Type="http://schemas.openxmlformats.org/officeDocument/2006/relationships/font" Target="fonts/RobotoMedium-bold.fntdata"/><Relationship Id="rId115" Type="http://schemas.openxmlformats.org/officeDocument/2006/relationships/font" Target="fonts/RobotoMedium-regular.fntdata"/><Relationship Id="rId119" Type="http://schemas.openxmlformats.org/officeDocument/2006/relationships/font" Target="fonts/Roboto-regular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2e21dfd5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2e21dfd5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2e21dfd57_0_6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22e21dfd57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e473607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2e473607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e473607c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e473607c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e473607c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e473607c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2e473607c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2e473607c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e473607c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2e473607c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e473607ca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e473607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2e473607c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2e473607c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e4c9aada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2e4c9aada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e4c9aada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2e4c9aada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2e4c9aada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2e4c9aada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2e4c9aada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2e4c9aada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stick with clos since we’ve already studied it, but just so you know torus also </a:t>
            </a:r>
            <a:r>
              <a:rPr lang="en"/>
              <a:t>exists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2e6d4b095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2e6d4b095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 to back as well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2e4c9aada8_0_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2e4c9aada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2e4c9aada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2e4c9aada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Supercomputers for scientific </a:t>
            </a:r>
            <a:r>
              <a:rPr lang="en"/>
              <a:t>computing</a:t>
            </a:r>
            <a:r>
              <a:rPr lang="en"/>
              <a:t>, physics, weather forecasting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2e4c9aada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2e4c9aada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2e76c5512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2e76c5512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operations for collectives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2e76c5512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2e76c5512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2e76c5512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2e76c5512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2e76c5512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2e76c5512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2e76c5512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2e76c5512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e473607ca_0_1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2e473607c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22e21dfd57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22e21dfd57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22e21dfd57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22e21dfd57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22e21dfd57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22e21dfd57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22e21dfd57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22e21dfd57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22e21dfd57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22e21dfd5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22e21dfd57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22e21dfd57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22e21dfd57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22e21dfd57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22e21dfd57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22e21dfd57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22e21dfd57_0_128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322e21dfd57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2e76c5512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32e76c5512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322e21dfd57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322e21dfd57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22e21dfd57_0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322e21dfd57_0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322e21dfd57_0_1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322e21dfd57_0_1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22e21dfd57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22e21dfd57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 is it’s own dual (in the paper), or maybe doesn’t have a dual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22e21dfd57_0_16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322e21dfd57_0_1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the implementers have to do? What topology, how does data get sent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32e76c5512d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32e76c5512d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322e21dfd57_0_1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322e21dfd57_0_1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3246e16ef29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3246e16ef29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3246e16ef29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3246e16ef29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3246e16ef29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3246e16ef29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3246e16ef29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3246e16ef29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3246e16ef29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3246e16ef29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3246e16ef29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3246e16ef29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3246e16ef29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3246e16ef29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32e76c5512d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32e76c5512d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g32aa9d600c7_0_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3" name="Google Shape;2313;g32aa9d600c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g32aa9d600c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0" name="Google Shape;2320;g32aa9d600c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32aa9d600c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32aa9d600c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32aa9d600c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32aa9d600c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g32aa9d600c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4" name="Google Shape;2424;g32aa9d600c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g32e76c5512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8" name="Google Shape;2468;g32e76c5512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g3246e16ef29_0_5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5" name="Google Shape;2475;g3246e16ef29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322e21dfd57_0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2" name="Google Shape;2482;g322e21dfd57_0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3246e16ef2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3246e16ef2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g3246e16ef29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5" name="Google Shape;2565;g3246e16ef29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g3246e16ef29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6" name="Google Shape;2596;g3246e16ef29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g3246e16ef2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9" name="Google Shape;2629;g3246e16ef2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3246e16ef29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0" name="Google Shape;2650;g3246e16ef29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g3246e16ef29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3" name="Google Shape;2683;g3246e16ef29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4" name="Shape 2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5" name="Google Shape;2725;g32e76c5512d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6" name="Google Shape;2726;g32e76c5512d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g322e21dfd57_0_22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3" name="Google Shape;2733;g322e21dfd57_0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g322e21dfd57_0_2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0" name="Google Shape;2740;g322e21dfd57_0_2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g322e21dfd57_0_2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6" name="Google Shape;2786;g322e21dfd57_0_2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322e21dfd57_0_2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2" name="Google Shape;2832;g322e21dfd57_0_2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g322e21dfd57_0_2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3" name="Google Shape;2873;g322e21dfd57_0_2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g322e21dfd57_0_2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4" name="Google Shape;2914;g322e21dfd57_0_2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8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g322e21dfd57_0_2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0" name="Google Shape;2950;g322e21dfd57_0_2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4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322e21dfd57_0_2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322e21dfd57_0_2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5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g322e21dfd57_0_3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7" name="Google Shape;3017;g322e21dfd57_0_3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g322e21dfd57_0_3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8" name="Google Shape;3048;g322e21dfd57_0_3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g322e21dfd57_0_3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4" name="Google Shape;3074;g322e21dfd57_0_3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g32e76c5512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5" name="Google Shape;3125;g32e76c5512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g322e21dfd57_0_31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2" name="Google Shape;3132;g322e21dfd57_0_3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g322e21dfd57_0_3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9" name="Google Shape;3139;g322e21dfd57_0_3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 bursty - can go back through previous animation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g322e21dfd57_0_3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0" name="Google Shape;3190;g322e21dfd57_0_3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g322e21dfd57_0_3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6" name="Google Shape;3236;g322e21dfd57_0_3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g322e21dfd57_0_3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2" name="Google Shape;3282;g322e21dfd57_0_3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g322e21dfd57_0_3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3" name="Google Shape;3323;g322e21dfd57_0_3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2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322e21dfd57_0_3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322e21dfd57_0_3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g322e21dfd57_0_3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0" name="Google Shape;3400;g322e21dfd57_0_3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4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g322e21dfd57_0_3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6" name="Google Shape;3436;g322e21dfd57_0_3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5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6" name="Google Shape;3466;g322e21dfd57_0_3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7" name="Google Shape;3467;g322e21dfd57_0_3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g322e21dfd57_0_3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3" name="Google Shape;3493;g322e21dfd57_0_3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g322e21dfd57_0_3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4" name="Google Shape;3524;g322e21dfd57_0_3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g322e21dfd57_0_3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0" name="Google Shape;3560;g322e21dfd57_0_3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g3246e16ef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1" name="Google Shape;3601;g3246e16e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5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g3246e16ef2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7" name="Google Shape;3647;g3246e16ef2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g32e76c5512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3" name="Google Shape;3693;g32e76c5512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g32aa9d600c7_0_2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0" name="Google Shape;3700;g32aa9d600c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g32aa9d600c7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7" name="Google Shape;3707;g32aa9d600c7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 the physical topology doesn’t match our ring - at least directly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2" name="Shape 3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Google Shape;3753;g32aa9d600c7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4" name="Google Shape;3754;g32aa9d600c7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4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g32aa9d600c7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6" name="Google Shape;3786;g32aa9d600c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Google Shape;3832;g32aa9d600c7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3" name="Google Shape;3833;g32aa9d600c7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9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Google Shape;3880;g32aa9d600c7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1" name="Google Shape;3881;g32aa9d600c7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8" name="Shape 3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32aa9d600c7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32aa9d600c7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32aa9d600c7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0" name="Google Shape;3980;g32aa9d600c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0" name="Shape 4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1" name="Google Shape;4031;g32aa9d600c7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2" name="Google Shape;4032;g32aa9d600c7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7" name="Shape 4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8" name="Google Shape;4078;g32aa9d600c7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9" name="Google Shape;4079;g32aa9d600c7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5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g32aa9d600c7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7" name="Google Shape;4127;g32aa9d600c7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4" name="Shape 4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5" name="Google Shape;4175;g32aa9d600c7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6" name="Google Shape;4176;g32aa9d600c7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4" name="Shape 4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5" name="Google Shape;4225;g32aa9d600c7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6" name="Google Shape;4226;g32aa9d600c7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6" name="Shape 4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7" name="Google Shape;4277;g32aa9d600c7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8" name="Google Shape;4278;g32aa9d600c7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8" name="Shape 4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9" name="Google Shape;4309;g32e7a04817f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0" name="Google Shape;4310;g32e7a04817f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6" name="Shape 4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7" name="Google Shape;4357;g32e7a04817f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8" name="Google Shape;4358;g32e7a04817f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7" name="Shape 4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8" name="Google Shape;4378;g32e7a04817f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9" name="Google Shape;4379;g32e7a04817f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NVIDIA/ncc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Summer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Collective Operations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23 (Beyond Client-Server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788222" y="812558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736065" y="812558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687837" y="812558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7637464" y="812558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3837526" y="1157874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3794354" y="1201031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5736065" y="1157874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687837" y="1157874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7637464" y="1157874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3837526" y="1503190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4788222" y="1503190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4743995" y="1546354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6687837" y="1503190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7637464" y="1503190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3834665" y="1848506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4785361" y="1848506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5733204" y="1848506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690046" y="1891670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7634603" y="1848506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3834665" y="2193821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4785361" y="2193821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5733204" y="2193821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6684976" y="2193821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6641812" y="2236986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7594299" y="855722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7914144" y="460105"/>
            <a:ext cx="222900" cy="222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964517" y="460105"/>
            <a:ext cx="222900" cy="222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014890" y="460105"/>
            <a:ext cx="222900" cy="2229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4115636" y="460105"/>
            <a:ext cx="222900" cy="222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5065263" y="460105"/>
            <a:ext cx="222900" cy="222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24"/>
          <p:cNvCxnSpPr>
            <a:stCxn id="175" idx="2"/>
            <a:endCxn id="174" idx="6"/>
          </p:cNvCxnSpPr>
          <p:nvPr/>
        </p:nvCxnSpPr>
        <p:spPr>
          <a:xfrm rot="10800000">
            <a:off x="4338663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4"/>
          <p:cNvCxnSpPr>
            <a:stCxn id="173" idx="2"/>
            <a:endCxn id="175" idx="6"/>
          </p:cNvCxnSpPr>
          <p:nvPr/>
        </p:nvCxnSpPr>
        <p:spPr>
          <a:xfrm rot="10800000">
            <a:off x="5288290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4"/>
          <p:cNvCxnSpPr>
            <a:stCxn id="172" idx="2"/>
            <a:endCxn id="173" idx="6"/>
          </p:cNvCxnSpPr>
          <p:nvPr/>
        </p:nvCxnSpPr>
        <p:spPr>
          <a:xfrm rot="10800000">
            <a:off x="6237917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4"/>
          <p:cNvCxnSpPr>
            <a:stCxn id="171" idx="2"/>
            <a:endCxn id="172" idx="6"/>
          </p:cNvCxnSpPr>
          <p:nvPr/>
        </p:nvCxnSpPr>
        <p:spPr>
          <a:xfrm rot="10800000">
            <a:off x="7187544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" name="Google Shape;180;p24"/>
          <p:cNvGrpSpPr/>
          <p:nvPr/>
        </p:nvGrpSpPr>
        <p:grpSpPr>
          <a:xfrm>
            <a:off x="3780588" y="326841"/>
            <a:ext cx="4691866" cy="244898"/>
            <a:chOff x="432175" y="3745075"/>
            <a:chExt cx="8282200" cy="432300"/>
          </a:xfrm>
        </p:grpSpPr>
        <p:sp>
          <p:nvSpPr>
            <p:cNvPr id="181" name="Google Shape;181;p24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2" name="Google Shape;182;p24"/>
            <p:cNvCxnSpPr>
              <a:stCxn id="181" idx="0"/>
              <a:endCxn id="183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4"/>
            <p:cNvCxnSpPr>
              <a:stCxn id="174" idx="2"/>
              <a:endCxn id="183" idx="2"/>
            </p:cNvCxnSpPr>
            <p:nvPr/>
          </p:nvCxnSpPr>
          <p:spPr>
            <a:xfrm flipH="1">
              <a:off x="648010" y="4177050"/>
              <a:ext cx="375600" cy="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24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5" name="Google Shape;185;p24"/>
            <p:cNvCxnSpPr>
              <a:stCxn id="181" idx="2"/>
              <a:endCxn id="171" idx="6"/>
            </p:cNvCxnSpPr>
            <p:nvPr/>
          </p:nvCxnSpPr>
          <p:spPr>
            <a:xfrm rot="10800000">
              <a:off x="8122178" y="4177075"/>
              <a:ext cx="376500" cy="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Motivation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91" name="Google Shape;19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Distributed AI Training</a:t>
            </a:r>
            <a:endParaRPr/>
          </a:p>
        </p:txBody>
      </p:sp>
      <p:sp>
        <p:nvSpPr>
          <p:cNvPr id="192" name="Google Shape;19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107050" y="402200"/>
            <a:ext cx="89097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Modern AI systems require training models on huge amounts of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this class, we'll use a very simplified model of AI training.</a:t>
            </a:r>
            <a:endParaRPr/>
          </a:p>
        </p:txBody>
      </p:sp>
      <p:sp>
        <p:nvSpPr>
          <p:cNvPr id="198" name="Google Shape;198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AI Training</a:t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332350" y="1989900"/>
            <a:ext cx="2619300" cy="85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Input: Untrained Model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(A big matrix of random numbers.)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332500" y="3033150"/>
            <a:ext cx="2619300" cy="713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Training Data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 big matrix of numbers.)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6192350" y="1989900"/>
            <a:ext cx="2619300" cy="85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Output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Trained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Model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(A big matrix of useful numbers.)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3665550" y="1989900"/>
            <a:ext cx="1812900" cy="175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AI Training Job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(Matrix multiplications.)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26"/>
          <p:cNvCxnSpPr>
            <a:stCxn id="199" idx="3"/>
          </p:cNvCxnSpPr>
          <p:nvPr/>
        </p:nvCxnSpPr>
        <p:spPr>
          <a:xfrm>
            <a:off x="2951650" y="2419350"/>
            <a:ext cx="709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6"/>
          <p:cNvCxnSpPr>
            <a:endCxn id="201" idx="1"/>
          </p:cNvCxnSpPr>
          <p:nvPr/>
        </p:nvCxnSpPr>
        <p:spPr>
          <a:xfrm>
            <a:off x="5477150" y="2419350"/>
            <a:ext cx="715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6"/>
          <p:cNvCxnSpPr>
            <a:stCxn id="200" idx="3"/>
          </p:cNvCxnSpPr>
          <p:nvPr/>
        </p:nvCxnSpPr>
        <p:spPr>
          <a:xfrm>
            <a:off x="2951800" y="3389850"/>
            <a:ext cx="712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Training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107050" y="402200"/>
            <a:ext cx="8909700" cy="26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Modern AI training jobs are far too large to be run on a single machine.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job must be </a:t>
            </a:r>
            <a:r>
              <a:rPr b="1" lang="en"/>
              <a:t>distributed</a:t>
            </a:r>
            <a:r>
              <a:rPr lang="en"/>
              <a:t> across multiple machines.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options for how to distribute the work. Examples: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works on a subset of the training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works on a subset of the model.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works on a subset of the task (pipelining).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this class, we don't care which option is used.</a:t>
            </a:r>
            <a:endParaRPr/>
          </a:p>
        </p:txBody>
      </p:sp>
      <p:sp>
        <p:nvSpPr>
          <p:cNvPr id="221" name="Google Shape;221;p27"/>
          <p:cNvSpPr/>
          <p:nvPr/>
        </p:nvSpPr>
        <p:spPr>
          <a:xfrm>
            <a:off x="2871600" y="3321225"/>
            <a:ext cx="835800" cy="80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Square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" name="Google Shape;222;p27"/>
          <p:cNvCxnSpPr>
            <a:stCxn id="223" idx="3"/>
            <a:endCxn id="221" idx="1"/>
          </p:cNvCxnSpPr>
          <p:nvPr/>
        </p:nvCxnSpPr>
        <p:spPr>
          <a:xfrm>
            <a:off x="21570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7"/>
          <p:cNvSpPr/>
          <p:nvPr/>
        </p:nvSpPr>
        <p:spPr>
          <a:xfrm>
            <a:off x="5436600" y="3321225"/>
            <a:ext cx="835800" cy="80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+5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27"/>
          <p:cNvCxnSpPr>
            <a:stCxn id="221" idx="3"/>
            <a:endCxn id="226" idx="1"/>
          </p:cNvCxnSpPr>
          <p:nvPr/>
        </p:nvCxnSpPr>
        <p:spPr>
          <a:xfrm>
            <a:off x="37074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7"/>
          <p:cNvCxnSpPr>
            <a:stCxn id="226" idx="3"/>
            <a:endCxn id="224" idx="1"/>
          </p:cNvCxnSpPr>
          <p:nvPr/>
        </p:nvCxnSpPr>
        <p:spPr>
          <a:xfrm>
            <a:off x="47220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27"/>
          <p:cNvCxnSpPr>
            <a:stCxn id="224" idx="3"/>
            <a:endCxn id="228" idx="1"/>
          </p:cNvCxnSpPr>
          <p:nvPr/>
        </p:nvCxnSpPr>
        <p:spPr>
          <a:xfrm>
            <a:off x="62724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7"/>
          <p:cNvSpPr txBox="1"/>
          <p:nvPr/>
        </p:nvSpPr>
        <p:spPr>
          <a:xfrm>
            <a:off x="2165700" y="4210395"/>
            <a:ext cx="4812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of pipelining. The task is to compute f(</a:t>
            </a: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= </a:t>
            </a: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aseline="30000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+ 5. We split the task into two stages.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 Exchanging State</a:t>
            </a:r>
            <a:endParaRPr/>
          </a:p>
        </p:txBody>
      </p:sp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107050" y="402200"/>
            <a:ext cx="89097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Regardless of how you distribute the work, nodes must periodically exchange state.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Each node has a piece of the solution, and they must exchange state to reconstruct the full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</a:t>
            </a:r>
            <a:r>
              <a:rPr lang="en"/>
              <a:t>: Node 2 needs data from Node 1 to continue its computation.</a:t>
            </a: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16509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38607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16509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38607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2886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24222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2886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24222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5215375" y="2297025"/>
            <a:ext cx="3584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Split job into sub-tasks.</a:t>
            </a:r>
            <a:b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Each node runs a sub-task.</a:t>
            </a:r>
            <a:endParaRPr b="1"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After every node finishes their sub-task, the nodes </a:t>
            </a: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ex</a:t>
            </a: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change a large amount of state.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Proceed to the next task, and repeat Steps 1–2 for the next task.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 Exchanging State</a:t>
            </a:r>
            <a:endParaRPr/>
          </a:p>
        </p:txBody>
      </p:sp>
      <p:sp>
        <p:nvSpPr>
          <p:cNvPr id="251" name="Google Shape;251;p29"/>
          <p:cNvSpPr txBox="1"/>
          <p:nvPr>
            <p:ph idx="1" type="body"/>
          </p:nvPr>
        </p:nvSpPr>
        <p:spPr>
          <a:xfrm>
            <a:off x="107050" y="402200"/>
            <a:ext cx="89097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Regardless of how you distribute the work, nodes must periodically exchange state.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Each node has a piece of the solution, and they must exchange state to reconstruct the full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Node 2 needs data from Node 1 to continue its computation.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5215375" y="2297025"/>
            <a:ext cx="3584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Split job into sub-tasks.</a:t>
            </a:r>
            <a:b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Each node runs a sub-task.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After every node finishes their sub-task, the nodes exchange a large amount of state.</a:t>
            </a:r>
            <a:endParaRPr b="1"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Proceed to the next task, and repeat Steps 1–2 for the next task.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3" name="Google Shape;253;p29"/>
          <p:cNvCxnSpPr>
            <a:stCxn id="254" idx="2"/>
            <a:endCxn id="255" idx="0"/>
          </p:cNvCxnSpPr>
          <p:nvPr/>
        </p:nvCxnSpPr>
        <p:spPr>
          <a:xfrm>
            <a:off x="2072400" y="2893350"/>
            <a:ext cx="220980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9"/>
          <p:cNvCxnSpPr>
            <a:stCxn id="257" idx="2"/>
            <a:endCxn id="258" idx="0"/>
          </p:cNvCxnSpPr>
          <p:nvPr/>
        </p:nvCxnSpPr>
        <p:spPr>
          <a:xfrm flipH="1">
            <a:off x="2072400" y="2893350"/>
            <a:ext cx="220980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9"/>
          <p:cNvCxnSpPr>
            <a:stCxn id="257" idx="2"/>
            <a:endCxn id="255" idx="0"/>
          </p:cNvCxnSpPr>
          <p:nvPr/>
        </p:nvCxnSpPr>
        <p:spPr>
          <a:xfrm>
            <a:off x="4282200" y="2893350"/>
            <a:ext cx="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9"/>
          <p:cNvCxnSpPr>
            <a:stCxn id="258" idx="3"/>
            <a:endCxn id="255" idx="1"/>
          </p:cNvCxnSpPr>
          <p:nvPr/>
        </p:nvCxnSpPr>
        <p:spPr>
          <a:xfrm>
            <a:off x="2493900" y="3799350"/>
            <a:ext cx="13668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9"/>
          <p:cNvCxnSpPr>
            <a:stCxn id="254" idx="3"/>
            <a:endCxn id="257" idx="1"/>
          </p:cNvCxnSpPr>
          <p:nvPr/>
        </p:nvCxnSpPr>
        <p:spPr>
          <a:xfrm>
            <a:off x="2493900" y="2732550"/>
            <a:ext cx="13668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9"/>
          <p:cNvCxnSpPr>
            <a:stCxn id="254" idx="2"/>
            <a:endCxn id="258" idx="0"/>
          </p:cNvCxnSpPr>
          <p:nvPr/>
        </p:nvCxnSpPr>
        <p:spPr>
          <a:xfrm>
            <a:off x="2072400" y="2893350"/>
            <a:ext cx="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9"/>
          <p:cNvSpPr/>
          <p:nvPr/>
        </p:nvSpPr>
        <p:spPr>
          <a:xfrm>
            <a:off x="16509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38607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16509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38607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 Exchanging State</a:t>
            </a:r>
            <a:endParaRPr/>
          </a:p>
        </p:txBody>
      </p:sp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107050" y="402200"/>
            <a:ext cx="89097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Regardless of how you distribute the work, nodes must periodically exchange state.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Each node has a piece of the solution, and they must exchange state to reconstruct the full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Node 2 needs data from Node 1 to continue its computation.</a:t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5215375" y="2297025"/>
            <a:ext cx="3584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Split job into sub-tasks.</a:t>
            </a: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latin typeface="Roboto"/>
                <a:ea typeface="Roboto"/>
                <a:cs typeface="Roboto"/>
                <a:sym typeface="Roboto"/>
              </a:rPr>
              <a:t>Each node runs a sub-task.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every node finishes their sub-task, the nodes exchange a large amount of state.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Proceed to the next task, and repeat Steps 1–2 for the next task.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0" name="Google Shape;270;p30"/>
          <p:cNvGrpSpPr/>
          <p:nvPr/>
        </p:nvGrpSpPr>
        <p:grpSpPr>
          <a:xfrm>
            <a:off x="2072400" y="2732550"/>
            <a:ext cx="2209800" cy="1066800"/>
            <a:chOff x="2072400" y="2732550"/>
            <a:chExt cx="2209800" cy="1066800"/>
          </a:xfrm>
        </p:grpSpPr>
        <p:cxnSp>
          <p:nvCxnSpPr>
            <p:cNvPr id="271" name="Google Shape;271;p30"/>
            <p:cNvCxnSpPr>
              <a:stCxn id="272" idx="2"/>
              <a:endCxn id="273" idx="0"/>
            </p:cNvCxnSpPr>
            <p:nvPr/>
          </p:nvCxnSpPr>
          <p:spPr>
            <a:xfrm>
              <a:off x="2072400" y="2893350"/>
              <a:ext cx="220980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30"/>
            <p:cNvCxnSpPr>
              <a:stCxn id="275" idx="2"/>
              <a:endCxn id="276" idx="0"/>
            </p:cNvCxnSpPr>
            <p:nvPr/>
          </p:nvCxnSpPr>
          <p:spPr>
            <a:xfrm flipH="1">
              <a:off x="2072400" y="2893350"/>
              <a:ext cx="220980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30"/>
            <p:cNvCxnSpPr>
              <a:stCxn id="275" idx="2"/>
              <a:endCxn id="273" idx="0"/>
            </p:cNvCxnSpPr>
            <p:nvPr/>
          </p:nvCxnSpPr>
          <p:spPr>
            <a:xfrm>
              <a:off x="4282200" y="2893350"/>
              <a:ext cx="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30"/>
            <p:cNvCxnSpPr>
              <a:stCxn id="276" idx="3"/>
              <a:endCxn id="273" idx="1"/>
            </p:cNvCxnSpPr>
            <p:nvPr/>
          </p:nvCxnSpPr>
          <p:spPr>
            <a:xfrm>
              <a:off x="2493900" y="3799350"/>
              <a:ext cx="1366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30"/>
            <p:cNvCxnSpPr>
              <a:stCxn id="272" idx="3"/>
              <a:endCxn id="275" idx="1"/>
            </p:cNvCxnSpPr>
            <p:nvPr/>
          </p:nvCxnSpPr>
          <p:spPr>
            <a:xfrm>
              <a:off x="2493900" y="2732550"/>
              <a:ext cx="1366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30"/>
            <p:cNvCxnSpPr>
              <a:stCxn id="272" idx="2"/>
              <a:endCxn id="276" idx="0"/>
            </p:cNvCxnSpPr>
            <p:nvPr/>
          </p:nvCxnSpPr>
          <p:spPr>
            <a:xfrm>
              <a:off x="2072400" y="2893350"/>
              <a:ext cx="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1" name="Google Shape;281;p30"/>
          <p:cNvSpPr/>
          <p:nvPr/>
        </p:nvSpPr>
        <p:spPr>
          <a:xfrm>
            <a:off x="2886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24222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2886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24222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16509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38607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16509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38607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Infrastructure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Training Infrastructure</a:t>
            </a:r>
            <a:endParaRPr/>
          </a:p>
        </p:txBody>
      </p:sp>
      <p:sp>
        <p:nvSpPr>
          <p:cNvPr id="291" name="Google Shape;291;p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exactly is each "node"?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GPUs (Graphics Processing Units): Chips that are good at AI operations.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TPUs (Tensor Processing Units): AI-optimized chips designed by Google.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nodes are inter-connected in a datacenter-like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the properties of a datacenter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physically close (e.g. same building).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organized in a structured topology (e.g. Clos network).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homogeneous (e.g. all the same model of GPU).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Links have very high bandwidth.</a:t>
            </a:r>
            <a:endParaRPr/>
          </a:p>
        </p:txBody>
      </p:sp>
      <p:sp>
        <p:nvSpPr>
          <p:cNvPr id="297" name="Google Shape;297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Training Infrastructure: GPUs, TPUs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/>
          <p:nvPr/>
        </p:nvSpPr>
        <p:spPr>
          <a:xfrm>
            <a:off x="860250" y="2216375"/>
            <a:ext cx="3232500" cy="2555400"/>
          </a:xfrm>
          <a:prstGeom prst="roundRect">
            <a:avLst>
              <a:gd fmla="val 4673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Servers</a:t>
            </a:r>
            <a:endParaRPr/>
          </a:p>
        </p:txBody>
      </p:sp>
      <p:sp>
        <p:nvSpPr>
          <p:cNvPr id="304" name="Google Shape;304;p33"/>
          <p:cNvSpPr txBox="1"/>
          <p:nvPr>
            <p:ph idx="1" type="body"/>
          </p:nvPr>
        </p:nvSpPr>
        <p:spPr>
          <a:xfrm>
            <a:off x="107050" y="402200"/>
            <a:ext cx="8909700" cy="1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server in the datacenter has: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or more GPUs/TPUs. Used to do the AI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relatively weak CPU. Used for miscellaneous operations, not AI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NIC, shared by all the chips on this server.</a:t>
            </a:r>
            <a:endParaRPr/>
          </a:p>
        </p:txBody>
      </p:sp>
      <p:sp>
        <p:nvSpPr>
          <p:cNvPr id="305" name="Google Shape;305;p33"/>
          <p:cNvSpPr/>
          <p:nvPr/>
        </p:nvSpPr>
        <p:spPr>
          <a:xfrm>
            <a:off x="10009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20677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31345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20677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31345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0" name="Google Shape;310;p33"/>
          <p:cNvCxnSpPr>
            <a:stCxn id="308" idx="2"/>
            <a:endCxn id="306" idx="0"/>
          </p:cNvCxnSpPr>
          <p:nvPr/>
        </p:nvCxnSpPr>
        <p:spPr>
          <a:xfrm>
            <a:off x="24487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1" name="Google Shape;311;p33"/>
          <p:cNvCxnSpPr>
            <a:stCxn id="309" idx="2"/>
            <a:endCxn id="307" idx="0"/>
          </p:cNvCxnSpPr>
          <p:nvPr/>
        </p:nvCxnSpPr>
        <p:spPr>
          <a:xfrm>
            <a:off x="35155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" name="Google Shape;312;p33"/>
          <p:cNvCxnSpPr>
            <a:stCxn id="305" idx="2"/>
          </p:cNvCxnSpPr>
          <p:nvPr/>
        </p:nvCxnSpPr>
        <p:spPr>
          <a:xfrm>
            <a:off x="13819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3"/>
          <p:cNvCxnSpPr>
            <a:stCxn id="306" idx="2"/>
          </p:cNvCxnSpPr>
          <p:nvPr/>
        </p:nvCxnSpPr>
        <p:spPr>
          <a:xfrm>
            <a:off x="24487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3"/>
          <p:cNvCxnSpPr>
            <a:stCxn id="307" idx="2"/>
          </p:cNvCxnSpPr>
          <p:nvPr/>
        </p:nvCxnSpPr>
        <p:spPr>
          <a:xfrm>
            <a:off x="35155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3"/>
          <p:cNvCxnSpPr/>
          <p:nvPr/>
        </p:nvCxnSpPr>
        <p:spPr>
          <a:xfrm rot="10800000">
            <a:off x="1377300" y="3877300"/>
            <a:ext cx="214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3"/>
          <p:cNvCxnSpPr>
            <a:endCxn id="317" idx="0"/>
          </p:cNvCxnSpPr>
          <p:nvPr/>
        </p:nvCxnSpPr>
        <p:spPr>
          <a:xfrm>
            <a:off x="3134525" y="3873906"/>
            <a:ext cx="0" cy="36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3"/>
          <p:cNvSpPr/>
          <p:nvPr/>
        </p:nvSpPr>
        <p:spPr>
          <a:xfrm>
            <a:off x="2753525" y="4243506"/>
            <a:ext cx="762000" cy="393600"/>
          </a:xfrm>
          <a:prstGeom prst="roundRect">
            <a:avLst>
              <a:gd fmla="val 9581" name="adj"/>
            </a:avLst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5051250" y="2216375"/>
            <a:ext cx="3232500" cy="2555400"/>
          </a:xfrm>
          <a:prstGeom prst="roundRect">
            <a:avLst>
              <a:gd fmla="val 4673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51919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62587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73255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62587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73255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33"/>
          <p:cNvCxnSpPr>
            <a:stCxn id="322" idx="2"/>
            <a:endCxn id="320" idx="0"/>
          </p:cNvCxnSpPr>
          <p:nvPr/>
        </p:nvCxnSpPr>
        <p:spPr>
          <a:xfrm>
            <a:off x="66397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5" name="Google Shape;325;p33"/>
          <p:cNvCxnSpPr>
            <a:stCxn id="323" idx="2"/>
            <a:endCxn id="321" idx="0"/>
          </p:cNvCxnSpPr>
          <p:nvPr/>
        </p:nvCxnSpPr>
        <p:spPr>
          <a:xfrm>
            <a:off x="77065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" name="Google Shape;326;p33"/>
          <p:cNvCxnSpPr>
            <a:stCxn id="319" idx="2"/>
          </p:cNvCxnSpPr>
          <p:nvPr/>
        </p:nvCxnSpPr>
        <p:spPr>
          <a:xfrm>
            <a:off x="55729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3"/>
          <p:cNvCxnSpPr>
            <a:stCxn id="320" idx="2"/>
          </p:cNvCxnSpPr>
          <p:nvPr/>
        </p:nvCxnSpPr>
        <p:spPr>
          <a:xfrm>
            <a:off x="66397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3"/>
          <p:cNvCxnSpPr>
            <a:stCxn id="321" idx="2"/>
          </p:cNvCxnSpPr>
          <p:nvPr/>
        </p:nvCxnSpPr>
        <p:spPr>
          <a:xfrm>
            <a:off x="77065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3"/>
          <p:cNvCxnSpPr/>
          <p:nvPr/>
        </p:nvCxnSpPr>
        <p:spPr>
          <a:xfrm rot="10800000">
            <a:off x="5568300" y="3877300"/>
            <a:ext cx="214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3"/>
          <p:cNvCxnSpPr>
            <a:endCxn id="331" idx="0"/>
          </p:cNvCxnSpPr>
          <p:nvPr/>
        </p:nvCxnSpPr>
        <p:spPr>
          <a:xfrm>
            <a:off x="5953925" y="3873906"/>
            <a:ext cx="0" cy="36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3"/>
          <p:cNvSpPr/>
          <p:nvPr/>
        </p:nvSpPr>
        <p:spPr>
          <a:xfrm>
            <a:off x="5572925" y="4243506"/>
            <a:ext cx="762000" cy="393600"/>
          </a:xfrm>
          <a:prstGeom prst="roundRect">
            <a:avLst>
              <a:gd fmla="val 9581" name="adj"/>
            </a:avLst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2" name="Google Shape;332;p33"/>
          <p:cNvCxnSpPr>
            <a:stCxn id="331" idx="1"/>
            <a:endCxn id="317" idx="3"/>
          </p:cNvCxnSpPr>
          <p:nvPr/>
        </p:nvCxnSpPr>
        <p:spPr>
          <a:xfrm rot="10800000">
            <a:off x="3515525" y="4440306"/>
            <a:ext cx="2057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338" name="Google Shape;338;p34"/>
          <p:cNvSpPr txBox="1"/>
          <p:nvPr>
            <p:ph idx="1" type="body"/>
          </p:nvPr>
        </p:nvSpPr>
        <p:spPr>
          <a:xfrm>
            <a:off x="107050" y="402200"/>
            <a:ext cx="8909700" cy="1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servers are connected in a structured topology.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different possible topologies. Example: Fat-tree Clos topology.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Remember: Each server (               ) could have one or more GPUs/TPUs.</a:t>
            </a:r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4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34"/>
          <p:cNvCxnSpPr>
            <a:stCxn id="344" idx="2"/>
            <a:endCxn id="345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4"/>
          <p:cNvCxnSpPr>
            <a:stCxn id="344" idx="2"/>
            <a:endCxn id="347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4"/>
          <p:cNvCxnSpPr>
            <a:stCxn id="344" idx="2"/>
            <a:endCxn id="349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4"/>
          <p:cNvCxnSpPr>
            <a:stCxn id="344" idx="2"/>
            <a:endCxn id="351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4"/>
          <p:cNvCxnSpPr>
            <a:stCxn id="353" idx="2"/>
            <a:endCxn id="345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4"/>
          <p:cNvCxnSpPr>
            <a:stCxn id="353" idx="2"/>
            <a:endCxn id="347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4"/>
          <p:cNvCxnSpPr>
            <a:stCxn id="353" idx="2"/>
            <a:endCxn id="349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4"/>
          <p:cNvCxnSpPr>
            <a:stCxn id="353" idx="2"/>
            <a:endCxn id="351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4"/>
          <p:cNvCxnSpPr>
            <a:stCxn id="358" idx="2"/>
            <a:endCxn id="359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4"/>
          <p:cNvCxnSpPr>
            <a:stCxn id="358" idx="2"/>
            <a:endCxn id="361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4"/>
          <p:cNvCxnSpPr>
            <a:stCxn id="358" idx="2"/>
            <a:endCxn id="363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4"/>
          <p:cNvCxnSpPr>
            <a:stCxn id="358" idx="2"/>
            <a:endCxn id="365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4"/>
          <p:cNvCxnSpPr>
            <a:stCxn id="367" idx="2"/>
            <a:endCxn id="359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4"/>
          <p:cNvCxnSpPr>
            <a:stCxn id="367" idx="2"/>
            <a:endCxn id="361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4"/>
          <p:cNvCxnSpPr>
            <a:stCxn id="367" idx="2"/>
            <a:endCxn id="363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4"/>
          <p:cNvCxnSpPr>
            <a:stCxn id="367" idx="2"/>
            <a:endCxn id="365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4"/>
          <p:cNvCxnSpPr>
            <a:stCxn id="372" idx="0"/>
            <a:endCxn id="359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4"/>
          <p:cNvCxnSpPr>
            <a:stCxn id="345" idx="2"/>
            <a:endCxn id="374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4"/>
          <p:cNvCxnSpPr>
            <a:stCxn id="345" idx="2"/>
            <a:endCxn id="372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4"/>
          <p:cNvCxnSpPr>
            <a:stCxn id="359" idx="2"/>
            <a:endCxn id="374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4"/>
          <p:cNvCxnSpPr>
            <a:stCxn id="347" idx="2"/>
            <a:endCxn id="378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4"/>
          <p:cNvCxnSpPr>
            <a:stCxn id="380" idx="0"/>
            <a:endCxn id="361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4"/>
          <p:cNvCxnSpPr>
            <a:endCxn id="380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4"/>
          <p:cNvCxnSpPr>
            <a:stCxn id="361" idx="2"/>
            <a:endCxn id="378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4"/>
          <p:cNvCxnSpPr>
            <a:stCxn id="349" idx="2"/>
            <a:endCxn id="384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4"/>
          <p:cNvCxnSpPr>
            <a:stCxn id="349" idx="2"/>
            <a:endCxn id="386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4"/>
          <p:cNvCxnSpPr>
            <a:stCxn id="386" idx="0"/>
            <a:endCxn id="363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4"/>
          <p:cNvCxnSpPr>
            <a:stCxn id="363" idx="2"/>
            <a:endCxn id="384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4"/>
          <p:cNvCxnSpPr>
            <a:stCxn id="351" idx="2"/>
            <a:endCxn id="390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4"/>
          <p:cNvCxnSpPr>
            <a:stCxn id="392" idx="0"/>
            <a:endCxn id="365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4"/>
          <p:cNvCxnSpPr>
            <a:stCxn id="351" idx="2"/>
            <a:endCxn id="392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4"/>
          <p:cNvCxnSpPr>
            <a:stCxn id="365" idx="2"/>
            <a:endCxn id="390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4"/>
          <p:cNvCxnSpPr>
            <a:stCxn id="372" idx="2"/>
            <a:endCxn id="396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4"/>
          <p:cNvCxnSpPr>
            <a:stCxn id="372" idx="2"/>
            <a:endCxn id="398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4"/>
          <p:cNvCxnSpPr>
            <a:stCxn id="374" idx="2"/>
            <a:endCxn id="400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4"/>
          <p:cNvCxnSpPr>
            <a:stCxn id="374" idx="2"/>
            <a:endCxn id="402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4"/>
          <p:cNvCxnSpPr>
            <a:stCxn id="380" idx="2"/>
            <a:endCxn id="404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4"/>
          <p:cNvCxnSpPr>
            <a:stCxn id="380" idx="2"/>
            <a:endCxn id="406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4"/>
          <p:cNvCxnSpPr>
            <a:stCxn id="378" idx="2"/>
            <a:endCxn id="408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4"/>
          <p:cNvCxnSpPr>
            <a:stCxn id="378" idx="2"/>
            <a:endCxn id="410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4"/>
          <p:cNvCxnSpPr>
            <a:stCxn id="386" idx="2"/>
            <a:endCxn id="412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4"/>
          <p:cNvCxnSpPr>
            <a:stCxn id="386" idx="2"/>
            <a:endCxn id="414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4"/>
          <p:cNvCxnSpPr>
            <a:stCxn id="384" idx="2"/>
            <a:endCxn id="416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4"/>
          <p:cNvCxnSpPr>
            <a:stCxn id="384" idx="2"/>
            <a:endCxn id="418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4"/>
          <p:cNvCxnSpPr>
            <a:stCxn id="392" idx="2"/>
            <a:endCxn id="420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4"/>
          <p:cNvCxnSpPr>
            <a:stCxn id="392" idx="2"/>
            <a:endCxn id="422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4"/>
          <p:cNvCxnSpPr>
            <a:stCxn id="390" idx="2"/>
            <a:endCxn id="424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4"/>
          <p:cNvCxnSpPr>
            <a:stCxn id="390" idx="2"/>
            <a:endCxn id="426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4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4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4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4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34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3207366" y="1352217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3435966" y="1352217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3664566" y="1352217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3893166" y="1352217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443" name="Google Shape;443;p35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Some pairs of nodes are more closely-connected than others.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on the same server: Great performance.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Don't need to use the network at all.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Nodes can communicate with effectively infinite bandwidth and zero latency.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in the same pod: Good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in different pods: Worse performance.</a:t>
            </a:r>
            <a:endParaRPr/>
          </a:p>
        </p:txBody>
      </p:sp>
      <p:sp>
        <p:nvSpPr>
          <p:cNvPr id="444" name="Google Shape;444;p35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8" name="Google Shape;448;p35"/>
          <p:cNvCxnSpPr>
            <a:stCxn id="449" idx="2"/>
            <a:endCxn id="450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5"/>
          <p:cNvCxnSpPr>
            <a:stCxn id="449" idx="2"/>
            <a:endCxn id="452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5"/>
          <p:cNvCxnSpPr>
            <a:stCxn id="449" idx="2"/>
            <a:endCxn id="454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5"/>
          <p:cNvCxnSpPr>
            <a:stCxn id="449" idx="2"/>
            <a:endCxn id="456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5"/>
          <p:cNvCxnSpPr>
            <a:stCxn id="458" idx="2"/>
            <a:endCxn id="450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5"/>
          <p:cNvCxnSpPr>
            <a:stCxn id="458" idx="2"/>
            <a:endCxn id="452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5"/>
          <p:cNvCxnSpPr>
            <a:stCxn id="458" idx="2"/>
            <a:endCxn id="454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5"/>
          <p:cNvCxnSpPr>
            <a:stCxn id="458" idx="2"/>
            <a:endCxn id="456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5"/>
          <p:cNvCxnSpPr>
            <a:stCxn id="463" idx="2"/>
            <a:endCxn id="464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35"/>
          <p:cNvCxnSpPr>
            <a:stCxn id="463" idx="2"/>
            <a:endCxn id="466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35"/>
          <p:cNvCxnSpPr>
            <a:stCxn id="468" idx="2"/>
            <a:endCxn id="464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5"/>
          <p:cNvCxnSpPr>
            <a:stCxn id="468" idx="2"/>
            <a:endCxn id="470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5"/>
          <p:cNvCxnSpPr>
            <a:stCxn id="468" idx="2"/>
            <a:endCxn id="466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5"/>
          <p:cNvCxnSpPr>
            <a:stCxn id="468" idx="2"/>
            <a:endCxn id="473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5"/>
          <p:cNvCxnSpPr>
            <a:stCxn id="475" idx="0"/>
            <a:endCxn id="464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5"/>
          <p:cNvCxnSpPr>
            <a:stCxn id="450" idx="2"/>
            <a:endCxn id="477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5"/>
          <p:cNvCxnSpPr>
            <a:stCxn id="450" idx="2"/>
            <a:endCxn id="475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5"/>
          <p:cNvCxnSpPr>
            <a:stCxn id="464" idx="2"/>
            <a:endCxn id="477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5"/>
          <p:cNvCxnSpPr>
            <a:stCxn id="452" idx="2"/>
            <a:endCxn id="481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5"/>
          <p:cNvCxnSpPr>
            <a:stCxn id="483" idx="0"/>
            <a:endCxn id="470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5"/>
          <p:cNvCxnSpPr>
            <a:endCxn id="483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35"/>
          <p:cNvCxnSpPr>
            <a:stCxn id="470" idx="2"/>
            <a:endCxn id="481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5"/>
          <p:cNvCxnSpPr>
            <a:stCxn id="454" idx="2"/>
            <a:endCxn id="487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5"/>
          <p:cNvCxnSpPr>
            <a:stCxn id="454" idx="2"/>
            <a:endCxn id="489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5"/>
          <p:cNvCxnSpPr>
            <a:stCxn id="489" idx="0"/>
            <a:endCxn id="466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5"/>
          <p:cNvCxnSpPr>
            <a:stCxn id="466" idx="2"/>
            <a:endCxn id="487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35"/>
          <p:cNvCxnSpPr>
            <a:stCxn id="456" idx="2"/>
            <a:endCxn id="493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35"/>
          <p:cNvCxnSpPr>
            <a:stCxn id="495" idx="0"/>
            <a:endCxn id="473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5"/>
          <p:cNvCxnSpPr>
            <a:stCxn id="456" idx="2"/>
            <a:endCxn id="495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5"/>
          <p:cNvCxnSpPr>
            <a:stCxn id="473" idx="2"/>
            <a:endCxn id="493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5"/>
          <p:cNvCxnSpPr>
            <a:stCxn id="475" idx="2"/>
            <a:endCxn id="499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5"/>
          <p:cNvCxnSpPr>
            <a:stCxn id="475" idx="2"/>
            <a:endCxn id="501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5"/>
          <p:cNvCxnSpPr>
            <a:stCxn id="477" idx="2"/>
            <a:endCxn id="503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5"/>
          <p:cNvCxnSpPr>
            <a:stCxn id="477" idx="2"/>
            <a:endCxn id="505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5"/>
          <p:cNvCxnSpPr>
            <a:stCxn id="483" idx="2"/>
            <a:endCxn id="507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5"/>
          <p:cNvCxnSpPr>
            <a:stCxn id="483" idx="2"/>
            <a:endCxn id="509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5"/>
          <p:cNvCxnSpPr>
            <a:stCxn id="481" idx="2"/>
            <a:endCxn id="511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5"/>
          <p:cNvCxnSpPr>
            <a:stCxn id="481" idx="2"/>
            <a:endCxn id="513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5"/>
          <p:cNvCxnSpPr>
            <a:stCxn id="489" idx="2"/>
            <a:endCxn id="515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5"/>
          <p:cNvCxnSpPr>
            <a:stCxn id="489" idx="2"/>
            <a:endCxn id="517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5"/>
          <p:cNvCxnSpPr>
            <a:stCxn id="487" idx="2"/>
            <a:endCxn id="519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35"/>
          <p:cNvCxnSpPr>
            <a:stCxn id="487" idx="2"/>
            <a:endCxn id="521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5"/>
          <p:cNvCxnSpPr>
            <a:stCxn id="495" idx="2"/>
            <a:endCxn id="523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5"/>
          <p:cNvCxnSpPr>
            <a:stCxn id="495" idx="2"/>
            <a:endCxn id="525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5"/>
          <p:cNvCxnSpPr>
            <a:stCxn id="493" idx="2"/>
            <a:endCxn id="527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5"/>
          <p:cNvCxnSpPr>
            <a:stCxn id="493" idx="2"/>
            <a:endCxn id="529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35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5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5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5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5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5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5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5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5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5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5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5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5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5"/>
          <p:cNvSpPr/>
          <p:nvPr/>
        </p:nvSpPr>
        <p:spPr>
          <a:xfrm>
            <a:off x="688095" y="3193050"/>
            <a:ext cx="258125" cy="416700"/>
          </a:xfrm>
          <a:custGeom>
            <a:rect b="b" l="l" r="r" t="t"/>
            <a:pathLst>
              <a:path extrusionOk="0" h="16668" w="10325">
                <a:moveTo>
                  <a:pt x="6" y="0"/>
                </a:moveTo>
                <a:cubicBezTo>
                  <a:pt x="199" y="1251"/>
                  <a:pt x="-559" y="4726"/>
                  <a:pt x="1161" y="7504"/>
                </a:cubicBezTo>
                <a:cubicBezTo>
                  <a:pt x="2881" y="10282"/>
                  <a:pt x="8798" y="15141"/>
                  <a:pt x="10325" y="16668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38" name="Google Shape;538;p35"/>
          <p:cNvSpPr txBox="1"/>
          <p:nvPr/>
        </p:nvSpPr>
        <p:spPr>
          <a:xfrm>
            <a:off x="141550" y="2714200"/>
            <a:ext cx="117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Good performance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5"/>
          <p:cNvSpPr/>
          <p:nvPr/>
        </p:nvSpPr>
        <p:spPr>
          <a:xfrm>
            <a:off x="6317350" y="2908175"/>
            <a:ext cx="288750" cy="608025"/>
          </a:xfrm>
          <a:custGeom>
            <a:rect b="b" l="l" r="r" t="t"/>
            <a:pathLst>
              <a:path extrusionOk="0" h="24321" w="11550">
                <a:moveTo>
                  <a:pt x="11442" y="0"/>
                </a:moveTo>
                <a:cubicBezTo>
                  <a:pt x="11262" y="1347"/>
                  <a:pt x="12270" y="4026"/>
                  <a:pt x="10363" y="8079"/>
                </a:cubicBezTo>
                <a:cubicBezTo>
                  <a:pt x="8456" y="12133"/>
                  <a:pt x="1727" y="21614"/>
                  <a:pt x="0" y="24321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40" name="Google Shape;540;p35"/>
          <p:cNvSpPr txBox="1"/>
          <p:nvPr/>
        </p:nvSpPr>
        <p:spPr>
          <a:xfrm>
            <a:off x="6000850" y="2443700"/>
            <a:ext cx="117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Worse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" name="Google Shape;541;p35"/>
          <p:cNvCxnSpPr>
            <a:stCxn id="463" idx="2"/>
            <a:endCxn id="470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35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2" name="Google Shape;542;p35"/>
          <p:cNvCxnSpPr>
            <a:stCxn id="463" idx="2"/>
            <a:endCxn id="473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5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548" name="Google Shape;548;p36"/>
          <p:cNvSpPr txBox="1"/>
          <p:nvPr>
            <p:ph idx="1" type="body"/>
          </p:nvPr>
        </p:nvSpPr>
        <p:spPr>
          <a:xfrm>
            <a:off x="107050" y="402200"/>
            <a:ext cx="8909700" cy="22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Alternate topology: </a:t>
            </a:r>
            <a:r>
              <a:rPr b="1" lang="en"/>
              <a:t>2D torus</a:t>
            </a:r>
            <a:r>
              <a:rPr lang="en"/>
              <a:t>: </a:t>
            </a:r>
            <a:r>
              <a:rPr lang="en"/>
              <a:t>A square, where the edges wrap around.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TPUs can be directly connected to each other with ICI (Inter-Core Interconnect), with no routers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before, s</a:t>
            </a:r>
            <a:r>
              <a:rPr lang="en"/>
              <a:t>ome pairs of nodes are more closely-connected than others.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"Wrap around" means: If you're at a bottom node and traverse a link down, you'll end up at the top node. (And similar for the other directions.)</a:t>
            </a:r>
            <a:endParaRPr/>
          </a:p>
        </p:txBody>
      </p:sp>
      <p:sp>
        <p:nvSpPr>
          <p:cNvPr id="549" name="Google Shape;549;p36"/>
          <p:cNvSpPr/>
          <p:nvPr/>
        </p:nvSpPr>
        <p:spPr>
          <a:xfrm>
            <a:off x="3505200" y="294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4419600" y="294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5334000" y="294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3505200" y="3704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4419600" y="3704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5334000" y="3704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6"/>
          <p:cNvSpPr/>
          <p:nvPr/>
        </p:nvSpPr>
        <p:spPr>
          <a:xfrm>
            <a:off x="3505200" y="4542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4419600" y="4542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6"/>
          <p:cNvSpPr/>
          <p:nvPr/>
        </p:nvSpPr>
        <p:spPr>
          <a:xfrm>
            <a:off x="5334000" y="4542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36"/>
          <p:cNvCxnSpPr>
            <a:stCxn id="549" idx="4"/>
            <a:endCxn id="552" idx="0"/>
          </p:cNvCxnSpPr>
          <p:nvPr/>
        </p:nvCxnSpPr>
        <p:spPr>
          <a:xfrm>
            <a:off x="3657600" y="3247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6"/>
          <p:cNvCxnSpPr>
            <a:stCxn id="552" idx="4"/>
            <a:endCxn id="555" idx="0"/>
          </p:cNvCxnSpPr>
          <p:nvPr/>
        </p:nvCxnSpPr>
        <p:spPr>
          <a:xfrm>
            <a:off x="3657600" y="4009575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6"/>
          <p:cNvCxnSpPr>
            <a:stCxn id="553" idx="4"/>
            <a:endCxn id="556" idx="0"/>
          </p:cNvCxnSpPr>
          <p:nvPr/>
        </p:nvCxnSpPr>
        <p:spPr>
          <a:xfrm>
            <a:off x="4572000" y="4009575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6"/>
          <p:cNvCxnSpPr>
            <a:stCxn id="554" idx="4"/>
            <a:endCxn id="557" idx="0"/>
          </p:cNvCxnSpPr>
          <p:nvPr/>
        </p:nvCxnSpPr>
        <p:spPr>
          <a:xfrm>
            <a:off x="5486400" y="4009575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6"/>
          <p:cNvCxnSpPr>
            <a:stCxn id="550" idx="4"/>
            <a:endCxn id="553" idx="0"/>
          </p:cNvCxnSpPr>
          <p:nvPr/>
        </p:nvCxnSpPr>
        <p:spPr>
          <a:xfrm>
            <a:off x="4572000" y="3247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36"/>
          <p:cNvCxnSpPr>
            <a:stCxn id="551" idx="4"/>
            <a:endCxn id="554" idx="0"/>
          </p:cNvCxnSpPr>
          <p:nvPr/>
        </p:nvCxnSpPr>
        <p:spPr>
          <a:xfrm>
            <a:off x="5486400" y="3247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6"/>
          <p:cNvCxnSpPr>
            <a:stCxn id="549" idx="6"/>
            <a:endCxn id="550" idx="2"/>
          </p:cNvCxnSpPr>
          <p:nvPr/>
        </p:nvCxnSpPr>
        <p:spPr>
          <a:xfrm>
            <a:off x="3810000" y="3095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36"/>
          <p:cNvCxnSpPr>
            <a:stCxn id="550" idx="6"/>
            <a:endCxn id="551" idx="2"/>
          </p:cNvCxnSpPr>
          <p:nvPr/>
        </p:nvCxnSpPr>
        <p:spPr>
          <a:xfrm>
            <a:off x="4724400" y="3095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6"/>
          <p:cNvCxnSpPr>
            <a:stCxn id="552" idx="6"/>
            <a:endCxn id="553" idx="2"/>
          </p:cNvCxnSpPr>
          <p:nvPr/>
        </p:nvCxnSpPr>
        <p:spPr>
          <a:xfrm>
            <a:off x="3810000" y="3857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36"/>
          <p:cNvCxnSpPr>
            <a:stCxn id="553" idx="6"/>
            <a:endCxn id="554" idx="2"/>
          </p:cNvCxnSpPr>
          <p:nvPr/>
        </p:nvCxnSpPr>
        <p:spPr>
          <a:xfrm>
            <a:off x="4724400" y="3857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36"/>
          <p:cNvCxnSpPr>
            <a:stCxn id="556" idx="6"/>
            <a:endCxn id="557" idx="2"/>
          </p:cNvCxnSpPr>
          <p:nvPr/>
        </p:nvCxnSpPr>
        <p:spPr>
          <a:xfrm>
            <a:off x="4724400" y="46953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6"/>
          <p:cNvCxnSpPr>
            <a:stCxn id="555" idx="6"/>
            <a:endCxn id="556" idx="2"/>
          </p:cNvCxnSpPr>
          <p:nvPr/>
        </p:nvCxnSpPr>
        <p:spPr>
          <a:xfrm>
            <a:off x="3810000" y="46953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0" name="Google Shape;570;p36"/>
          <p:cNvGrpSpPr/>
          <p:nvPr/>
        </p:nvGrpSpPr>
        <p:grpSpPr>
          <a:xfrm>
            <a:off x="3657600" y="2790675"/>
            <a:ext cx="303900" cy="2209200"/>
            <a:chOff x="3657600" y="2790675"/>
            <a:chExt cx="303900" cy="2209200"/>
          </a:xfrm>
        </p:grpSpPr>
        <p:sp>
          <p:nvSpPr>
            <p:cNvPr id="571" name="Google Shape;571;p36"/>
            <p:cNvSpPr/>
            <p:nvPr/>
          </p:nvSpPr>
          <p:spPr>
            <a:xfrm rot="-5400000">
              <a:off x="3657450" y="2790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2" name="Google Shape;572;p36"/>
            <p:cNvSpPr/>
            <p:nvPr/>
          </p:nvSpPr>
          <p:spPr>
            <a:xfrm flipH="1" rot="-5400000">
              <a:off x="3657450" y="4695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73" name="Google Shape;573;p36"/>
            <p:cNvCxnSpPr>
              <a:stCxn id="571" idx="2"/>
              <a:endCxn id="572" idx="2"/>
            </p:cNvCxnSpPr>
            <p:nvPr/>
          </p:nvCxnSpPr>
          <p:spPr>
            <a:xfrm>
              <a:off x="3961500" y="2942749"/>
              <a:ext cx="0" cy="19050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4" name="Google Shape;574;p36"/>
          <p:cNvGrpSpPr/>
          <p:nvPr/>
        </p:nvGrpSpPr>
        <p:grpSpPr>
          <a:xfrm>
            <a:off x="4572000" y="2790675"/>
            <a:ext cx="303900" cy="2209200"/>
            <a:chOff x="3657600" y="2790675"/>
            <a:chExt cx="303900" cy="2209200"/>
          </a:xfrm>
        </p:grpSpPr>
        <p:sp>
          <p:nvSpPr>
            <p:cNvPr id="575" name="Google Shape;575;p36"/>
            <p:cNvSpPr/>
            <p:nvPr/>
          </p:nvSpPr>
          <p:spPr>
            <a:xfrm rot="-5400000">
              <a:off x="3657450" y="2790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36"/>
            <p:cNvSpPr/>
            <p:nvPr/>
          </p:nvSpPr>
          <p:spPr>
            <a:xfrm flipH="1" rot="-5400000">
              <a:off x="3657450" y="4695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77" name="Google Shape;577;p36"/>
            <p:cNvCxnSpPr>
              <a:stCxn id="575" idx="2"/>
              <a:endCxn id="576" idx="2"/>
            </p:cNvCxnSpPr>
            <p:nvPr/>
          </p:nvCxnSpPr>
          <p:spPr>
            <a:xfrm>
              <a:off x="3961500" y="2942749"/>
              <a:ext cx="0" cy="19050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8" name="Google Shape;578;p36"/>
          <p:cNvGrpSpPr/>
          <p:nvPr/>
        </p:nvGrpSpPr>
        <p:grpSpPr>
          <a:xfrm flipH="1">
            <a:off x="5181600" y="2790675"/>
            <a:ext cx="303900" cy="2209200"/>
            <a:chOff x="3657600" y="2790675"/>
            <a:chExt cx="303900" cy="2209200"/>
          </a:xfrm>
        </p:grpSpPr>
        <p:sp>
          <p:nvSpPr>
            <p:cNvPr id="579" name="Google Shape;579;p36"/>
            <p:cNvSpPr/>
            <p:nvPr/>
          </p:nvSpPr>
          <p:spPr>
            <a:xfrm rot="-5400000">
              <a:off x="3657450" y="2790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0" name="Google Shape;580;p36"/>
            <p:cNvSpPr/>
            <p:nvPr/>
          </p:nvSpPr>
          <p:spPr>
            <a:xfrm flipH="1" rot="-5400000">
              <a:off x="3657450" y="4695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81" name="Google Shape;581;p36"/>
            <p:cNvCxnSpPr>
              <a:stCxn id="579" idx="2"/>
              <a:endCxn id="580" idx="2"/>
            </p:cNvCxnSpPr>
            <p:nvPr/>
          </p:nvCxnSpPr>
          <p:spPr>
            <a:xfrm>
              <a:off x="3961500" y="2942749"/>
              <a:ext cx="0" cy="19050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2" name="Google Shape;582;p36"/>
          <p:cNvGrpSpPr/>
          <p:nvPr/>
        </p:nvGrpSpPr>
        <p:grpSpPr>
          <a:xfrm>
            <a:off x="3314800" y="2714725"/>
            <a:ext cx="2516700" cy="382800"/>
            <a:chOff x="3314800" y="2714725"/>
            <a:chExt cx="2516700" cy="382800"/>
          </a:xfrm>
        </p:grpSpPr>
        <p:sp>
          <p:nvSpPr>
            <p:cNvPr id="583" name="Google Shape;583;p36"/>
            <p:cNvSpPr/>
            <p:nvPr/>
          </p:nvSpPr>
          <p:spPr>
            <a:xfrm rot="10800000">
              <a:off x="33148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84" name="Google Shape;584;p36"/>
            <p:cNvCxnSpPr>
              <a:stCxn id="583" idx="2"/>
              <a:endCxn id="585" idx="2"/>
            </p:cNvCxnSpPr>
            <p:nvPr/>
          </p:nvCxnSpPr>
          <p:spPr>
            <a:xfrm>
              <a:off x="3506317" y="2714725"/>
              <a:ext cx="213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5" name="Google Shape;585;p36"/>
            <p:cNvSpPr/>
            <p:nvPr/>
          </p:nvSpPr>
          <p:spPr>
            <a:xfrm flipH="1" rot="10800000">
              <a:off x="54484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6" name="Google Shape;586;p36"/>
          <p:cNvGrpSpPr/>
          <p:nvPr/>
        </p:nvGrpSpPr>
        <p:grpSpPr>
          <a:xfrm>
            <a:off x="3314800" y="3476725"/>
            <a:ext cx="2516700" cy="382800"/>
            <a:chOff x="3314800" y="2714725"/>
            <a:chExt cx="2516700" cy="382800"/>
          </a:xfrm>
        </p:grpSpPr>
        <p:sp>
          <p:nvSpPr>
            <p:cNvPr id="587" name="Google Shape;587;p36"/>
            <p:cNvSpPr/>
            <p:nvPr/>
          </p:nvSpPr>
          <p:spPr>
            <a:xfrm rot="10800000">
              <a:off x="33148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88" name="Google Shape;588;p36"/>
            <p:cNvCxnSpPr>
              <a:stCxn id="587" idx="2"/>
              <a:endCxn id="589" idx="2"/>
            </p:cNvCxnSpPr>
            <p:nvPr/>
          </p:nvCxnSpPr>
          <p:spPr>
            <a:xfrm>
              <a:off x="3506317" y="2714725"/>
              <a:ext cx="213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9" name="Google Shape;589;p36"/>
            <p:cNvSpPr/>
            <p:nvPr/>
          </p:nvSpPr>
          <p:spPr>
            <a:xfrm flipH="1" rot="10800000">
              <a:off x="54484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0" name="Google Shape;590;p36"/>
          <p:cNvGrpSpPr/>
          <p:nvPr/>
        </p:nvGrpSpPr>
        <p:grpSpPr>
          <a:xfrm>
            <a:off x="3314800" y="4314925"/>
            <a:ext cx="2516700" cy="382800"/>
            <a:chOff x="3314800" y="2714725"/>
            <a:chExt cx="2516700" cy="382800"/>
          </a:xfrm>
        </p:grpSpPr>
        <p:sp>
          <p:nvSpPr>
            <p:cNvPr id="591" name="Google Shape;591;p36"/>
            <p:cNvSpPr/>
            <p:nvPr/>
          </p:nvSpPr>
          <p:spPr>
            <a:xfrm rot="10800000">
              <a:off x="33148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92" name="Google Shape;592;p36"/>
            <p:cNvCxnSpPr>
              <a:stCxn id="591" idx="2"/>
              <a:endCxn id="593" idx="2"/>
            </p:cNvCxnSpPr>
            <p:nvPr/>
          </p:nvCxnSpPr>
          <p:spPr>
            <a:xfrm>
              <a:off x="3506317" y="2714725"/>
              <a:ext cx="213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3" name="Google Shape;593;p36"/>
            <p:cNvSpPr/>
            <p:nvPr/>
          </p:nvSpPr>
          <p:spPr>
            <a:xfrm flipH="1" rot="10800000">
              <a:off x="54484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"/>
          <p:cNvSpPr/>
          <p:nvPr/>
        </p:nvSpPr>
        <p:spPr>
          <a:xfrm>
            <a:off x="4790500" y="2190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4790500" y="3790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7"/>
          <p:cNvSpPr/>
          <p:nvPr/>
        </p:nvSpPr>
        <p:spPr>
          <a:xfrm>
            <a:off x="4028500" y="4400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602" name="Google Shape;602;p37"/>
          <p:cNvSpPr txBox="1"/>
          <p:nvPr>
            <p:ph idx="1" type="body"/>
          </p:nvPr>
        </p:nvSpPr>
        <p:spPr>
          <a:xfrm>
            <a:off x="107050" y="402200"/>
            <a:ext cx="89097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Alternate topology: </a:t>
            </a:r>
            <a:r>
              <a:rPr b="1" lang="en"/>
              <a:t>3</a:t>
            </a:r>
            <a:r>
              <a:rPr b="1" lang="en"/>
              <a:t>D torus</a:t>
            </a:r>
            <a:r>
              <a:rPr lang="en"/>
              <a:t>: A cube, where the edges wrap around.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TPUs can be directly connected to each other with ICI (Inter-Core Interconnect), with no routers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before, some pairs of nodes are more closely-connected than others.</a:t>
            </a:r>
            <a:endParaRPr/>
          </a:p>
        </p:txBody>
      </p:sp>
      <p:sp>
        <p:nvSpPr>
          <p:cNvPr id="603" name="Google Shape;603;p37"/>
          <p:cNvSpPr/>
          <p:nvPr/>
        </p:nvSpPr>
        <p:spPr>
          <a:xfrm>
            <a:off x="3647500" y="2190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5171500" y="2800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7"/>
          <p:cNvSpPr/>
          <p:nvPr/>
        </p:nvSpPr>
        <p:spPr>
          <a:xfrm>
            <a:off x="5933500" y="2190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" name="Google Shape;606;p37"/>
          <p:cNvCxnSpPr>
            <a:stCxn id="603" idx="3"/>
            <a:endCxn id="607" idx="7"/>
          </p:cNvCxnSpPr>
          <p:nvPr/>
        </p:nvCxnSpPr>
        <p:spPr>
          <a:xfrm flipH="1">
            <a:off x="3145537" y="24509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37"/>
          <p:cNvCxnSpPr>
            <a:stCxn id="609" idx="2"/>
            <a:endCxn id="607" idx="6"/>
          </p:cNvCxnSpPr>
          <p:nvPr/>
        </p:nvCxnSpPr>
        <p:spPr>
          <a:xfrm rot="10800000">
            <a:off x="3190300" y="29527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7"/>
          <p:cNvCxnSpPr>
            <a:stCxn id="598" idx="2"/>
            <a:endCxn id="603" idx="6"/>
          </p:cNvCxnSpPr>
          <p:nvPr/>
        </p:nvCxnSpPr>
        <p:spPr>
          <a:xfrm rot="10800000">
            <a:off x="3952300" y="23431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37"/>
          <p:cNvCxnSpPr>
            <a:stCxn id="605" idx="3"/>
            <a:endCxn id="604" idx="7"/>
          </p:cNvCxnSpPr>
          <p:nvPr/>
        </p:nvCxnSpPr>
        <p:spPr>
          <a:xfrm flipH="1">
            <a:off x="5431537" y="24509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37"/>
          <p:cNvSpPr/>
          <p:nvPr/>
        </p:nvSpPr>
        <p:spPr>
          <a:xfrm>
            <a:off x="3647500" y="3790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5933500" y="3790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4" name="Google Shape;614;p37"/>
          <p:cNvCxnSpPr>
            <a:stCxn id="612" idx="3"/>
            <a:endCxn id="615" idx="7"/>
          </p:cNvCxnSpPr>
          <p:nvPr/>
        </p:nvCxnSpPr>
        <p:spPr>
          <a:xfrm flipH="1">
            <a:off x="3145537" y="40511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37"/>
          <p:cNvCxnSpPr>
            <a:stCxn id="600" idx="2"/>
            <a:endCxn id="615" idx="6"/>
          </p:cNvCxnSpPr>
          <p:nvPr/>
        </p:nvCxnSpPr>
        <p:spPr>
          <a:xfrm rot="10800000">
            <a:off x="3190300" y="45529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7"/>
          <p:cNvCxnSpPr>
            <a:stCxn id="599" idx="2"/>
            <a:endCxn id="612" idx="6"/>
          </p:cNvCxnSpPr>
          <p:nvPr/>
        </p:nvCxnSpPr>
        <p:spPr>
          <a:xfrm rot="10800000">
            <a:off x="3952300" y="39433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7"/>
          <p:cNvCxnSpPr>
            <a:stCxn id="613" idx="3"/>
            <a:endCxn id="619" idx="7"/>
          </p:cNvCxnSpPr>
          <p:nvPr/>
        </p:nvCxnSpPr>
        <p:spPr>
          <a:xfrm flipH="1">
            <a:off x="5431537" y="40511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7"/>
          <p:cNvCxnSpPr>
            <a:stCxn id="612" idx="0"/>
            <a:endCxn id="603" idx="4"/>
          </p:cNvCxnSpPr>
          <p:nvPr/>
        </p:nvCxnSpPr>
        <p:spPr>
          <a:xfrm rot="10800000">
            <a:off x="3799900" y="24955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7"/>
          <p:cNvCxnSpPr>
            <a:stCxn id="613" idx="0"/>
            <a:endCxn id="605" idx="4"/>
          </p:cNvCxnSpPr>
          <p:nvPr/>
        </p:nvCxnSpPr>
        <p:spPr>
          <a:xfrm rot="10800000">
            <a:off x="6085900" y="24955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37"/>
          <p:cNvCxnSpPr>
            <a:stCxn id="615" idx="0"/>
            <a:endCxn id="607" idx="4"/>
          </p:cNvCxnSpPr>
          <p:nvPr/>
        </p:nvCxnSpPr>
        <p:spPr>
          <a:xfrm rot="10800000">
            <a:off x="3037900" y="31051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7"/>
          <p:cNvCxnSpPr>
            <a:stCxn id="619" idx="0"/>
            <a:endCxn id="604" idx="4"/>
          </p:cNvCxnSpPr>
          <p:nvPr/>
        </p:nvCxnSpPr>
        <p:spPr>
          <a:xfrm rot="10800000">
            <a:off x="5323900" y="31051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37"/>
          <p:cNvSpPr/>
          <p:nvPr/>
        </p:nvSpPr>
        <p:spPr>
          <a:xfrm>
            <a:off x="2885500" y="2800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24" name="Google Shape;624;p37"/>
          <p:cNvGrpSpPr/>
          <p:nvPr/>
        </p:nvGrpSpPr>
        <p:grpSpPr>
          <a:xfrm flipH="1">
            <a:off x="2656900" y="2613050"/>
            <a:ext cx="382800" cy="2282400"/>
            <a:chOff x="3037900" y="1698650"/>
            <a:chExt cx="382800" cy="2282400"/>
          </a:xfrm>
        </p:grpSpPr>
        <p:sp>
          <p:nvSpPr>
            <p:cNvPr id="625" name="Google Shape;625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26" name="Google Shape;626;p37"/>
            <p:cNvCxnSpPr>
              <a:stCxn id="625" idx="2"/>
              <a:endCxn id="627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7" name="Google Shape;627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8" name="Google Shape;628;p37"/>
          <p:cNvGrpSpPr/>
          <p:nvPr/>
        </p:nvGrpSpPr>
        <p:grpSpPr>
          <a:xfrm>
            <a:off x="5323900" y="2613050"/>
            <a:ext cx="382800" cy="2282400"/>
            <a:chOff x="3037900" y="1698650"/>
            <a:chExt cx="382800" cy="2282400"/>
          </a:xfrm>
        </p:grpSpPr>
        <p:sp>
          <p:nvSpPr>
            <p:cNvPr id="629" name="Google Shape;629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30" name="Google Shape;630;p37"/>
            <p:cNvCxnSpPr>
              <a:stCxn id="629" idx="2"/>
              <a:endCxn id="631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1" name="Google Shape;631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2" name="Google Shape;632;p37"/>
          <p:cNvGrpSpPr/>
          <p:nvPr/>
        </p:nvGrpSpPr>
        <p:grpSpPr>
          <a:xfrm flipH="1">
            <a:off x="3418900" y="2003450"/>
            <a:ext cx="382800" cy="2282400"/>
            <a:chOff x="3037900" y="1698650"/>
            <a:chExt cx="382800" cy="2282400"/>
          </a:xfrm>
        </p:grpSpPr>
        <p:sp>
          <p:nvSpPr>
            <p:cNvPr id="633" name="Google Shape;633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34" name="Google Shape;634;p37"/>
            <p:cNvCxnSpPr>
              <a:stCxn id="633" idx="2"/>
              <a:endCxn id="635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5" name="Google Shape;635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6" name="Google Shape;636;p37"/>
          <p:cNvGrpSpPr/>
          <p:nvPr/>
        </p:nvGrpSpPr>
        <p:grpSpPr>
          <a:xfrm>
            <a:off x="6085900" y="2003450"/>
            <a:ext cx="382800" cy="2282400"/>
            <a:chOff x="3037900" y="1698650"/>
            <a:chExt cx="382800" cy="2282400"/>
          </a:xfrm>
        </p:grpSpPr>
        <p:sp>
          <p:nvSpPr>
            <p:cNvPr id="637" name="Google Shape;637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38" name="Google Shape;638;p37"/>
            <p:cNvCxnSpPr>
              <a:stCxn id="637" idx="2"/>
              <a:endCxn id="639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9" name="Google Shape;639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0" name="Google Shape;640;p37"/>
          <p:cNvGrpSpPr/>
          <p:nvPr/>
        </p:nvGrpSpPr>
        <p:grpSpPr>
          <a:xfrm>
            <a:off x="2779439" y="4340650"/>
            <a:ext cx="2805300" cy="214200"/>
            <a:chOff x="2779439" y="3426250"/>
            <a:chExt cx="2805300" cy="214200"/>
          </a:xfrm>
        </p:grpSpPr>
        <p:sp>
          <p:nvSpPr>
            <p:cNvPr id="641" name="Google Shape;641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2" name="Google Shape;642;p37"/>
            <p:cNvCxnSpPr>
              <a:stCxn id="641" idx="2"/>
              <a:endCxn id="643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3" name="Google Shape;643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19" name="Google Shape;619;p37"/>
          <p:cNvSpPr/>
          <p:nvPr/>
        </p:nvSpPr>
        <p:spPr>
          <a:xfrm>
            <a:off x="5171500" y="4400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7"/>
          <p:cNvSpPr/>
          <p:nvPr/>
        </p:nvSpPr>
        <p:spPr>
          <a:xfrm>
            <a:off x="2885500" y="4400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4" name="Google Shape;644;p37"/>
          <p:cNvGrpSpPr/>
          <p:nvPr/>
        </p:nvGrpSpPr>
        <p:grpSpPr>
          <a:xfrm>
            <a:off x="3541439" y="3731050"/>
            <a:ext cx="2805300" cy="214200"/>
            <a:chOff x="2779439" y="3426250"/>
            <a:chExt cx="2805300" cy="214200"/>
          </a:xfrm>
        </p:grpSpPr>
        <p:sp>
          <p:nvSpPr>
            <p:cNvPr id="645" name="Google Shape;645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6" name="Google Shape;646;p37"/>
            <p:cNvCxnSpPr>
              <a:stCxn id="645" idx="2"/>
              <a:endCxn id="647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7" name="Google Shape;647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8" name="Google Shape;648;p37"/>
          <p:cNvGrpSpPr/>
          <p:nvPr/>
        </p:nvGrpSpPr>
        <p:grpSpPr>
          <a:xfrm>
            <a:off x="2779439" y="2740450"/>
            <a:ext cx="2805300" cy="214200"/>
            <a:chOff x="2779439" y="3426250"/>
            <a:chExt cx="2805300" cy="214200"/>
          </a:xfrm>
        </p:grpSpPr>
        <p:sp>
          <p:nvSpPr>
            <p:cNvPr id="649" name="Google Shape;649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50" name="Google Shape;650;p37"/>
            <p:cNvCxnSpPr>
              <a:stCxn id="649" idx="2"/>
              <a:endCxn id="651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1" name="Google Shape;651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2" name="Google Shape;652;p37"/>
          <p:cNvGrpSpPr/>
          <p:nvPr/>
        </p:nvGrpSpPr>
        <p:grpSpPr>
          <a:xfrm>
            <a:off x="3541439" y="2130850"/>
            <a:ext cx="2805300" cy="214200"/>
            <a:chOff x="2779439" y="3426250"/>
            <a:chExt cx="2805300" cy="214200"/>
          </a:xfrm>
        </p:grpSpPr>
        <p:sp>
          <p:nvSpPr>
            <p:cNvPr id="653" name="Google Shape;653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54" name="Google Shape;654;p37"/>
            <p:cNvCxnSpPr>
              <a:stCxn id="653" idx="2"/>
              <a:endCxn id="655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5" name="Google Shape;655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56" name="Google Shape;656;p37"/>
          <p:cNvCxnSpPr>
            <a:stCxn id="605" idx="2"/>
            <a:endCxn id="598" idx="6"/>
          </p:cNvCxnSpPr>
          <p:nvPr/>
        </p:nvCxnSpPr>
        <p:spPr>
          <a:xfrm rot="10800000">
            <a:off x="5095300" y="23431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7"/>
          <p:cNvCxnSpPr>
            <a:stCxn id="604" idx="2"/>
            <a:endCxn id="609" idx="6"/>
          </p:cNvCxnSpPr>
          <p:nvPr/>
        </p:nvCxnSpPr>
        <p:spPr>
          <a:xfrm rot="10800000">
            <a:off x="4333300" y="29527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7"/>
          <p:cNvCxnSpPr>
            <a:stCxn id="613" idx="2"/>
            <a:endCxn id="599" idx="6"/>
          </p:cNvCxnSpPr>
          <p:nvPr/>
        </p:nvCxnSpPr>
        <p:spPr>
          <a:xfrm rot="10800000">
            <a:off x="5095300" y="39433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7"/>
          <p:cNvCxnSpPr>
            <a:stCxn id="619" idx="2"/>
            <a:endCxn id="600" idx="6"/>
          </p:cNvCxnSpPr>
          <p:nvPr/>
        </p:nvCxnSpPr>
        <p:spPr>
          <a:xfrm rot="10800000">
            <a:off x="4333300" y="45529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37"/>
          <p:cNvSpPr/>
          <p:nvPr/>
        </p:nvSpPr>
        <p:spPr>
          <a:xfrm>
            <a:off x="4028500" y="2800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65" name="Google Shape;665;p3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Collective Communication: Definition</a:t>
            </a:r>
            <a:endParaRPr/>
          </a:p>
        </p:txBody>
      </p:sp>
      <p:sp>
        <p:nvSpPr>
          <p:cNvPr id="666" name="Google Shape;666;p3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Collective communication</a:t>
            </a:r>
            <a:r>
              <a:rPr lang="en"/>
              <a:t>: A group of nodes that exchange data in a coordinated manner as part of a group computation.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nodes work together to achieve a common goal.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nodes have to exchange data during that process.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Brief history: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Originally developed for supercomputers.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an active area of research again in the context of AI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implementations: NCCL (Nvidia), MSCCL (Microsoft),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NCCL code is available online if you're curious.</a:t>
            </a:r>
            <a:endParaRPr/>
          </a:p>
        </p:txBody>
      </p:sp>
      <p:sp>
        <p:nvSpPr>
          <p:cNvPr id="672" name="Google Shape;672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Collective Communication: Definition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Collective Communication Different?</a:t>
            </a:r>
            <a:endParaRPr/>
          </a:p>
        </p:txBody>
      </p:sp>
      <p:sp>
        <p:nvSpPr>
          <p:cNvPr id="678" name="Google Shape;678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Highly structured communication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Internet: Hosts communicate whenever they want.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Collectives: We know about a tightly-scripted set of exchanges that must occur.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Dedicated network infrastructure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Internet: Many applications/tenants/users running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Collectives: The AI training job is the only job running.</a:t>
            </a:r>
            <a:br>
              <a:rPr lang="en"/>
            </a:br>
            <a:r>
              <a:rPr lang="en"/>
              <a:t>This lets us plan out how much bandwidth will be used ahead of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Data is transformed as it's exchanged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Internet: The data sent is identical to the data received.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Collectives: Nodes perform computation as the data is forwarded across nodes.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Collective Communication: Operations</a:t>
            </a:r>
            <a:endParaRPr/>
          </a:p>
        </p:txBody>
      </p:sp>
      <p:sp>
        <p:nvSpPr>
          <p:cNvPr id="684" name="Google Shape;684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Collective operations</a:t>
            </a:r>
            <a:r>
              <a:rPr lang="en"/>
              <a:t>: A set of basic communication patterns.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invoke these basic operations to implement their desired communication.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of these as the "API" for distributed communication.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focus: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What</a:t>
            </a:r>
            <a:r>
              <a:rPr lang="en"/>
              <a:t>: The definitions of these collectives, e.g. inputs and outputs.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How</a:t>
            </a:r>
            <a:r>
              <a:rPr lang="en"/>
              <a:t>: How these collectives are implemented in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Why</a:t>
            </a:r>
            <a:r>
              <a:rPr lang="en"/>
              <a:t>: We won't discuss why AI training can be </a:t>
            </a:r>
            <a:r>
              <a:rPr lang="en"/>
              <a:t>broken</a:t>
            </a:r>
            <a:r>
              <a:rPr lang="en"/>
              <a:t> down into </a:t>
            </a:r>
            <a:r>
              <a:rPr lang="en"/>
              <a:t>these</a:t>
            </a:r>
            <a:r>
              <a:rPr lang="en"/>
              <a:t> operations.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Collective Communication: Setup</a:t>
            </a:r>
            <a:endParaRPr/>
          </a:p>
        </p:txBody>
      </p:sp>
      <p:sp>
        <p:nvSpPr>
          <p:cNvPr id="690" name="Google Shape;690;p42"/>
          <p:cNvSpPr txBox="1"/>
          <p:nvPr>
            <p:ph idx="1" type="body"/>
          </p:nvPr>
        </p:nvSpPr>
        <p:spPr>
          <a:xfrm>
            <a:off x="107050" y="402200"/>
            <a:ext cx="8909700" cy="19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</a:t>
            </a:r>
            <a:r>
              <a:rPr i="1" lang="en"/>
              <a:t>p</a:t>
            </a:r>
            <a:r>
              <a:rPr lang="en"/>
              <a:t> nodes. </a:t>
            </a:r>
            <a:r>
              <a:rPr lang="en"/>
              <a:t>Each node specifies a </a:t>
            </a:r>
            <a:r>
              <a:rPr i="1" lang="en"/>
              <a:t>p</a:t>
            </a:r>
            <a:r>
              <a:rPr lang="en"/>
              <a:t>-element vector of input data, and receives a </a:t>
            </a:r>
            <a:r>
              <a:rPr i="1" lang="en"/>
              <a:t>p</a:t>
            </a:r>
            <a:r>
              <a:rPr lang="en"/>
              <a:t>-element vector of output data.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vector element could be an integer, a chunk of training data,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</a:t>
            </a:r>
            <a:r>
              <a:rPr lang="en"/>
              <a:t>operation</a:t>
            </a:r>
            <a:r>
              <a:rPr lang="en"/>
              <a:t> </a:t>
            </a:r>
            <a:r>
              <a:rPr lang="en"/>
              <a:t>specifies</a:t>
            </a:r>
            <a:r>
              <a:rPr lang="en"/>
              <a:t> what output values should be sent to each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data could be transformed in the output, e.g. summing vector elements.</a:t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3266431" y="334891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42"/>
          <p:cNvSpPr/>
          <p:nvPr/>
        </p:nvSpPr>
        <p:spPr>
          <a:xfrm>
            <a:off x="3266425" y="309771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3266435" y="284651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3266429" y="2595314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4316956" y="33488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42"/>
          <p:cNvSpPr/>
          <p:nvPr/>
        </p:nvSpPr>
        <p:spPr>
          <a:xfrm>
            <a:off x="4316950" y="30977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42"/>
          <p:cNvSpPr/>
          <p:nvPr/>
        </p:nvSpPr>
        <p:spPr>
          <a:xfrm>
            <a:off x="4316960" y="28465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42"/>
          <p:cNvSpPr/>
          <p:nvPr/>
        </p:nvSpPr>
        <p:spPr>
          <a:xfrm>
            <a:off x="4316954" y="259530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42"/>
          <p:cNvSpPr/>
          <p:nvPr/>
        </p:nvSpPr>
        <p:spPr>
          <a:xfrm>
            <a:off x="5367475" y="334889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42"/>
          <p:cNvSpPr/>
          <p:nvPr/>
        </p:nvSpPr>
        <p:spPr>
          <a:xfrm>
            <a:off x="5367469" y="30977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42"/>
          <p:cNvSpPr/>
          <p:nvPr/>
        </p:nvSpPr>
        <p:spPr>
          <a:xfrm>
            <a:off x="5367479" y="28465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42"/>
          <p:cNvSpPr/>
          <p:nvPr/>
        </p:nvSpPr>
        <p:spPr>
          <a:xfrm>
            <a:off x="5367473" y="259530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6417994" y="334889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42"/>
          <p:cNvSpPr/>
          <p:nvPr/>
        </p:nvSpPr>
        <p:spPr>
          <a:xfrm>
            <a:off x="6417988" y="30977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42"/>
          <p:cNvSpPr/>
          <p:nvPr/>
        </p:nvSpPr>
        <p:spPr>
          <a:xfrm>
            <a:off x="6417998" y="28465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6417992" y="259530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42"/>
          <p:cNvSpPr txBox="1"/>
          <p:nvPr/>
        </p:nvSpPr>
        <p:spPr>
          <a:xfrm>
            <a:off x="3412509" y="3747433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42"/>
          <p:cNvSpPr txBox="1"/>
          <p:nvPr/>
        </p:nvSpPr>
        <p:spPr>
          <a:xfrm>
            <a:off x="4463053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2"/>
          <p:cNvSpPr txBox="1"/>
          <p:nvPr/>
        </p:nvSpPr>
        <p:spPr>
          <a:xfrm>
            <a:off x="5513560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42"/>
          <p:cNvSpPr txBox="1"/>
          <p:nvPr/>
        </p:nvSpPr>
        <p:spPr>
          <a:xfrm>
            <a:off x="6564066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42"/>
          <p:cNvSpPr/>
          <p:nvPr/>
        </p:nvSpPr>
        <p:spPr>
          <a:xfrm>
            <a:off x="3266431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42"/>
          <p:cNvSpPr/>
          <p:nvPr/>
        </p:nvSpPr>
        <p:spPr>
          <a:xfrm>
            <a:off x="326642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326643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42"/>
          <p:cNvSpPr/>
          <p:nvPr/>
        </p:nvSpPr>
        <p:spPr>
          <a:xfrm>
            <a:off x="326642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4314973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42"/>
          <p:cNvSpPr/>
          <p:nvPr/>
        </p:nvSpPr>
        <p:spPr>
          <a:xfrm>
            <a:off x="4314967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42"/>
          <p:cNvSpPr/>
          <p:nvPr/>
        </p:nvSpPr>
        <p:spPr>
          <a:xfrm>
            <a:off x="4314977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42"/>
          <p:cNvSpPr/>
          <p:nvPr/>
        </p:nvSpPr>
        <p:spPr>
          <a:xfrm>
            <a:off x="4314972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42"/>
          <p:cNvSpPr/>
          <p:nvPr/>
        </p:nvSpPr>
        <p:spPr>
          <a:xfrm>
            <a:off x="5363540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42"/>
          <p:cNvSpPr/>
          <p:nvPr/>
        </p:nvSpPr>
        <p:spPr>
          <a:xfrm>
            <a:off x="536353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1" name="Google Shape;721;p42"/>
          <p:cNvSpPr/>
          <p:nvPr/>
        </p:nvSpPr>
        <p:spPr>
          <a:xfrm>
            <a:off x="536354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42"/>
          <p:cNvSpPr/>
          <p:nvPr/>
        </p:nvSpPr>
        <p:spPr>
          <a:xfrm>
            <a:off x="536353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42"/>
          <p:cNvSpPr/>
          <p:nvPr/>
        </p:nvSpPr>
        <p:spPr>
          <a:xfrm>
            <a:off x="6417995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42"/>
          <p:cNvSpPr/>
          <p:nvPr/>
        </p:nvSpPr>
        <p:spPr>
          <a:xfrm>
            <a:off x="6417989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42"/>
          <p:cNvSpPr/>
          <p:nvPr/>
        </p:nvSpPr>
        <p:spPr>
          <a:xfrm>
            <a:off x="6418000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42"/>
          <p:cNvSpPr/>
          <p:nvPr/>
        </p:nvSpPr>
        <p:spPr>
          <a:xfrm>
            <a:off x="6417994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7" name="Google Shape;727;p42"/>
          <p:cNvCxnSpPr/>
          <p:nvPr/>
        </p:nvCxnSpPr>
        <p:spPr>
          <a:xfrm flipH="1">
            <a:off x="7499037" y="326032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8" name="Google Shape;728;p42"/>
          <p:cNvSpPr txBox="1"/>
          <p:nvPr/>
        </p:nvSpPr>
        <p:spPr>
          <a:xfrm>
            <a:off x="7775480" y="3854625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42"/>
          <p:cNvSpPr txBox="1"/>
          <p:nvPr/>
        </p:nvSpPr>
        <p:spPr>
          <a:xfrm>
            <a:off x="234608" y="3905575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Each node receives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output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a memory address, and receive output at that write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42"/>
          <p:cNvSpPr txBox="1"/>
          <p:nvPr/>
        </p:nvSpPr>
        <p:spPr>
          <a:xfrm>
            <a:off x="232613" y="2419338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Each node specifies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input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the memory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address of a read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42"/>
          <p:cNvSpPr txBox="1"/>
          <p:nvPr/>
        </p:nvSpPr>
        <p:spPr>
          <a:xfrm>
            <a:off x="3412509" y="2410624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42"/>
          <p:cNvSpPr txBox="1"/>
          <p:nvPr/>
        </p:nvSpPr>
        <p:spPr>
          <a:xfrm>
            <a:off x="4463053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42"/>
          <p:cNvSpPr txBox="1"/>
          <p:nvPr/>
        </p:nvSpPr>
        <p:spPr>
          <a:xfrm>
            <a:off x="5513560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42"/>
          <p:cNvSpPr txBox="1"/>
          <p:nvPr/>
        </p:nvSpPr>
        <p:spPr>
          <a:xfrm>
            <a:off x="6564066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42"/>
          <p:cNvSpPr txBox="1"/>
          <p:nvPr/>
        </p:nvSpPr>
        <p:spPr>
          <a:xfrm>
            <a:off x="7775475" y="2698950"/>
            <a:ext cx="11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 in this example.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Collective Communication: Setup</a:t>
            </a:r>
            <a:endParaRPr/>
          </a:p>
        </p:txBody>
      </p:sp>
      <p:sp>
        <p:nvSpPr>
          <p:cNvPr id="741" name="Google Shape;741;p43"/>
          <p:cNvSpPr txBox="1"/>
          <p:nvPr>
            <p:ph idx="1" type="body"/>
          </p:nvPr>
        </p:nvSpPr>
        <p:spPr>
          <a:xfrm>
            <a:off x="107050" y="402200"/>
            <a:ext cx="8909700" cy="19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the operation, a centralized controller does some setup.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each node its number ("you are Node 1").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each node the value of</a:t>
            </a:r>
            <a:r>
              <a:rPr i="1" lang="en"/>
              <a:t> p</a:t>
            </a:r>
            <a:r>
              <a:rPr lang="en"/>
              <a:t> ("there are 4 nodes in total").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Specify the memory addresses of the read buffer and write buffer.</a:t>
            </a:r>
            <a:endParaRPr/>
          </a:p>
        </p:txBody>
      </p:sp>
      <p:sp>
        <p:nvSpPr>
          <p:cNvPr id="742" name="Google Shape;742;p43"/>
          <p:cNvSpPr/>
          <p:nvPr/>
        </p:nvSpPr>
        <p:spPr>
          <a:xfrm>
            <a:off x="3266431" y="334891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43"/>
          <p:cNvSpPr/>
          <p:nvPr/>
        </p:nvSpPr>
        <p:spPr>
          <a:xfrm>
            <a:off x="3266425" y="309771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43"/>
          <p:cNvSpPr/>
          <p:nvPr/>
        </p:nvSpPr>
        <p:spPr>
          <a:xfrm>
            <a:off x="3266435" y="284651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43"/>
          <p:cNvSpPr/>
          <p:nvPr/>
        </p:nvSpPr>
        <p:spPr>
          <a:xfrm>
            <a:off x="3266429" y="2595314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43"/>
          <p:cNvSpPr/>
          <p:nvPr/>
        </p:nvSpPr>
        <p:spPr>
          <a:xfrm>
            <a:off x="4316956" y="33488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43"/>
          <p:cNvSpPr/>
          <p:nvPr/>
        </p:nvSpPr>
        <p:spPr>
          <a:xfrm>
            <a:off x="4316950" y="30977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43"/>
          <p:cNvSpPr/>
          <p:nvPr/>
        </p:nvSpPr>
        <p:spPr>
          <a:xfrm>
            <a:off x="4316960" y="28465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43"/>
          <p:cNvSpPr/>
          <p:nvPr/>
        </p:nvSpPr>
        <p:spPr>
          <a:xfrm>
            <a:off x="4316954" y="259530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5367475" y="334889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43"/>
          <p:cNvSpPr/>
          <p:nvPr/>
        </p:nvSpPr>
        <p:spPr>
          <a:xfrm>
            <a:off x="5367469" y="30977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5367479" y="28465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3" name="Google Shape;753;p43"/>
          <p:cNvSpPr/>
          <p:nvPr/>
        </p:nvSpPr>
        <p:spPr>
          <a:xfrm>
            <a:off x="5367473" y="259530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43"/>
          <p:cNvSpPr/>
          <p:nvPr/>
        </p:nvSpPr>
        <p:spPr>
          <a:xfrm>
            <a:off x="6417994" y="334889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43"/>
          <p:cNvSpPr/>
          <p:nvPr/>
        </p:nvSpPr>
        <p:spPr>
          <a:xfrm>
            <a:off x="6417988" y="30977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6417998" y="28465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6417992" y="259530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43"/>
          <p:cNvSpPr txBox="1"/>
          <p:nvPr/>
        </p:nvSpPr>
        <p:spPr>
          <a:xfrm>
            <a:off x="3412509" y="3747433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43"/>
          <p:cNvSpPr txBox="1"/>
          <p:nvPr/>
        </p:nvSpPr>
        <p:spPr>
          <a:xfrm>
            <a:off x="4463053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43"/>
          <p:cNvSpPr txBox="1"/>
          <p:nvPr/>
        </p:nvSpPr>
        <p:spPr>
          <a:xfrm>
            <a:off x="5513560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43"/>
          <p:cNvSpPr txBox="1"/>
          <p:nvPr/>
        </p:nvSpPr>
        <p:spPr>
          <a:xfrm>
            <a:off x="6564066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3266431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43"/>
          <p:cNvSpPr/>
          <p:nvPr/>
        </p:nvSpPr>
        <p:spPr>
          <a:xfrm>
            <a:off x="326642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43"/>
          <p:cNvSpPr/>
          <p:nvPr/>
        </p:nvSpPr>
        <p:spPr>
          <a:xfrm>
            <a:off x="326643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326642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4314973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43"/>
          <p:cNvSpPr/>
          <p:nvPr/>
        </p:nvSpPr>
        <p:spPr>
          <a:xfrm>
            <a:off x="4314967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8" name="Google Shape;768;p43"/>
          <p:cNvSpPr/>
          <p:nvPr/>
        </p:nvSpPr>
        <p:spPr>
          <a:xfrm>
            <a:off x="4314977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4314972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43"/>
          <p:cNvSpPr/>
          <p:nvPr/>
        </p:nvSpPr>
        <p:spPr>
          <a:xfrm>
            <a:off x="5363540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43"/>
          <p:cNvSpPr/>
          <p:nvPr/>
        </p:nvSpPr>
        <p:spPr>
          <a:xfrm>
            <a:off x="536353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43"/>
          <p:cNvSpPr/>
          <p:nvPr/>
        </p:nvSpPr>
        <p:spPr>
          <a:xfrm>
            <a:off x="536354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43"/>
          <p:cNvSpPr/>
          <p:nvPr/>
        </p:nvSpPr>
        <p:spPr>
          <a:xfrm>
            <a:off x="536353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43"/>
          <p:cNvSpPr/>
          <p:nvPr/>
        </p:nvSpPr>
        <p:spPr>
          <a:xfrm>
            <a:off x="6417995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43"/>
          <p:cNvSpPr/>
          <p:nvPr/>
        </p:nvSpPr>
        <p:spPr>
          <a:xfrm>
            <a:off x="6417989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43"/>
          <p:cNvSpPr/>
          <p:nvPr/>
        </p:nvSpPr>
        <p:spPr>
          <a:xfrm>
            <a:off x="6418000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43"/>
          <p:cNvSpPr/>
          <p:nvPr/>
        </p:nvSpPr>
        <p:spPr>
          <a:xfrm>
            <a:off x="6417994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8" name="Google Shape;778;p43"/>
          <p:cNvCxnSpPr/>
          <p:nvPr/>
        </p:nvCxnSpPr>
        <p:spPr>
          <a:xfrm flipH="1">
            <a:off x="7499037" y="326032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43"/>
          <p:cNvSpPr txBox="1"/>
          <p:nvPr/>
        </p:nvSpPr>
        <p:spPr>
          <a:xfrm>
            <a:off x="7775480" y="3854625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43"/>
          <p:cNvSpPr txBox="1"/>
          <p:nvPr/>
        </p:nvSpPr>
        <p:spPr>
          <a:xfrm>
            <a:off x="234608" y="3905575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Each node receives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output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a memory address, and receive output at that write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3"/>
          <p:cNvSpPr txBox="1"/>
          <p:nvPr/>
        </p:nvSpPr>
        <p:spPr>
          <a:xfrm>
            <a:off x="232613" y="2419338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Each node specifies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input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the memory address of a read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43"/>
          <p:cNvSpPr txBox="1"/>
          <p:nvPr/>
        </p:nvSpPr>
        <p:spPr>
          <a:xfrm>
            <a:off x="3412509" y="2410624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43"/>
          <p:cNvSpPr txBox="1"/>
          <p:nvPr/>
        </p:nvSpPr>
        <p:spPr>
          <a:xfrm>
            <a:off x="4463053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43"/>
          <p:cNvSpPr txBox="1"/>
          <p:nvPr/>
        </p:nvSpPr>
        <p:spPr>
          <a:xfrm>
            <a:off x="5513560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43"/>
          <p:cNvSpPr txBox="1"/>
          <p:nvPr/>
        </p:nvSpPr>
        <p:spPr>
          <a:xfrm>
            <a:off x="6564066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43"/>
          <p:cNvSpPr txBox="1"/>
          <p:nvPr/>
        </p:nvSpPr>
        <p:spPr>
          <a:xfrm>
            <a:off x="7775475" y="2698950"/>
            <a:ext cx="11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 in this example.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Collective Communication: Setup</a:t>
            </a:r>
            <a:endParaRPr/>
          </a:p>
        </p:txBody>
      </p:sp>
      <p:sp>
        <p:nvSpPr>
          <p:cNvPr id="792" name="Google Shape;792;p44"/>
          <p:cNvSpPr txBox="1"/>
          <p:nvPr>
            <p:ph idx="1" type="body"/>
          </p:nvPr>
        </p:nvSpPr>
        <p:spPr>
          <a:xfrm>
            <a:off x="107050" y="402200"/>
            <a:ext cx="8909700" cy="19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During the operation, nodes exchange data to produce the desired output.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</a:t>
            </a:r>
            <a:r>
              <a:rPr lang="en"/>
              <a:t>ach node calls the operation, in parallel,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operation is blocking: Must wait for all nodes to finish before we can proceed to the next task.</a:t>
            </a:r>
            <a:endParaRPr/>
          </a:p>
        </p:txBody>
      </p:sp>
      <p:sp>
        <p:nvSpPr>
          <p:cNvPr id="793" name="Google Shape;793;p44"/>
          <p:cNvSpPr/>
          <p:nvPr/>
        </p:nvSpPr>
        <p:spPr>
          <a:xfrm>
            <a:off x="3266431" y="334891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44"/>
          <p:cNvSpPr/>
          <p:nvPr/>
        </p:nvSpPr>
        <p:spPr>
          <a:xfrm>
            <a:off x="3266425" y="309771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44"/>
          <p:cNvSpPr/>
          <p:nvPr/>
        </p:nvSpPr>
        <p:spPr>
          <a:xfrm>
            <a:off x="3266435" y="284651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6" name="Google Shape;796;p44"/>
          <p:cNvSpPr/>
          <p:nvPr/>
        </p:nvSpPr>
        <p:spPr>
          <a:xfrm>
            <a:off x="3266429" y="2595314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44"/>
          <p:cNvSpPr/>
          <p:nvPr/>
        </p:nvSpPr>
        <p:spPr>
          <a:xfrm>
            <a:off x="4316956" y="33488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4316950" y="30977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9" name="Google Shape;799;p44"/>
          <p:cNvSpPr/>
          <p:nvPr/>
        </p:nvSpPr>
        <p:spPr>
          <a:xfrm>
            <a:off x="4316960" y="28465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p44"/>
          <p:cNvSpPr/>
          <p:nvPr/>
        </p:nvSpPr>
        <p:spPr>
          <a:xfrm>
            <a:off x="4316954" y="259530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1" name="Google Shape;801;p44"/>
          <p:cNvSpPr/>
          <p:nvPr/>
        </p:nvSpPr>
        <p:spPr>
          <a:xfrm>
            <a:off x="5367475" y="334889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44"/>
          <p:cNvSpPr/>
          <p:nvPr/>
        </p:nvSpPr>
        <p:spPr>
          <a:xfrm>
            <a:off x="5367469" y="30977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44"/>
          <p:cNvSpPr/>
          <p:nvPr/>
        </p:nvSpPr>
        <p:spPr>
          <a:xfrm>
            <a:off x="5367479" y="28465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44"/>
          <p:cNvSpPr/>
          <p:nvPr/>
        </p:nvSpPr>
        <p:spPr>
          <a:xfrm>
            <a:off x="5367473" y="259530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5" name="Google Shape;805;p44"/>
          <p:cNvSpPr/>
          <p:nvPr/>
        </p:nvSpPr>
        <p:spPr>
          <a:xfrm>
            <a:off x="6417994" y="334889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p44"/>
          <p:cNvSpPr/>
          <p:nvPr/>
        </p:nvSpPr>
        <p:spPr>
          <a:xfrm>
            <a:off x="6417988" y="30977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44"/>
          <p:cNvSpPr/>
          <p:nvPr/>
        </p:nvSpPr>
        <p:spPr>
          <a:xfrm>
            <a:off x="6417998" y="28465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8" name="Google Shape;808;p44"/>
          <p:cNvSpPr/>
          <p:nvPr/>
        </p:nvSpPr>
        <p:spPr>
          <a:xfrm>
            <a:off x="6417992" y="259530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44"/>
          <p:cNvSpPr txBox="1"/>
          <p:nvPr/>
        </p:nvSpPr>
        <p:spPr>
          <a:xfrm>
            <a:off x="3412509" y="3747433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44"/>
          <p:cNvSpPr txBox="1"/>
          <p:nvPr/>
        </p:nvSpPr>
        <p:spPr>
          <a:xfrm>
            <a:off x="4463053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44"/>
          <p:cNvSpPr txBox="1"/>
          <p:nvPr/>
        </p:nvSpPr>
        <p:spPr>
          <a:xfrm>
            <a:off x="5513560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44"/>
          <p:cNvSpPr txBox="1"/>
          <p:nvPr/>
        </p:nvSpPr>
        <p:spPr>
          <a:xfrm>
            <a:off x="6564066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44"/>
          <p:cNvSpPr/>
          <p:nvPr/>
        </p:nvSpPr>
        <p:spPr>
          <a:xfrm>
            <a:off x="3266431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44"/>
          <p:cNvSpPr/>
          <p:nvPr/>
        </p:nvSpPr>
        <p:spPr>
          <a:xfrm>
            <a:off x="326642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44"/>
          <p:cNvSpPr/>
          <p:nvPr/>
        </p:nvSpPr>
        <p:spPr>
          <a:xfrm>
            <a:off x="326643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44"/>
          <p:cNvSpPr/>
          <p:nvPr/>
        </p:nvSpPr>
        <p:spPr>
          <a:xfrm>
            <a:off x="326642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4314973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44"/>
          <p:cNvSpPr/>
          <p:nvPr/>
        </p:nvSpPr>
        <p:spPr>
          <a:xfrm>
            <a:off x="4314967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44"/>
          <p:cNvSpPr/>
          <p:nvPr/>
        </p:nvSpPr>
        <p:spPr>
          <a:xfrm>
            <a:off x="4314977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44"/>
          <p:cNvSpPr/>
          <p:nvPr/>
        </p:nvSpPr>
        <p:spPr>
          <a:xfrm>
            <a:off x="4314972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44"/>
          <p:cNvSpPr/>
          <p:nvPr/>
        </p:nvSpPr>
        <p:spPr>
          <a:xfrm>
            <a:off x="5363540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44"/>
          <p:cNvSpPr/>
          <p:nvPr/>
        </p:nvSpPr>
        <p:spPr>
          <a:xfrm>
            <a:off x="536353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44"/>
          <p:cNvSpPr/>
          <p:nvPr/>
        </p:nvSpPr>
        <p:spPr>
          <a:xfrm>
            <a:off x="536354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44"/>
          <p:cNvSpPr/>
          <p:nvPr/>
        </p:nvSpPr>
        <p:spPr>
          <a:xfrm>
            <a:off x="536353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44"/>
          <p:cNvSpPr/>
          <p:nvPr/>
        </p:nvSpPr>
        <p:spPr>
          <a:xfrm>
            <a:off x="6417995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44"/>
          <p:cNvSpPr/>
          <p:nvPr/>
        </p:nvSpPr>
        <p:spPr>
          <a:xfrm>
            <a:off x="6417989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44"/>
          <p:cNvSpPr/>
          <p:nvPr/>
        </p:nvSpPr>
        <p:spPr>
          <a:xfrm>
            <a:off x="6418000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44"/>
          <p:cNvSpPr/>
          <p:nvPr/>
        </p:nvSpPr>
        <p:spPr>
          <a:xfrm>
            <a:off x="6417994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9" name="Google Shape;829;p44"/>
          <p:cNvCxnSpPr/>
          <p:nvPr/>
        </p:nvCxnSpPr>
        <p:spPr>
          <a:xfrm flipH="1">
            <a:off x="7499037" y="326032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" name="Google Shape;830;p44"/>
          <p:cNvSpPr txBox="1"/>
          <p:nvPr/>
        </p:nvSpPr>
        <p:spPr>
          <a:xfrm>
            <a:off x="7775480" y="3854625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44"/>
          <p:cNvSpPr txBox="1"/>
          <p:nvPr/>
        </p:nvSpPr>
        <p:spPr>
          <a:xfrm>
            <a:off x="234608" y="3905575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Each node receives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output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a memory address, and receive output at that write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4"/>
          <p:cNvSpPr txBox="1"/>
          <p:nvPr/>
        </p:nvSpPr>
        <p:spPr>
          <a:xfrm>
            <a:off x="232613" y="2419338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Each node specifies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input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the memory address of a read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44"/>
          <p:cNvSpPr txBox="1"/>
          <p:nvPr/>
        </p:nvSpPr>
        <p:spPr>
          <a:xfrm>
            <a:off x="3412509" y="2410624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44"/>
          <p:cNvSpPr txBox="1"/>
          <p:nvPr/>
        </p:nvSpPr>
        <p:spPr>
          <a:xfrm>
            <a:off x="4463053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44"/>
          <p:cNvSpPr txBox="1"/>
          <p:nvPr/>
        </p:nvSpPr>
        <p:spPr>
          <a:xfrm>
            <a:off x="5513560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44"/>
          <p:cNvSpPr txBox="1"/>
          <p:nvPr/>
        </p:nvSpPr>
        <p:spPr>
          <a:xfrm>
            <a:off x="6564066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44"/>
          <p:cNvSpPr txBox="1"/>
          <p:nvPr/>
        </p:nvSpPr>
        <p:spPr>
          <a:xfrm>
            <a:off x="7775475" y="2698950"/>
            <a:ext cx="11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 in this example.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Collective Communication Definition: Recap</a:t>
            </a:r>
            <a:endParaRPr/>
          </a:p>
        </p:txBody>
      </p:sp>
      <p:sp>
        <p:nvSpPr>
          <p:cNvPr id="843" name="Google Shape;843;p4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recap, collective operations are: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Orchestrated</a:t>
            </a:r>
            <a:r>
              <a:rPr lang="en"/>
              <a:t>: A centralized controller plans out the job ahead of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Synchronized</a:t>
            </a:r>
            <a:r>
              <a:rPr lang="en"/>
              <a:t>: Every node starts the operation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Blocking</a:t>
            </a:r>
            <a:r>
              <a:rPr lang="en"/>
              <a:t>: Must wait for all nodes to finish before proceeding.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now define the 7 collective operations.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we'll define the inputs and outputs (the </a:t>
            </a:r>
            <a:r>
              <a:rPr i="1" lang="en"/>
              <a:t>what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we'll look at how the </a:t>
            </a:r>
            <a:r>
              <a:rPr lang="en"/>
              <a:t>operation</a:t>
            </a:r>
            <a:r>
              <a:rPr lang="en"/>
              <a:t> is implemented in the network (the </a:t>
            </a:r>
            <a:r>
              <a:rPr i="1" lang="en"/>
              <a:t>how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operations can roughly split into two categories: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Redistribution</a:t>
            </a:r>
            <a:r>
              <a:rPr lang="en"/>
              <a:t> operations move data around without transforming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Consolidation</a:t>
            </a:r>
            <a:r>
              <a:rPr lang="en"/>
              <a:t> operations aggregate many pieces of data into a single output.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Redistribution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4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Redistribution Operations</a:t>
            </a:r>
            <a:endParaRPr/>
          </a:p>
        </p:txBody>
      </p:sp>
      <p:sp>
        <p:nvSpPr>
          <p:cNvPr id="850" name="Google Shape;850;p4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7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target node sends its vector to everybody.</a:t>
            </a:r>
            <a:endParaRPr/>
          </a:p>
        </p:txBody>
      </p:sp>
      <p:sp>
        <p:nvSpPr>
          <p:cNvPr id="856" name="Google Shape;856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</a:t>
            </a:r>
            <a:endParaRPr/>
          </a:p>
        </p:txBody>
      </p:sp>
      <p:sp>
        <p:nvSpPr>
          <p:cNvPr id="857" name="Google Shape;857;p47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47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47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47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47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47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47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47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47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47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7" name="Google Shape;867;p47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8" name="Google Shape;868;p47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47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47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47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47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47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47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47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47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7" name="Google Shape;877;p47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8" name="Google Shape;878;p47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9" name="Google Shape;879;p47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47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1" name="Google Shape;881;p47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2" name="Google Shape;882;p47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p47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47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47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47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7" name="Google Shape;887;p47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8" name="Google Shape;888;p47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47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0" name="Google Shape;890;p47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47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47"/>
          <p:cNvSpPr/>
          <p:nvPr/>
        </p:nvSpPr>
        <p:spPr>
          <a:xfrm>
            <a:off x="568224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47"/>
          <p:cNvSpPr/>
          <p:nvPr/>
        </p:nvSpPr>
        <p:spPr>
          <a:xfrm>
            <a:off x="568223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4" name="Google Shape;894;p47"/>
          <p:cNvSpPr/>
          <p:nvPr/>
        </p:nvSpPr>
        <p:spPr>
          <a:xfrm>
            <a:off x="568224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47"/>
          <p:cNvSpPr/>
          <p:nvPr/>
        </p:nvSpPr>
        <p:spPr>
          <a:xfrm>
            <a:off x="568223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47"/>
          <p:cNvSpPr/>
          <p:nvPr/>
        </p:nvSpPr>
        <p:spPr>
          <a:xfrm>
            <a:off x="743484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7" name="Google Shape;897;p47"/>
          <p:cNvSpPr/>
          <p:nvPr/>
        </p:nvSpPr>
        <p:spPr>
          <a:xfrm>
            <a:off x="743483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47"/>
          <p:cNvSpPr/>
          <p:nvPr/>
        </p:nvSpPr>
        <p:spPr>
          <a:xfrm>
            <a:off x="743484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47"/>
          <p:cNvSpPr/>
          <p:nvPr/>
        </p:nvSpPr>
        <p:spPr>
          <a:xfrm>
            <a:off x="743483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47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8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target node sends its </a:t>
            </a:r>
            <a:r>
              <a:rPr i="1" lang="en"/>
              <a:t>i</a:t>
            </a:r>
            <a:r>
              <a:rPr lang="en"/>
              <a:t>th element to the </a:t>
            </a:r>
            <a:r>
              <a:rPr i="1" lang="en"/>
              <a:t>i</a:t>
            </a:r>
            <a:r>
              <a:rPr lang="en"/>
              <a:t>th node.</a:t>
            </a:r>
            <a:endParaRPr/>
          </a:p>
        </p:txBody>
      </p:sp>
      <p:sp>
        <p:nvSpPr>
          <p:cNvPr id="906" name="Google Shape;906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</a:t>
            </a:r>
            <a:endParaRPr/>
          </a:p>
        </p:txBody>
      </p:sp>
      <p:sp>
        <p:nvSpPr>
          <p:cNvPr id="907" name="Google Shape;907;p48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48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48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48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48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48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48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48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48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48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7" name="Google Shape;917;p48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48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48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48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48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48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48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48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48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48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48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48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48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48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48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48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48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48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48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48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48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48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48"/>
          <p:cNvSpPr/>
          <p:nvPr/>
        </p:nvSpPr>
        <p:spPr>
          <a:xfrm>
            <a:off x="5682215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48"/>
          <p:cNvSpPr/>
          <p:nvPr/>
        </p:nvSpPr>
        <p:spPr>
          <a:xfrm>
            <a:off x="5682206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48"/>
          <p:cNvSpPr/>
          <p:nvPr/>
        </p:nvSpPr>
        <p:spPr>
          <a:xfrm>
            <a:off x="56822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48"/>
          <p:cNvSpPr/>
          <p:nvPr/>
        </p:nvSpPr>
        <p:spPr>
          <a:xfrm>
            <a:off x="56822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48"/>
          <p:cNvSpPr/>
          <p:nvPr/>
        </p:nvSpPr>
        <p:spPr>
          <a:xfrm>
            <a:off x="7434815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48"/>
          <p:cNvSpPr/>
          <p:nvPr/>
        </p:nvSpPr>
        <p:spPr>
          <a:xfrm>
            <a:off x="7434806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48"/>
          <p:cNvSpPr/>
          <p:nvPr/>
        </p:nvSpPr>
        <p:spPr>
          <a:xfrm>
            <a:off x="74348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9" name="Google Shape;949;p48"/>
          <p:cNvSpPr/>
          <p:nvPr/>
        </p:nvSpPr>
        <p:spPr>
          <a:xfrm>
            <a:off x="74348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0" name="Google Shape;950;p48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9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Node </a:t>
            </a:r>
            <a:r>
              <a:rPr i="1" lang="en"/>
              <a:t>i</a:t>
            </a:r>
            <a:r>
              <a:rPr lang="en"/>
              <a:t> sends its </a:t>
            </a:r>
            <a:r>
              <a:rPr i="1" lang="en"/>
              <a:t>i</a:t>
            </a:r>
            <a:r>
              <a:rPr lang="en"/>
              <a:t>th element to the target node.</a:t>
            </a:r>
            <a:endParaRPr/>
          </a:p>
        </p:txBody>
      </p:sp>
      <p:sp>
        <p:nvSpPr>
          <p:cNvPr id="956" name="Google Shape;956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Gather</a:t>
            </a:r>
            <a:endParaRPr/>
          </a:p>
        </p:txBody>
      </p:sp>
      <p:sp>
        <p:nvSpPr>
          <p:cNvPr id="957" name="Google Shape;957;p49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49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49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49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49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49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49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49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49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49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7" name="Google Shape;967;p49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49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49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49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2" name="Google Shape;972;p49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49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49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49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9" name="Google Shape;979;p49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0" name="Google Shape;980;p49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1" name="Google Shape;981;p49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49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49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p49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49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6" name="Google Shape;986;p49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7" name="Google Shape;987;p49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49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49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49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49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49"/>
          <p:cNvSpPr/>
          <p:nvPr/>
        </p:nvSpPr>
        <p:spPr>
          <a:xfrm>
            <a:off x="5682215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49"/>
          <p:cNvSpPr/>
          <p:nvPr/>
        </p:nvSpPr>
        <p:spPr>
          <a:xfrm>
            <a:off x="5682206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56822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49"/>
          <p:cNvSpPr/>
          <p:nvPr/>
        </p:nvSpPr>
        <p:spPr>
          <a:xfrm>
            <a:off x="56822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6" name="Google Shape;996;p49"/>
          <p:cNvSpPr/>
          <p:nvPr/>
        </p:nvSpPr>
        <p:spPr>
          <a:xfrm>
            <a:off x="7434815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7" name="Google Shape;997;p49"/>
          <p:cNvSpPr/>
          <p:nvPr/>
        </p:nvSpPr>
        <p:spPr>
          <a:xfrm>
            <a:off x="7434806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49"/>
          <p:cNvSpPr/>
          <p:nvPr/>
        </p:nvSpPr>
        <p:spPr>
          <a:xfrm>
            <a:off x="74348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49"/>
          <p:cNvSpPr/>
          <p:nvPr/>
        </p:nvSpPr>
        <p:spPr>
          <a:xfrm>
            <a:off x="74348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49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Gather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0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Node </a:t>
            </a:r>
            <a:r>
              <a:rPr i="1" lang="en"/>
              <a:t>i</a:t>
            </a:r>
            <a:r>
              <a:rPr lang="en"/>
              <a:t> sends its </a:t>
            </a:r>
            <a:r>
              <a:rPr i="1" lang="en"/>
              <a:t>i</a:t>
            </a:r>
            <a:r>
              <a:rPr lang="en"/>
              <a:t>th element to everybody.</a:t>
            </a:r>
            <a:endParaRPr/>
          </a:p>
        </p:txBody>
      </p:sp>
      <p:sp>
        <p:nvSpPr>
          <p:cNvPr id="1006" name="Google Shape;1006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AllGather</a:t>
            </a:r>
            <a:endParaRPr/>
          </a:p>
        </p:txBody>
      </p:sp>
      <p:sp>
        <p:nvSpPr>
          <p:cNvPr id="1007" name="Google Shape;1007;p50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50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50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50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50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50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50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50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50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50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7" name="Google Shape;1017;p50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8" name="Google Shape;1018;p50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50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0" name="Google Shape;1020;p50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50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2" name="Google Shape;1022;p50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p50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p50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5" name="Google Shape;1025;p50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50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50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p50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50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50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50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50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p50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4" name="Google Shape;1034;p50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5" name="Google Shape;1035;p50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50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50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50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9" name="Google Shape;1039;p50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0" name="Google Shape;1040;p50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1" name="Google Shape;1041;p50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50"/>
          <p:cNvSpPr/>
          <p:nvPr/>
        </p:nvSpPr>
        <p:spPr>
          <a:xfrm>
            <a:off x="5682215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50"/>
          <p:cNvSpPr/>
          <p:nvPr/>
        </p:nvSpPr>
        <p:spPr>
          <a:xfrm>
            <a:off x="5682206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50"/>
          <p:cNvSpPr/>
          <p:nvPr/>
        </p:nvSpPr>
        <p:spPr>
          <a:xfrm>
            <a:off x="5682222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50"/>
          <p:cNvSpPr/>
          <p:nvPr/>
        </p:nvSpPr>
        <p:spPr>
          <a:xfrm>
            <a:off x="5682213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6" name="Google Shape;1046;p50"/>
          <p:cNvSpPr/>
          <p:nvPr/>
        </p:nvSpPr>
        <p:spPr>
          <a:xfrm>
            <a:off x="7434815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7" name="Google Shape;1047;p50"/>
          <p:cNvSpPr/>
          <p:nvPr/>
        </p:nvSpPr>
        <p:spPr>
          <a:xfrm>
            <a:off x="7434806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50"/>
          <p:cNvSpPr/>
          <p:nvPr/>
        </p:nvSpPr>
        <p:spPr>
          <a:xfrm>
            <a:off x="7434822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50"/>
          <p:cNvSpPr/>
          <p:nvPr/>
        </p:nvSpPr>
        <p:spPr>
          <a:xfrm>
            <a:off x="7434813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50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Gather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Consolidation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5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Consolidation</a:t>
            </a:r>
            <a:r>
              <a:rPr lang="en"/>
              <a:t> Operations</a:t>
            </a:r>
            <a:endParaRPr/>
          </a:p>
        </p:txBody>
      </p:sp>
      <p:sp>
        <p:nvSpPr>
          <p:cNvPr id="1057" name="Google Shape;1057;p5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52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Sum up the vectors, then send the resulting sum vector to a target node.</a:t>
            </a:r>
            <a:endParaRPr/>
          </a:p>
        </p:txBody>
      </p:sp>
      <p:sp>
        <p:nvSpPr>
          <p:cNvPr id="1063" name="Google Shape;1063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</a:t>
            </a:r>
            <a:endParaRPr/>
          </a:p>
        </p:txBody>
      </p:sp>
      <p:sp>
        <p:nvSpPr>
          <p:cNvPr id="1064" name="Google Shape;1064;p52"/>
          <p:cNvSpPr/>
          <p:nvPr/>
        </p:nvSpPr>
        <p:spPr>
          <a:xfrm>
            <a:off x="39202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5" name="Google Shape;1065;p52"/>
          <p:cNvSpPr/>
          <p:nvPr/>
        </p:nvSpPr>
        <p:spPr>
          <a:xfrm>
            <a:off x="39202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52"/>
          <p:cNvSpPr/>
          <p:nvPr/>
        </p:nvSpPr>
        <p:spPr>
          <a:xfrm>
            <a:off x="39202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7" name="Google Shape;1067;p52"/>
          <p:cNvSpPr/>
          <p:nvPr/>
        </p:nvSpPr>
        <p:spPr>
          <a:xfrm>
            <a:off x="39202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8" name="Google Shape;1068;p52"/>
          <p:cNvSpPr/>
          <p:nvPr/>
        </p:nvSpPr>
        <p:spPr>
          <a:xfrm>
            <a:off x="56821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9" name="Google Shape;1069;p52"/>
          <p:cNvSpPr/>
          <p:nvPr/>
        </p:nvSpPr>
        <p:spPr>
          <a:xfrm>
            <a:off x="56821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52"/>
          <p:cNvSpPr/>
          <p:nvPr/>
        </p:nvSpPr>
        <p:spPr>
          <a:xfrm>
            <a:off x="56821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1" name="Google Shape;1071;p52"/>
          <p:cNvSpPr/>
          <p:nvPr/>
        </p:nvSpPr>
        <p:spPr>
          <a:xfrm>
            <a:off x="56821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2" name="Google Shape;1072;p52"/>
          <p:cNvSpPr/>
          <p:nvPr/>
        </p:nvSpPr>
        <p:spPr>
          <a:xfrm>
            <a:off x="74440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3" name="Google Shape;1073;p52"/>
          <p:cNvSpPr/>
          <p:nvPr/>
        </p:nvSpPr>
        <p:spPr>
          <a:xfrm>
            <a:off x="74440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4" name="Google Shape;1074;p52"/>
          <p:cNvSpPr/>
          <p:nvPr/>
        </p:nvSpPr>
        <p:spPr>
          <a:xfrm>
            <a:off x="74440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52"/>
          <p:cNvSpPr/>
          <p:nvPr/>
        </p:nvSpPr>
        <p:spPr>
          <a:xfrm>
            <a:off x="74440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52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52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p52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52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0" name="Google Shape;1080;p52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52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2" name="Google Shape;1082;p52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52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52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5" name="Google Shape;1085;p52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52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52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52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p52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0" name="Google Shape;1090;p52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1" name="Google Shape;1091;p52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2" name="Google Shape;1092;p52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3" name="Google Shape;1093;p52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4" name="Google Shape;1094;p52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5" name="Google Shape;1095;p52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6" name="Google Shape;1096;p52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52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52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52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52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52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52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52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52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52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6" name="Google Shape;1106;p52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7" name="Google Shape;1107;p52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3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 up the vectors, then send the </a:t>
            </a:r>
            <a:r>
              <a:rPr lang="en"/>
              <a:t>resulting</a:t>
            </a:r>
            <a:r>
              <a:rPr lang="en"/>
              <a:t> sum vector to all nodes.</a:t>
            </a:r>
            <a:endParaRPr/>
          </a:p>
        </p:txBody>
      </p:sp>
      <p:sp>
        <p:nvSpPr>
          <p:cNvPr id="1113" name="Google Shape;1113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</a:t>
            </a:r>
            <a:endParaRPr/>
          </a:p>
        </p:txBody>
      </p:sp>
      <p:sp>
        <p:nvSpPr>
          <p:cNvPr id="1114" name="Google Shape;1114;p53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5" name="Google Shape;1115;p53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6" name="Google Shape;1116;p53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7" name="Google Shape;1117;p53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8" name="Google Shape;1118;p53"/>
          <p:cNvSpPr/>
          <p:nvPr/>
        </p:nvSpPr>
        <p:spPr>
          <a:xfrm>
            <a:off x="39202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9" name="Google Shape;1119;p53"/>
          <p:cNvSpPr/>
          <p:nvPr/>
        </p:nvSpPr>
        <p:spPr>
          <a:xfrm>
            <a:off x="39202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0" name="Google Shape;1120;p53"/>
          <p:cNvSpPr/>
          <p:nvPr/>
        </p:nvSpPr>
        <p:spPr>
          <a:xfrm>
            <a:off x="39202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1" name="Google Shape;1121;p53"/>
          <p:cNvSpPr/>
          <p:nvPr/>
        </p:nvSpPr>
        <p:spPr>
          <a:xfrm>
            <a:off x="39202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2" name="Google Shape;1122;p53"/>
          <p:cNvSpPr/>
          <p:nvPr/>
        </p:nvSpPr>
        <p:spPr>
          <a:xfrm>
            <a:off x="56821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3" name="Google Shape;1123;p53"/>
          <p:cNvSpPr/>
          <p:nvPr/>
        </p:nvSpPr>
        <p:spPr>
          <a:xfrm>
            <a:off x="56821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4" name="Google Shape;1124;p53"/>
          <p:cNvSpPr/>
          <p:nvPr/>
        </p:nvSpPr>
        <p:spPr>
          <a:xfrm>
            <a:off x="56821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5" name="Google Shape;1125;p53"/>
          <p:cNvSpPr/>
          <p:nvPr/>
        </p:nvSpPr>
        <p:spPr>
          <a:xfrm>
            <a:off x="56821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53"/>
          <p:cNvSpPr/>
          <p:nvPr/>
        </p:nvSpPr>
        <p:spPr>
          <a:xfrm>
            <a:off x="74440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7" name="Google Shape;1127;p53"/>
          <p:cNvSpPr/>
          <p:nvPr/>
        </p:nvSpPr>
        <p:spPr>
          <a:xfrm>
            <a:off x="74440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8" name="Google Shape;1128;p53"/>
          <p:cNvSpPr/>
          <p:nvPr/>
        </p:nvSpPr>
        <p:spPr>
          <a:xfrm>
            <a:off x="74440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9" name="Google Shape;1129;p53"/>
          <p:cNvSpPr/>
          <p:nvPr/>
        </p:nvSpPr>
        <p:spPr>
          <a:xfrm>
            <a:off x="74440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0" name="Google Shape;1130;p53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1" name="Google Shape;1131;p53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2" name="Google Shape;1132;p53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3" name="Google Shape;1133;p53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4" name="Google Shape;1134;p53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53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6" name="Google Shape;1136;p53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53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8" name="Google Shape;1138;p53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9" name="Google Shape;1139;p53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53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53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2" name="Google Shape;1142;p53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53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4" name="Google Shape;1144;p53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53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53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53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53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53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53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53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53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53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53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53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6" name="Google Shape;1156;p53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7" name="Google Shape;1157;p53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4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i="1" lang="en"/>
              <a:t>i</a:t>
            </a:r>
            <a:r>
              <a:rPr lang="en"/>
              <a:t>th node has the sum of the </a:t>
            </a:r>
            <a:r>
              <a:rPr i="1" lang="en"/>
              <a:t>i</a:t>
            </a:r>
            <a:r>
              <a:rPr lang="en"/>
              <a:t>th elements of each vector.</a:t>
            </a:r>
            <a:endParaRPr/>
          </a:p>
        </p:txBody>
      </p:sp>
      <p:sp>
        <p:nvSpPr>
          <p:cNvPr id="1163" name="Google Shape;1163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ReduceScatter</a:t>
            </a:r>
            <a:endParaRPr/>
          </a:p>
        </p:txBody>
      </p:sp>
      <p:sp>
        <p:nvSpPr>
          <p:cNvPr id="1164" name="Google Shape;1164;p54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54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6" name="Google Shape;1166;p54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p54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8" name="Google Shape;1168;p54"/>
          <p:cNvSpPr/>
          <p:nvPr/>
        </p:nvSpPr>
        <p:spPr>
          <a:xfrm>
            <a:off x="39202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54"/>
          <p:cNvSpPr/>
          <p:nvPr/>
        </p:nvSpPr>
        <p:spPr>
          <a:xfrm>
            <a:off x="39202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0" name="Google Shape;1170;p54"/>
          <p:cNvSpPr/>
          <p:nvPr/>
        </p:nvSpPr>
        <p:spPr>
          <a:xfrm>
            <a:off x="39202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1" name="Google Shape;1171;p54"/>
          <p:cNvSpPr/>
          <p:nvPr/>
        </p:nvSpPr>
        <p:spPr>
          <a:xfrm>
            <a:off x="39202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2" name="Google Shape;1172;p54"/>
          <p:cNvSpPr/>
          <p:nvPr/>
        </p:nvSpPr>
        <p:spPr>
          <a:xfrm>
            <a:off x="56821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3" name="Google Shape;1173;p54"/>
          <p:cNvSpPr/>
          <p:nvPr/>
        </p:nvSpPr>
        <p:spPr>
          <a:xfrm>
            <a:off x="56821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4" name="Google Shape;1174;p54"/>
          <p:cNvSpPr/>
          <p:nvPr/>
        </p:nvSpPr>
        <p:spPr>
          <a:xfrm>
            <a:off x="56821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54"/>
          <p:cNvSpPr/>
          <p:nvPr/>
        </p:nvSpPr>
        <p:spPr>
          <a:xfrm>
            <a:off x="56821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6" name="Google Shape;1176;p54"/>
          <p:cNvSpPr/>
          <p:nvPr/>
        </p:nvSpPr>
        <p:spPr>
          <a:xfrm>
            <a:off x="74440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7" name="Google Shape;1177;p54"/>
          <p:cNvSpPr/>
          <p:nvPr/>
        </p:nvSpPr>
        <p:spPr>
          <a:xfrm>
            <a:off x="74440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8" name="Google Shape;1178;p54"/>
          <p:cNvSpPr/>
          <p:nvPr/>
        </p:nvSpPr>
        <p:spPr>
          <a:xfrm>
            <a:off x="74440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9" name="Google Shape;1179;p54"/>
          <p:cNvSpPr/>
          <p:nvPr/>
        </p:nvSpPr>
        <p:spPr>
          <a:xfrm>
            <a:off x="74440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0" name="Google Shape;1180;p54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1" name="Google Shape;1181;p54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2" name="Google Shape;1182;p54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54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54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54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54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54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54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54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54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54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54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3" name="Google Shape;1193;p54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54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54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54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54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54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54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54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54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54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3" name="Google Shape;1203;p54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4" name="Google Shape;1204;p54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54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6" name="Google Shape;1206;p54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7" name="Google Shape;1207;p54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ReduceScatter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5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Duals and Compositions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5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 and Compositions</a:t>
            </a:r>
            <a:endParaRPr/>
          </a:p>
        </p:txBody>
      </p:sp>
      <p:sp>
        <p:nvSpPr>
          <p:cNvPr id="1214" name="Google Shape;1214;p5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5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operations are </a:t>
            </a:r>
            <a:r>
              <a:rPr b="1" lang="en"/>
              <a:t>duals</a:t>
            </a:r>
            <a:r>
              <a:rPr lang="en"/>
              <a:t> of each other: One operation is the reverse of the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In math, 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/>
              <a:t>  and          are duals.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checking if operations are duals, ignore any reduction operations.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look at which boxes we read from, and which boxes we write to.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Duals are useful when we think about implementing these collectives.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else equal, two dual operations use the same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amount of data sent/received is the same in both operations,</a:t>
            </a:r>
            <a:br>
              <a:rPr lang="en"/>
            </a:br>
            <a:r>
              <a:rPr lang="en"/>
              <a:t>because we write/read from the same boxes.</a:t>
            </a:r>
            <a:endParaRPr/>
          </a:p>
        </p:txBody>
      </p:sp>
      <p:pic>
        <p:nvPicPr>
          <p:cNvPr id="1220" name="Google Shape;12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75" y="898575"/>
            <a:ext cx="489225" cy="4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  <p:sp>
        <p:nvSpPr>
          <p:cNvPr id="1227" name="Google Shape;1227;p57"/>
          <p:cNvSpPr txBox="1"/>
          <p:nvPr>
            <p:ph idx="1" type="body"/>
          </p:nvPr>
        </p:nvSpPr>
        <p:spPr>
          <a:xfrm>
            <a:off x="107050" y="402200"/>
            <a:ext cx="89097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Broadcast and Reduce are duals.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Broadcast:	Read from 4 boxes in root node. 	Write to all 16 boxes.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Reduce: 		Read from 16 boxes. 				Write to 4 boxes in root node.</a:t>
            </a:r>
            <a:endParaRPr/>
          </a:p>
        </p:txBody>
      </p:sp>
      <p:sp>
        <p:nvSpPr>
          <p:cNvPr id="1228" name="Google Shape;1228;p57"/>
          <p:cNvSpPr/>
          <p:nvPr/>
        </p:nvSpPr>
        <p:spPr>
          <a:xfrm>
            <a:off x="181568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9" name="Google Shape;1229;p57"/>
          <p:cNvSpPr/>
          <p:nvPr/>
        </p:nvSpPr>
        <p:spPr>
          <a:xfrm>
            <a:off x="181563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0" name="Google Shape;1230;p57"/>
          <p:cNvSpPr/>
          <p:nvPr/>
        </p:nvSpPr>
        <p:spPr>
          <a:xfrm>
            <a:off x="181573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1" name="Google Shape;1231;p57"/>
          <p:cNvSpPr/>
          <p:nvPr/>
        </p:nvSpPr>
        <p:spPr>
          <a:xfrm>
            <a:off x="181567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2" name="Google Shape;1232;p57"/>
          <p:cNvSpPr/>
          <p:nvPr/>
        </p:nvSpPr>
        <p:spPr>
          <a:xfrm>
            <a:off x="1230111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3" name="Google Shape;1233;p57"/>
          <p:cNvSpPr/>
          <p:nvPr/>
        </p:nvSpPr>
        <p:spPr>
          <a:xfrm>
            <a:off x="1230105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4" name="Google Shape;1234;p57"/>
          <p:cNvSpPr/>
          <p:nvPr/>
        </p:nvSpPr>
        <p:spPr>
          <a:xfrm>
            <a:off x="1230115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5" name="Google Shape;1235;p57"/>
          <p:cNvSpPr/>
          <p:nvPr/>
        </p:nvSpPr>
        <p:spPr>
          <a:xfrm>
            <a:off x="1230109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6" name="Google Shape;1236;p57"/>
          <p:cNvSpPr/>
          <p:nvPr/>
        </p:nvSpPr>
        <p:spPr>
          <a:xfrm>
            <a:off x="2278678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7" name="Google Shape;1237;p57"/>
          <p:cNvSpPr/>
          <p:nvPr/>
        </p:nvSpPr>
        <p:spPr>
          <a:xfrm>
            <a:off x="2278672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57"/>
          <p:cNvSpPr/>
          <p:nvPr/>
        </p:nvSpPr>
        <p:spPr>
          <a:xfrm>
            <a:off x="2278682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9" name="Google Shape;1239;p57"/>
          <p:cNvSpPr/>
          <p:nvPr/>
        </p:nvSpPr>
        <p:spPr>
          <a:xfrm>
            <a:off x="2278676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57"/>
          <p:cNvSpPr/>
          <p:nvPr/>
        </p:nvSpPr>
        <p:spPr>
          <a:xfrm>
            <a:off x="3333133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1" name="Google Shape;1241;p57"/>
          <p:cNvSpPr/>
          <p:nvPr/>
        </p:nvSpPr>
        <p:spPr>
          <a:xfrm>
            <a:off x="3333127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2" name="Google Shape;1242;p57"/>
          <p:cNvSpPr/>
          <p:nvPr/>
        </p:nvSpPr>
        <p:spPr>
          <a:xfrm>
            <a:off x="3333137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3" name="Google Shape;1243;p57"/>
          <p:cNvSpPr/>
          <p:nvPr/>
        </p:nvSpPr>
        <p:spPr>
          <a:xfrm>
            <a:off x="3333131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4" name="Google Shape;1244;p57"/>
          <p:cNvSpPr/>
          <p:nvPr/>
        </p:nvSpPr>
        <p:spPr>
          <a:xfrm>
            <a:off x="181568" y="2760116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5" name="Google Shape;1245;p57"/>
          <p:cNvSpPr/>
          <p:nvPr/>
        </p:nvSpPr>
        <p:spPr>
          <a:xfrm>
            <a:off x="181563" y="2508917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57"/>
          <p:cNvSpPr/>
          <p:nvPr/>
        </p:nvSpPr>
        <p:spPr>
          <a:xfrm>
            <a:off x="181573" y="2257718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7" name="Google Shape;1247;p57"/>
          <p:cNvSpPr/>
          <p:nvPr/>
        </p:nvSpPr>
        <p:spPr>
          <a:xfrm>
            <a:off x="181567" y="200651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57"/>
          <p:cNvSpPr/>
          <p:nvPr/>
        </p:nvSpPr>
        <p:spPr>
          <a:xfrm>
            <a:off x="1232093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57"/>
          <p:cNvSpPr/>
          <p:nvPr/>
        </p:nvSpPr>
        <p:spPr>
          <a:xfrm>
            <a:off x="1232087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57"/>
          <p:cNvSpPr/>
          <p:nvPr/>
        </p:nvSpPr>
        <p:spPr>
          <a:xfrm>
            <a:off x="1232098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57"/>
          <p:cNvSpPr/>
          <p:nvPr/>
        </p:nvSpPr>
        <p:spPr>
          <a:xfrm>
            <a:off x="1232092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2" name="Google Shape;1252;p57"/>
          <p:cNvSpPr/>
          <p:nvPr/>
        </p:nvSpPr>
        <p:spPr>
          <a:xfrm>
            <a:off x="2282612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3" name="Google Shape;1253;p57"/>
          <p:cNvSpPr/>
          <p:nvPr/>
        </p:nvSpPr>
        <p:spPr>
          <a:xfrm>
            <a:off x="2282606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57"/>
          <p:cNvSpPr/>
          <p:nvPr/>
        </p:nvSpPr>
        <p:spPr>
          <a:xfrm>
            <a:off x="2282616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5" name="Google Shape;1255;p57"/>
          <p:cNvSpPr/>
          <p:nvPr/>
        </p:nvSpPr>
        <p:spPr>
          <a:xfrm>
            <a:off x="2282611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6" name="Google Shape;1256;p57"/>
          <p:cNvSpPr/>
          <p:nvPr/>
        </p:nvSpPr>
        <p:spPr>
          <a:xfrm>
            <a:off x="3333131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7" name="Google Shape;1257;p57"/>
          <p:cNvSpPr/>
          <p:nvPr/>
        </p:nvSpPr>
        <p:spPr>
          <a:xfrm>
            <a:off x="3333125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8" name="Google Shape;1258;p57"/>
          <p:cNvSpPr/>
          <p:nvPr/>
        </p:nvSpPr>
        <p:spPr>
          <a:xfrm>
            <a:off x="3333135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9" name="Google Shape;1259;p57"/>
          <p:cNvSpPr/>
          <p:nvPr/>
        </p:nvSpPr>
        <p:spPr>
          <a:xfrm>
            <a:off x="3333130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57"/>
          <p:cNvSpPr txBox="1"/>
          <p:nvPr/>
        </p:nvSpPr>
        <p:spPr>
          <a:xfrm>
            <a:off x="32660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57"/>
          <p:cNvSpPr txBox="1"/>
          <p:nvPr/>
        </p:nvSpPr>
        <p:spPr>
          <a:xfrm>
            <a:off x="137715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57"/>
          <p:cNvSpPr txBox="1"/>
          <p:nvPr/>
        </p:nvSpPr>
        <p:spPr>
          <a:xfrm>
            <a:off x="242766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57"/>
          <p:cNvSpPr txBox="1"/>
          <p:nvPr/>
        </p:nvSpPr>
        <p:spPr>
          <a:xfrm>
            <a:off x="347816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57"/>
          <p:cNvSpPr txBox="1"/>
          <p:nvPr/>
        </p:nvSpPr>
        <p:spPr>
          <a:xfrm>
            <a:off x="32660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57"/>
          <p:cNvSpPr txBox="1"/>
          <p:nvPr/>
        </p:nvSpPr>
        <p:spPr>
          <a:xfrm>
            <a:off x="137715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57"/>
          <p:cNvSpPr txBox="1"/>
          <p:nvPr/>
        </p:nvSpPr>
        <p:spPr>
          <a:xfrm>
            <a:off x="242766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57"/>
          <p:cNvSpPr txBox="1"/>
          <p:nvPr/>
        </p:nvSpPr>
        <p:spPr>
          <a:xfrm>
            <a:off x="347816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57"/>
          <p:cNvSpPr txBox="1"/>
          <p:nvPr/>
        </p:nvSpPr>
        <p:spPr>
          <a:xfrm>
            <a:off x="503025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57"/>
          <p:cNvSpPr txBox="1"/>
          <p:nvPr/>
        </p:nvSpPr>
        <p:spPr>
          <a:xfrm>
            <a:off x="608080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57"/>
          <p:cNvSpPr txBox="1"/>
          <p:nvPr/>
        </p:nvSpPr>
        <p:spPr>
          <a:xfrm>
            <a:off x="713131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1" name="Google Shape;1271;p57"/>
          <p:cNvSpPr txBox="1"/>
          <p:nvPr/>
        </p:nvSpPr>
        <p:spPr>
          <a:xfrm>
            <a:off x="818181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57"/>
          <p:cNvSpPr txBox="1"/>
          <p:nvPr/>
        </p:nvSpPr>
        <p:spPr>
          <a:xfrm>
            <a:off x="503025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57"/>
          <p:cNvSpPr txBox="1"/>
          <p:nvPr/>
        </p:nvSpPr>
        <p:spPr>
          <a:xfrm>
            <a:off x="608080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4" name="Google Shape;1274;p57"/>
          <p:cNvSpPr txBox="1"/>
          <p:nvPr/>
        </p:nvSpPr>
        <p:spPr>
          <a:xfrm>
            <a:off x="713131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5" name="Google Shape;1275;p57"/>
          <p:cNvSpPr txBox="1"/>
          <p:nvPr/>
        </p:nvSpPr>
        <p:spPr>
          <a:xfrm>
            <a:off x="818181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6" name="Google Shape;1276;p57"/>
          <p:cNvCxnSpPr/>
          <p:nvPr/>
        </p:nvCxnSpPr>
        <p:spPr>
          <a:xfrm>
            <a:off x="11920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7" name="Google Shape;1277;p57"/>
          <p:cNvSpPr txBox="1"/>
          <p:nvPr/>
        </p:nvSpPr>
        <p:spPr>
          <a:xfrm>
            <a:off x="1192038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8" name="Google Shape;1278;p57"/>
          <p:cNvCxnSpPr/>
          <p:nvPr/>
        </p:nvCxnSpPr>
        <p:spPr>
          <a:xfrm>
            <a:off x="32494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9" name="Google Shape;1279;p57"/>
          <p:cNvCxnSpPr/>
          <p:nvPr/>
        </p:nvCxnSpPr>
        <p:spPr>
          <a:xfrm>
            <a:off x="58946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80" name="Google Shape;1280;p57"/>
          <p:cNvSpPr txBox="1"/>
          <p:nvPr/>
        </p:nvSpPr>
        <p:spPr>
          <a:xfrm>
            <a:off x="5894613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1" name="Google Shape;1281;p57"/>
          <p:cNvCxnSpPr/>
          <p:nvPr/>
        </p:nvCxnSpPr>
        <p:spPr>
          <a:xfrm>
            <a:off x="79520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82" name="Google Shape;1282;p57"/>
          <p:cNvSpPr/>
          <p:nvPr/>
        </p:nvSpPr>
        <p:spPr>
          <a:xfrm>
            <a:off x="4884181" y="4696041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3" name="Google Shape;1283;p57"/>
          <p:cNvSpPr/>
          <p:nvPr/>
        </p:nvSpPr>
        <p:spPr>
          <a:xfrm>
            <a:off x="4884175" y="4444842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4" name="Google Shape;1284;p57"/>
          <p:cNvSpPr/>
          <p:nvPr/>
        </p:nvSpPr>
        <p:spPr>
          <a:xfrm>
            <a:off x="4884185" y="419364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57"/>
          <p:cNvSpPr/>
          <p:nvPr/>
        </p:nvSpPr>
        <p:spPr>
          <a:xfrm>
            <a:off x="4884179" y="394244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57"/>
          <p:cNvSpPr/>
          <p:nvPr/>
        </p:nvSpPr>
        <p:spPr>
          <a:xfrm>
            <a:off x="5934706" y="46960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57"/>
          <p:cNvSpPr/>
          <p:nvPr/>
        </p:nvSpPr>
        <p:spPr>
          <a:xfrm>
            <a:off x="5934700" y="44448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57"/>
          <p:cNvSpPr/>
          <p:nvPr/>
        </p:nvSpPr>
        <p:spPr>
          <a:xfrm>
            <a:off x="5934710" y="419363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57"/>
          <p:cNvSpPr/>
          <p:nvPr/>
        </p:nvSpPr>
        <p:spPr>
          <a:xfrm>
            <a:off x="5934704" y="394243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57"/>
          <p:cNvSpPr/>
          <p:nvPr/>
        </p:nvSpPr>
        <p:spPr>
          <a:xfrm>
            <a:off x="6985225" y="46960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57"/>
          <p:cNvSpPr/>
          <p:nvPr/>
        </p:nvSpPr>
        <p:spPr>
          <a:xfrm>
            <a:off x="6985219" y="44448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57"/>
          <p:cNvSpPr/>
          <p:nvPr/>
        </p:nvSpPr>
        <p:spPr>
          <a:xfrm>
            <a:off x="6985229" y="419363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57"/>
          <p:cNvSpPr/>
          <p:nvPr/>
        </p:nvSpPr>
        <p:spPr>
          <a:xfrm>
            <a:off x="6985223" y="394243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57"/>
          <p:cNvSpPr/>
          <p:nvPr/>
        </p:nvSpPr>
        <p:spPr>
          <a:xfrm>
            <a:off x="8035744" y="46960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57"/>
          <p:cNvSpPr/>
          <p:nvPr/>
        </p:nvSpPr>
        <p:spPr>
          <a:xfrm>
            <a:off x="8035738" y="44448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6" name="Google Shape;1296;p57"/>
          <p:cNvSpPr/>
          <p:nvPr/>
        </p:nvSpPr>
        <p:spPr>
          <a:xfrm>
            <a:off x="8035748" y="419363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7" name="Google Shape;1297;p57"/>
          <p:cNvSpPr/>
          <p:nvPr/>
        </p:nvSpPr>
        <p:spPr>
          <a:xfrm>
            <a:off x="8035742" y="394243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8" name="Google Shape;1298;p57"/>
          <p:cNvSpPr/>
          <p:nvPr/>
        </p:nvSpPr>
        <p:spPr>
          <a:xfrm>
            <a:off x="4884181" y="276005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9" name="Google Shape;1299;p57"/>
          <p:cNvSpPr/>
          <p:nvPr/>
        </p:nvSpPr>
        <p:spPr>
          <a:xfrm>
            <a:off x="4884175" y="2508874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0" name="Google Shape;1300;p57"/>
          <p:cNvSpPr/>
          <p:nvPr/>
        </p:nvSpPr>
        <p:spPr>
          <a:xfrm>
            <a:off x="4884185" y="2257699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1" name="Google Shape;1301;p57"/>
          <p:cNvSpPr/>
          <p:nvPr/>
        </p:nvSpPr>
        <p:spPr>
          <a:xfrm>
            <a:off x="4884179" y="2006523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57"/>
          <p:cNvSpPr/>
          <p:nvPr/>
        </p:nvSpPr>
        <p:spPr>
          <a:xfrm>
            <a:off x="5932723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57"/>
          <p:cNvSpPr/>
          <p:nvPr/>
        </p:nvSpPr>
        <p:spPr>
          <a:xfrm>
            <a:off x="5932717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4" name="Google Shape;1304;p57"/>
          <p:cNvSpPr/>
          <p:nvPr/>
        </p:nvSpPr>
        <p:spPr>
          <a:xfrm>
            <a:off x="5932727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5" name="Google Shape;1305;p57"/>
          <p:cNvSpPr/>
          <p:nvPr/>
        </p:nvSpPr>
        <p:spPr>
          <a:xfrm>
            <a:off x="5932722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6" name="Google Shape;1306;p57"/>
          <p:cNvSpPr/>
          <p:nvPr/>
        </p:nvSpPr>
        <p:spPr>
          <a:xfrm>
            <a:off x="6981290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7" name="Google Shape;1307;p57"/>
          <p:cNvSpPr/>
          <p:nvPr/>
        </p:nvSpPr>
        <p:spPr>
          <a:xfrm>
            <a:off x="6981285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698129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57"/>
          <p:cNvSpPr/>
          <p:nvPr/>
        </p:nvSpPr>
        <p:spPr>
          <a:xfrm>
            <a:off x="6981289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57"/>
          <p:cNvSpPr/>
          <p:nvPr/>
        </p:nvSpPr>
        <p:spPr>
          <a:xfrm>
            <a:off x="8035745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1" name="Google Shape;1311;p57"/>
          <p:cNvSpPr/>
          <p:nvPr/>
        </p:nvSpPr>
        <p:spPr>
          <a:xfrm>
            <a:off x="8035739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2" name="Google Shape;1312;p57"/>
          <p:cNvSpPr/>
          <p:nvPr/>
        </p:nvSpPr>
        <p:spPr>
          <a:xfrm>
            <a:off x="8035750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57"/>
          <p:cNvSpPr/>
          <p:nvPr/>
        </p:nvSpPr>
        <p:spPr>
          <a:xfrm>
            <a:off x="8035744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  <p:sp>
        <p:nvSpPr>
          <p:cNvPr id="1319" name="Google Shape;1319;p58"/>
          <p:cNvSpPr txBox="1"/>
          <p:nvPr>
            <p:ph idx="1" type="body"/>
          </p:nvPr>
        </p:nvSpPr>
        <p:spPr>
          <a:xfrm>
            <a:off x="107050" y="402200"/>
            <a:ext cx="89097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Scatter and Gather are duals.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Scatter</a:t>
            </a:r>
            <a:r>
              <a:rPr lang="en"/>
              <a:t>:	Read from 4 boxes in root node.	Write to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Gather:	Read from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	Write to 4 boxes in root node.</a:t>
            </a:r>
            <a:endParaRPr/>
          </a:p>
        </p:txBody>
      </p:sp>
      <p:sp>
        <p:nvSpPr>
          <p:cNvPr id="1320" name="Google Shape;1320;p58"/>
          <p:cNvSpPr/>
          <p:nvPr/>
        </p:nvSpPr>
        <p:spPr>
          <a:xfrm>
            <a:off x="181568" y="46959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1" name="Google Shape;1321;p58"/>
          <p:cNvSpPr/>
          <p:nvPr/>
        </p:nvSpPr>
        <p:spPr>
          <a:xfrm>
            <a:off x="181563" y="44447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2" name="Google Shape;1322;p58"/>
          <p:cNvSpPr/>
          <p:nvPr/>
        </p:nvSpPr>
        <p:spPr>
          <a:xfrm>
            <a:off x="181573" y="41935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3" name="Google Shape;1323;p58"/>
          <p:cNvSpPr/>
          <p:nvPr/>
        </p:nvSpPr>
        <p:spPr>
          <a:xfrm>
            <a:off x="181567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4" name="Google Shape;1324;p58"/>
          <p:cNvSpPr/>
          <p:nvPr/>
        </p:nvSpPr>
        <p:spPr>
          <a:xfrm>
            <a:off x="1230111" y="46959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5" name="Google Shape;1325;p58"/>
          <p:cNvSpPr/>
          <p:nvPr/>
        </p:nvSpPr>
        <p:spPr>
          <a:xfrm>
            <a:off x="1230105" y="44447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6" name="Google Shape;1326;p58"/>
          <p:cNvSpPr/>
          <p:nvPr/>
        </p:nvSpPr>
        <p:spPr>
          <a:xfrm>
            <a:off x="1230115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58"/>
          <p:cNvSpPr/>
          <p:nvPr/>
        </p:nvSpPr>
        <p:spPr>
          <a:xfrm>
            <a:off x="1230109" y="39424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58"/>
          <p:cNvSpPr/>
          <p:nvPr/>
        </p:nvSpPr>
        <p:spPr>
          <a:xfrm>
            <a:off x="2278678" y="46959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58"/>
          <p:cNvSpPr/>
          <p:nvPr/>
        </p:nvSpPr>
        <p:spPr>
          <a:xfrm>
            <a:off x="2278672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58"/>
          <p:cNvSpPr/>
          <p:nvPr/>
        </p:nvSpPr>
        <p:spPr>
          <a:xfrm>
            <a:off x="2278682" y="41935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58"/>
          <p:cNvSpPr/>
          <p:nvPr/>
        </p:nvSpPr>
        <p:spPr>
          <a:xfrm>
            <a:off x="2278676" y="39424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58"/>
          <p:cNvSpPr/>
          <p:nvPr/>
        </p:nvSpPr>
        <p:spPr>
          <a:xfrm>
            <a:off x="3333133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3" name="Google Shape;1333;p58"/>
          <p:cNvSpPr/>
          <p:nvPr/>
        </p:nvSpPr>
        <p:spPr>
          <a:xfrm>
            <a:off x="3333127" y="44447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4" name="Google Shape;1334;p58"/>
          <p:cNvSpPr/>
          <p:nvPr/>
        </p:nvSpPr>
        <p:spPr>
          <a:xfrm>
            <a:off x="3333137" y="41935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5" name="Google Shape;1335;p58"/>
          <p:cNvSpPr/>
          <p:nvPr/>
        </p:nvSpPr>
        <p:spPr>
          <a:xfrm>
            <a:off x="3333131" y="39424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58"/>
          <p:cNvSpPr/>
          <p:nvPr/>
        </p:nvSpPr>
        <p:spPr>
          <a:xfrm>
            <a:off x="181568" y="2760116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7" name="Google Shape;1337;p58"/>
          <p:cNvSpPr/>
          <p:nvPr/>
        </p:nvSpPr>
        <p:spPr>
          <a:xfrm>
            <a:off x="181563" y="2508917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8" name="Google Shape;1338;p58"/>
          <p:cNvSpPr/>
          <p:nvPr/>
        </p:nvSpPr>
        <p:spPr>
          <a:xfrm>
            <a:off x="181573" y="2257718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9" name="Google Shape;1339;p58"/>
          <p:cNvSpPr/>
          <p:nvPr/>
        </p:nvSpPr>
        <p:spPr>
          <a:xfrm>
            <a:off x="181567" y="200651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0" name="Google Shape;1340;p58"/>
          <p:cNvSpPr/>
          <p:nvPr/>
        </p:nvSpPr>
        <p:spPr>
          <a:xfrm>
            <a:off x="1232093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58"/>
          <p:cNvSpPr/>
          <p:nvPr/>
        </p:nvSpPr>
        <p:spPr>
          <a:xfrm>
            <a:off x="1232087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58"/>
          <p:cNvSpPr/>
          <p:nvPr/>
        </p:nvSpPr>
        <p:spPr>
          <a:xfrm>
            <a:off x="1232098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58"/>
          <p:cNvSpPr/>
          <p:nvPr/>
        </p:nvSpPr>
        <p:spPr>
          <a:xfrm>
            <a:off x="1232092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58"/>
          <p:cNvSpPr/>
          <p:nvPr/>
        </p:nvSpPr>
        <p:spPr>
          <a:xfrm>
            <a:off x="2282612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5" name="Google Shape;1345;p58"/>
          <p:cNvSpPr/>
          <p:nvPr/>
        </p:nvSpPr>
        <p:spPr>
          <a:xfrm>
            <a:off x="2282606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6" name="Google Shape;1346;p58"/>
          <p:cNvSpPr/>
          <p:nvPr/>
        </p:nvSpPr>
        <p:spPr>
          <a:xfrm>
            <a:off x="2282616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7" name="Google Shape;1347;p58"/>
          <p:cNvSpPr/>
          <p:nvPr/>
        </p:nvSpPr>
        <p:spPr>
          <a:xfrm>
            <a:off x="2282611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58"/>
          <p:cNvSpPr/>
          <p:nvPr/>
        </p:nvSpPr>
        <p:spPr>
          <a:xfrm>
            <a:off x="3333131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9" name="Google Shape;1349;p58"/>
          <p:cNvSpPr/>
          <p:nvPr/>
        </p:nvSpPr>
        <p:spPr>
          <a:xfrm>
            <a:off x="3333125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0" name="Google Shape;1350;p58"/>
          <p:cNvSpPr/>
          <p:nvPr/>
        </p:nvSpPr>
        <p:spPr>
          <a:xfrm>
            <a:off x="3333135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58"/>
          <p:cNvSpPr/>
          <p:nvPr/>
        </p:nvSpPr>
        <p:spPr>
          <a:xfrm>
            <a:off x="3333130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2" name="Google Shape;1352;p58"/>
          <p:cNvSpPr txBox="1"/>
          <p:nvPr/>
        </p:nvSpPr>
        <p:spPr>
          <a:xfrm>
            <a:off x="32660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58"/>
          <p:cNvSpPr txBox="1"/>
          <p:nvPr/>
        </p:nvSpPr>
        <p:spPr>
          <a:xfrm>
            <a:off x="137715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58"/>
          <p:cNvSpPr txBox="1"/>
          <p:nvPr/>
        </p:nvSpPr>
        <p:spPr>
          <a:xfrm>
            <a:off x="242766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58"/>
          <p:cNvSpPr txBox="1"/>
          <p:nvPr/>
        </p:nvSpPr>
        <p:spPr>
          <a:xfrm>
            <a:off x="347816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6" name="Google Shape;1356;p58"/>
          <p:cNvSpPr txBox="1"/>
          <p:nvPr/>
        </p:nvSpPr>
        <p:spPr>
          <a:xfrm>
            <a:off x="32660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7" name="Google Shape;1357;p58"/>
          <p:cNvSpPr txBox="1"/>
          <p:nvPr/>
        </p:nvSpPr>
        <p:spPr>
          <a:xfrm>
            <a:off x="137715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58"/>
          <p:cNvSpPr txBox="1"/>
          <p:nvPr/>
        </p:nvSpPr>
        <p:spPr>
          <a:xfrm>
            <a:off x="242766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58"/>
          <p:cNvSpPr txBox="1"/>
          <p:nvPr/>
        </p:nvSpPr>
        <p:spPr>
          <a:xfrm>
            <a:off x="347816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0" name="Google Shape;1360;p58"/>
          <p:cNvSpPr txBox="1"/>
          <p:nvPr/>
        </p:nvSpPr>
        <p:spPr>
          <a:xfrm>
            <a:off x="503025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1" name="Google Shape;1361;p58"/>
          <p:cNvSpPr txBox="1"/>
          <p:nvPr/>
        </p:nvSpPr>
        <p:spPr>
          <a:xfrm>
            <a:off x="608080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8"/>
          <p:cNvSpPr txBox="1"/>
          <p:nvPr/>
        </p:nvSpPr>
        <p:spPr>
          <a:xfrm>
            <a:off x="713131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3" name="Google Shape;1363;p58"/>
          <p:cNvSpPr txBox="1"/>
          <p:nvPr/>
        </p:nvSpPr>
        <p:spPr>
          <a:xfrm>
            <a:off x="818181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4" name="Google Shape;1364;p58"/>
          <p:cNvSpPr txBox="1"/>
          <p:nvPr/>
        </p:nvSpPr>
        <p:spPr>
          <a:xfrm>
            <a:off x="503025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5" name="Google Shape;1365;p58"/>
          <p:cNvSpPr txBox="1"/>
          <p:nvPr/>
        </p:nvSpPr>
        <p:spPr>
          <a:xfrm>
            <a:off x="608080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58"/>
          <p:cNvSpPr txBox="1"/>
          <p:nvPr/>
        </p:nvSpPr>
        <p:spPr>
          <a:xfrm>
            <a:off x="713131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58"/>
          <p:cNvSpPr txBox="1"/>
          <p:nvPr/>
        </p:nvSpPr>
        <p:spPr>
          <a:xfrm>
            <a:off x="818181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58"/>
          <p:cNvCxnSpPr/>
          <p:nvPr/>
        </p:nvCxnSpPr>
        <p:spPr>
          <a:xfrm>
            <a:off x="11920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9" name="Google Shape;1369;p58"/>
          <p:cNvSpPr txBox="1"/>
          <p:nvPr/>
        </p:nvSpPr>
        <p:spPr>
          <a:xfrm>
            <a:off x="1192038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Scatter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58"/>
          <p:cNvCxnSpPr/>
          <p:nvPr/>
        </p:nvCxnSpPr>
        <p:spPr>
          <a:xfrm>
            <a:off x="32494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1" name="Google Shape;1371;p58"/>
          <p:cNvCxnSpPr/>
          <p:nvPr/>
        </p:nvCxnSpPr>
        <p:spPr>
          <a:xfrm>
            <a:off x="58946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72" name="Google Shape;1372;p58"/>
          <p:cNvSpPr txBox="1"/>
          <p:nvPr/>
        </p:nvSpPr>
        <p:spPr>
          <a:xfrm>
            <a:off x="5894613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Gather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3" name="Google Shape;1373;p58"/>
          <p:cNvCxnSpPr/>
          <p:nvPr/>
        </p:nvCxnSpPr>
        <p:spPr>
          <a:xfrm>
            <a:off x="79520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74" name="Google Shape;1374;p58"/>
          <p:cNvSpPr/>
          <p:nvPr/>
        </p:nvSpPr>
        <p:spPr>
          <a:xfrm>
            <a:off x="4884181" y="469604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58"/>
          <p:cNvSpPr/>
          <p:nvPr/>
        </p:nvSpPr>
        <p:spPr>
          <a:xfrm>
            <a:off x="4884175" y="4444842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6" name="Google Shape;1376;p58"/>
          <p:cNvSpPr/>
          <p:nvPr/>
        </p:nvSpPr>
        <p:spPr>
          <a:xfrm>
            <a:off x="4884185" y="419364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7" name="Google Shape;1377;p58"/>
          <p:cNvSpPr/>
          <p:nvPr/>
        </p:nvSpPr>
        <p:spPr>
          <a:xfrm>
            <a:off x="4884179" y="394244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8" name="Google Shape;1378;p58"/>
          <p:cNvSpPr/>
          <p:nvPr/>
        </p:nvSpPr>
        <p:spPr>
          <a:xfrm>
            <a:off x="5934706" y="46960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58"/>
          <p:cNvSpPr/>
          <p:nvPr/>
        </p:nvSpPr>
        <p:spPr>
          <a:xfrm>
            <a:off x="5934700" y="44448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0" name="Google Shape;1380;p58"/>
          <p:cNvSpPr/>
          <p:nvPr/>
        </p:nvSpPr>
        <p:spPr>
          <a:xfrm>
            <a:off x="5934710" y="419363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1" name="Google Shape;1381;p58"/>
          <p:cNvSpPr/>
          <p:nvPr/>
        </p:nvSpPr>
        <p:spPr>
          <a:xfrm>
            <a:off x="5934704" y="394243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2" name="Google Shape;1382;p58"/>
          <p:cNvSpPr/>
          <p:nvPr/>
        </p:nvSpPr>
        <p:spPr>
          <a:xfrm>
            <a:off x="6985225" y="46960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3" name="Google Shape;1383;p58"/>
          <p:cNvSpPr/>
          <p:nvPr/>
        </p:nvSpPr>
        <p:spPr>
          <a:xfrm>
            <a:off x="6985219" y="44448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4" name="Google Shape;1384;p58"/>
          <p:cNvSpPr/>
          <p:nvPr/>
        </p:nvSpPr>
        <p:spPr>
          <a:xfrm>
            <a:off x="6985229" y="419363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5" name="Google Shape;1385;p58"/>
          <p:cNvSpPr/>
          <p:nvPr/>
        </p:nvSpPr>
        <p:spPr>
          <a:xfrm>
            <a:off x="6985223" y="394243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6" name="Google Shape;1386;p58"/>
          <p:cNvSpPr/>
          <p:nvPr/>
        </p:nvSpPr>
        <p:spPr>
          <a:xfrm>
            <a:off x="8035744" y="46960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7" name="Google Shape;1387;p58"/>
          <p:cNvSpPr/>
          <p:nvPr/>
        </p:nvSpPr>
        <p:spPr>
          <a:xfrm>
            <a:off x="8035738" y="44448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8" name="Google Shape;1388;p58"/>
          <p:cNvSpPr/>
          <p:nvPr/>
        </p:nvSpPr>
        <p:spPr>
          <a:xfrm>
            <a:off x="8035748" y="419363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58"/>
          <p:cNvSpPr/>
          <p:nvPr/>
        </p:nvSpPr>
        <p:spPr>
          <a:xfrm>
            <a:off x="8035742" y="394243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0" name="Google Shape;1390;p58"/>
          <p:cNvSpPr/>
          <p:nvPr/>
        </p:nvSpPr>
        <p:spPr>
          <a:xfrm>
            <a:off x="4884181" y="27600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58"/>
          <p:cNvSpPr/>
          <p:nvPr/>
        </p:nvSpPr>
        <p:spPr>
          <a:xfrm>
            <a:off x="4884175" y="25088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58"/>
          <p:cNvSpPr/>
          <p:nvPr/>
        </p:nvSpPr>
        <p:spPr>
          <a:xfrm>
            <a:off x="4884185" y="22576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3" name="Google Shape;1393;p58"/>
          <p:cNvSpPr/>
          <p:nvPr/>
        </p:nvSpPr>
        <p:spPr>
          <a:xfrm>
            <a:off x="4884179" y="20065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4" name="Google Shape;1394;p58"/>
          <p:cNvSpPr/>
          <p:nvPr/>
        </p:nvSpPr>
        <p:spPr>
          <a:xfrm>
            <a:off x="5932723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5" name="Google Shape;1395;p58"/>
          <p:cNvSpPr/>
          <p:nvPr/>
        </p:nvSpPr>
        <p:spPr>
          <a:xfrm>
            <a:off x="5932717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6" name="Google Shape;1396;p58"/>
          <p:cNvSpPr/>
          <p:nvPr/>
        </p:nvSpPr>
        <p:spPr>
          <a:xfrm>
            <a:off x="5932727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7" name="Google Shape;1397;p58"/>
          <p:cNvSpPr/>
          <p:nvPr/>
        </p:nvSpPr>
        <p:spPr>
          <a:xfrm>
            <a:off x="5932722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8" name="Google Shape;1398;p58"/>
          <p:cNvSpPr/>
          <p:nvPr/>
        </p:nvSpPr>
        <p:spPr>
          <a:xfrm>
            <a:off x="6981290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9" name="Google Shape;1399;p58"/>
          <p:cNvSpPr/>
          <p:nvPr/>
        </p:nvSpPr>
        <p:spPr>
          <a:xfrm>
            <a:off x="6981285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0" name="Google Shape;1400;p58"/>
          <p:cNvSpPr/>
          <p:nvPr/>
        </p:nvSpPr>
        <p:spPr>
          <a:xfrm>
            <a:off x="698129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1" name="Google Shape;1401;p58"/>
          <p:cNvSpPr/>
          <p:nvPr/>
        </p:nvSpPr>
        <p:spPr>
          <a:xfrm>
            <a:off x="6981289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2" name="Google Shape;1402;p58"/>
          <p:cNvSpPr/>
          <p:nvPr/>
        </p:nvSpPr>
        <p:spPr>
          <a:xfrm>
            <a:off x="8035745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3" name="Google Shape;1403;p58"/>
          <p:cNvSpPr/>
          <p:nvPr/>
        </p:nvSpPr>
        <p:spPr>
          <a:xfrm>
            <a:off x="8035739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4" name="Google Shape;1404;p58"/>
          <p:cNvSpPr/>
          <p:nvPr/>
        </p:nvSpPr>
        <p:spPr>
          <a:xfrm>
            <a:off x="8035750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5" name="Google Shape;1405;p58"/>
          <p:cNvSpPr/>
          <p:nvPr/>
        </p:nvSpPr>
        <p:spPr>
          <a:xfrm>
            <a:off x="8035744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  <p:sp>
        <p:nvSpPr>
          <p:cNvPr id="1411" name="Google Shape;1411;p59"/>
          <p:cNvSpPr txBox="1"/>
          <p:nvPr>
            <p:ph idx="1" type="body"/>
          </p:nvPr>
        </p:nvSpPr>
        <p:spPr>
          <a:xfrm>
            <a:off x="107050" y="402200"/>
            <a:ext cx="89097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AllGather and ReduceScatter are duals.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AllGather</a:t>
            </a:r>
            <a:r>
              <a:rPr lang="en"/>
              <a:t>:	Read from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	Write to all 16 boxes.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Reduce:		Read from all 16 boxes. 			Write to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</a:t>
            </a:r>
            <a:endParaRPr/>
          </a:p>
        </p:txBody>
      </p:sp>
      <p:sp>
        <p:nvSpPr>
          <p:cNvPr id="1412" name="Google Shape;1412;p59"/>
          <p:cNvSpPr/>
          <p:nvPr/>
        </p:nvSpPr>
        <p:spPr>
          <a:xfrm>
            <a:off x="181568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3" name="Google Shape;1413;p59"/>
          <p:cNvSpPr/>
          <p:nvPr/>
        </p:nvSpPr>
        <p:spPr>
          <a:xfrm>
            <a:off x="181563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4" name="Google Shape;1414;p59"/>
          <p:cNvSpPr/>
          <p:nvPr/>
        </p:nvSpPr>
        <p:spPr>
          <a:xfrm>
            <a:off x="181573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5" name="Google Shape;1415;p59"/>
          <p:cNvSpPr/>
          <p:nvPr/>
        </p:nvSpPr>
        <p:spPr>
          <a:xfrm>
            <a:off x="181567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6" name="Google Shape;1416;p59"/>
          <p:cNvSpPr/>
          <p:nvPr/>
        </p:nvSpPr>
        <p:spPr>
          <a:xfrm>
            <a:off x="1230111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7" name="Google Shape;1417;p59"/>
          <p:cNvSpPr/>
          <p:nvPr/>
        </p:nvSpPr>
        <p:spPr>
          <a:xfrm>
            <a:off x="1230105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8" name="Google Shape;1418;p59"/>
          <p:cNvSpPr/>
          <p:nvPr/>
        </p:nvSpPr>
        <p:spPr>
          <a:xfrm>
            <a:off x="1230115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59"/>
          <p:cNvSpPr/>
          <p:nvPr/>
        </p:nvSpPr>
        <p:spPr>
          <a:xfrm>
            <a:off x="1230109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0" name="Google Shape;1420;p59"/>
          <p:cNvSpPr/>
          <p:nvPr/>
        </p:nvSpPr>
        <p:spPr>
          <a:xfrm>
            <a:off x="2278678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1" name="Google Shape;1421;p59"/>
          <p:cNvSpPr/>
          <p:nvPr/>
        </p:nvSpPr>
        <p:spPr>
          <a:xfrm>
            <a:off x="2278672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2" name="Google Shape;1422;p59"/>
          <p:cNvSpPr/>
          <p:nvPr/>
        </p:nvSpPr>
        <p:spPr>
          <a:xfrm>
            <a:off x="2278682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59"/>
          <p:cNvSpPr/>
          <p:nvPr/>
        </p:nvSpPr>
        <p:spPr>
          <a:xfrm>
            <a:off x="2278676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59"/>
          <p:cNvSpPr/>
          <p:nvPr/>
        </p:nvSpPr>
        <p:spPr>
          <a:xfrm>
            <a:off x="3333133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5" name="Google Shape;1425;p59"/>
          <p:cNvSpPr/>
          <p:nvPr/>
        </p:nvSpPr>
        <p:spPr>
          <a:xfrm>
            <a:off x="3333127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6" name="Google Shape;1426;p59"/>
          <p:cNvSpPr/>
          <p:nvPr/>
        </p:nvSpPr>
        <p:spPr>
          <a:xfrm>
            <a:off x="3333137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7" name="Google Shape;1427;p59"/>
          <p:cNvSpPr/>
          <p:nvPr/>
        </p:nvSpPr>
        <p:spPr>
          <a:xfrm>
            <a:off x="3333131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8" name="Google Shape;1428;p59"/>
          <p:cNvSpPr/>
          <p:nvPr/>
        </p:nvSpPr>
        <p:spPr>
          <a:xfrm>
            <a:off x="181568" y="276011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9" name="Google Shape;1429;p59"/>
          <p:cNvSpPr/>
          <p:nvPr/>
        </p:nvSpPr>
        <p:spPr>
          <a:xfrm>
            <a:off x="181563" y="2508917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0" name="Google Shape;1430;p59"/>
          <p:cNvSpPr/>
          <p:nvPr/>
        </p:nvSpPr>
        <p:spPr>
          <a:xfrm>
            <a:off x="181573" y="2257718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1" name="Google Shape;1431;p59"/>
          <p:cNvSpPr/>
          <p:nvPr/>
        </p:nvSpPr>
        <p:spPr>
          <a:xfrm>
            <a:off x="181567" y="200651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59"/>
          <p:cNvSpPr/>
          <p:nvPr/>
        </p:nvSpPr>
        <p:spPr>
          <a:xfrm>
            <a:off x="1232093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59"/>
          <p:cNvSpPr/>
          <p:nvPr/>
        </p:nvSpPr>
        <p:spPr>
          <a:xfrm>
            <a:off x="1232087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4" name="Google Shape;1434;p59"/>
          <p:cNvSpPr/>
          <p:nvPr/>
        </p:nvSpPr>
        <p:spPr>
          <a:xfrm>
            <a:off x="1232098" y="225770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5" name="Google Shape;1435;p59"/>
          <p:cNvSpPr/>
          <p:nvPr/>
        </p:nvSpPr>
        <p:spPr>
          <a:xfrm>
            <a:off x="1232092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6" name="Google Shape;1436;p59"/>
          <p:cNvSpPr/>
          <p:nvPr/>
        </p:nvSpPr>
        <p:spPr>
          <a:xfrm>
            <a:off x="2282612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7" name="Google Shape;1437;p59"/>
          <p:cNvSpPr/>
          <p:nvPr/>
        </p:nvSpPr>
        <p:spPr>
          <a:xfrm>
            <a:off x="2282606" y="250890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8" name="Google Shape;1438;p59"/>
          <p:cNvSpPr/>
          <p:nvPr/>
        </p:nvSpPr>
        <p:spPr>
          <a:xfrm>
            <a:off x="2282616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9" name="Google Shape;1439;p59"/>
          <p:cNvSpPr/>
          <p:nvPr/>
        </p:nvSpPr>
        <p:spPr>
          <a:xfrm>
            <a:off x="2282611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0" name="Google Shape;1440;p59"/>
          <p:cNvSpPr/>
          <p:nvPr/>
        </p:nvSpPr>
        <p:spPr>
          <a:xfrm>
            <a:off x="3333131" y="2760104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1" name="Google Shape;1441;p59"/>
          <p:cNvSpPr/>
          <p:nvPr/>
        </p:nvSpPr>
        <p:spPr>
          <a:xfrm>
            <a:off x="3333125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2" name="Google Shape;1442;p59"/>
          <p:cNvSpPr/>
          <p:nvPr/>
        </p:nvSpPr>
        <p:spPr>
          <a:xfrm>
            <a:off x="3333135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3" name="Google Shape;1443;p59"/>
          <p:cNvSpPr/>
          <p:nvPr/>
        </p:nvSpPr>
        <p:spPr>
          <a:xfrm>
            <a:off x="3333130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4" name="Google Shape;1444;p59"/>
          <p:cNvSpPr txBox="1"/>
          <p:nvPr/>
        </p:nvSpPr>
        <p:spPr>
          <a:xfrm>
            <a:off x="32660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5" name="Google Shape;1445;p59"/>
          <p:cNvSpPr txBox="1"/>
          <p:nvPr/>
        </p:nvSpPr>
        <p:spPr>
          <a:xfrm>
            <a:off x="137715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6" name="Google Shape;1446;p59"/>
          <p:cNvSpPr txBox="1"/>
          <p:nvPr/>
        </p:nvSpPr>
        <p:spPr>
          <a:xfrm>
            <a:off x="242766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7" name="Google Shape;1447;p59"/>
          <p:cNvSpPr txBox="1"/>
          <p:nvPr/>
        </p:nvSpPr>
        <p:spPr>
          <a:xfrm>
            <a:off x="347816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8" name="Google Shape;1448;p59"/>
          <p:cNvSpPr txBox="1"/>
          <p:nvPr/>
        </p:nvSpPr>
        <p:spPr>
          <a:xfrm>
            <a:off x="32660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59"/>
          <p:cNvSpPr txBox="1"/>
          <p:nvPr/>
        </p:nvSpPr>
        <p:spPr>
          <a:xfrm>
            <a:off x="137715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0" name="Google Shape;1450;p59"/>
          <p:cNvSpPr txBox="1"/>
          <p:nvPr/>
        </p:nvSpPr>
        <p:spPr>
          <a:xfrm>
            <a:off x="242766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1" name="Google Shape;1451;p59"/>
          <p:cNvSpPr txBox="1"/>
          <p:nvPr/>
        </p:nvSpPr>
        <p:spPr>
          <a:xfrm>
            <a:off x="347816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2" name="Google Shape;1452;p59"/>
          <p:cNvSpPr txBox="1"/>
          <p:nvPr/>
        </p:nvSpPr>
        <p:spPr>
          <a:xfrm>
            <a:off x="503025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3" name="Google Shape;1453;p59"/>
          <p:cNvSpPr txBox="1"/>
          <p:nvPr/>
        </p:nvSpPr>
        <p:spPr>
          <a:xfrm>
            <a:off x="608080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4" name="Google Shape;1454;p59"/>
          <p:cNvSpPr txBox="1"/>
          <p:nvPr/>
        </p:nvSpPr>
        <p:spPr>
          <a:xfrm>
            <a:off x="713131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5" name="Google Shape;1455;p59"/>
          <p:cNvSpPr txBox="1"/>
          <p:nvPr/>
        </p:nvSpPr>
        <p:spPr>
          <a:xfrm>
            <a:off x="818181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59"/>
          <p:cNvSpPr txBox="1"/>
          <p:nvPr/>
        </p:nvSpPr>
        <p:spPr>
          <a:xfrm>
            <a:off x="503025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7" name="Google Shape;1457;p59"/>
          <p:cNvSpPr txBox="1"/>
          <p:nvPr/>
        </p:nvSpPr>
        <p:spPr>
          <a:xfrm>
            <a:off x="608080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8" name="Google Shape;1458;p59"/>
          <p:cNvSpPr txBox="1"/>
          <p:nvPr/>
        </p:nvSpPr>
        <p:spPr>
          <a:xfrm>
            <a:off x="713131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59"/>
          <p:cNvSpPr txBox="1"/>
          <p:nvPr/>
        </p:nvSpPr>
        <p:spPr>
          <a:xfrm>
            <a:off x="818181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59"/>
          <p:cNvCxnSpPr/>
          <p:nvPr/>
        </p:nvCxnSpPr>
        <p:spPr>
          <a:xfrm>
            <a:off x="11920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1" name="Google Shape;1461;p59"/>
          <p:cNvSpPr txBox="1"/>
          <p:nvPr/>
        </p:nvSpPr>
        <p:spPr>
          <a:xfrm>
            <a:off x="1192038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AllGather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2" name="Google Shape;1462;p59"/>
          <p:cNvCxnSpPr/>
          <p:nvPr/>
        </p:nvCxnSpPr>
        <p:spPr>
          <a:xfrm>
            <a:off x="32494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59"/>
          <p:cNvCxnSpPr/>
          <p:nvPr/>
        </p:nvCxnSpPr>
        <p:spPr>
          <a:xfrm>
            <a:off x="58946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64" name="Google Shape;1464;p59"/>
          <p:cNvSpPr txBox="1"/>
          <p:nvPr/>
        </p:nvSpPr>
        <p:spPr>
          <a:xfrm>
            <a:off x="5894613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ReduceScatter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59"/>
          <p:cNvCxnSpPr/>
          <p:nvPr/>
        </p:nvCxnSpPr>
        <p:spPr>
          <a:xfrm>
            <a:off x="79520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66" name="Google Shape;1466;p59"/>
          <p:cNvSpPr/>
          <p:nvPr/>
        </p:nvSpPr>
        <p:spPr>
          <a:xfrm>
            <a:off x="4884181" y="469604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7" name="Google Shape;1467;p59"/>
          <p:cNvSpPr/>
          <p:nvPr/>
        </p:nvSpPr>
        <p:spPr>
          <a:xfrm>
            <a:off x="4884175" y="444484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8" name="Google Shape;1468;p59"/>
          <p:cNvSpPr/>
          <p:nvPr/>
        </p:nvSpPr>
        <p:spPr>
          <a:xfrm>
            <a:off x="4884185" y="419364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9" name="Google Shape;1469;p59"/>
          <p:cNvSpPr/>
          <p:nvPr/>
        </p:nvSpPr>
        <p:spPr>
          <a:xfrm>
            <a:off x="4884179" y="394244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0" name="Google Shape;1470;p59"/>
          <p:cNvSpPr/>
          <p:nvPr/>
        </p:nvSpPr>
        <p:spPr>
          <a:xfrm>
            <a:off x="5934706" y="46960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1" name="Google Shape;1471;p59"/>
          <p:cNvSpPr/>
          <p:nvPr/>
        </p:nvSpPr>
        <p:spPr>
          <a:xfrm>
            <a:off x="5934700" y="44448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2" name="Google Shape;1472;p59"/>
          <p:cNvSpPr/>
          <p:nvPr/>
        </p:nvSpPr>
        <p:spPr>
          <a:xfrm>
            <a:off x="5934710" y="419363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3" name="Google Shape;1473;p59"/>
          <p:cNvSpPr/>
          <p:nvPr/>
        </p:nvSpPr>
        <p:spPr>
          <a:xfrm>
            <a:off x="5934704" y="394243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4" name="Google Shape;1474;p59"/>
          <p:cNvSpPr/>
          <p:nvPr/>
        </p:nvSpPr>
        <p:spPr>
          <a:xfrm>
            <a:off x="6985225" y="46960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5" name="Google Shape;1475;p59"/>
          <p:cNvSpPr/>
          <p:nvPr/>
        </p:nvSpPr>
        <p:spPr>
          <a:xfrm>
            <a:off x="6985219" y="44448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6" name="Google Shape;1476;p59"/>
          <p:cNvSpPr/>
          <p:nvPr/>
        </p:nvSpPr>
        <p:spPr>
          <a:xfrm>
            <a:off x="6985229" y="419363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7" name="Google Shape;1477;p59"/>
          <p:cNvSpPr/>
          <p:nvPr/>
        </p:nvSpPr>
        <p:spPr>
          <a:xfrm>
            <a:off x="6985223" y="394243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8" name="Google Shape;1478;p59"/>
          <p:cNvSpPr/>
          <p:nvPr/>
        </p:nvSpPr>
        <p:spPr>
          <a:xfrm>
            <a:off x="8035744" y="46960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59"/>
          <p:cNvSpPr/>
          <p:nvPr/>
        </p:nvSpPr>
        <p:spPr>
          <a:xfrm>
            <a:off x="8035738" y="44448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59"/>
          <p:cNvSpPr/>
          <p:nvPr/>
        </p:nvSpPr>
        <p:spPr>
          <a:xfrm>
            <a:off x="8035748" y="419363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1" name="Google Shape;1481;p59"/>
          <p:cNvSpPr/>
          <p:nvPr/>
        </p:nvSpPr>
        <p:spPr>
          <a:xfrm>
            <a:off x="8035742" y="394243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2" name="Google Shape;1482;p59"/>
          <p:cNvSpPr/>
          <p:nvPr/>
        </p:nvSpPr>
        <p:spPr>
          <a:xfrm>
            <a:off x="4884181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3" name="Google Shape;1483;p59"/>
          <p:cNvSpPr/>
          <p:nvPr/>
        </p:nvSpPr>
        <p:spPr>
          <a:xfrm>
            <a:off x="4884175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4" name="Google Shape;1484;p59"/>
          <p:cNvSpPr/>
          <p:nvPr/>
        </p:nvSpPr>
        <p:spPr>
          <a:xfrm>
            <a:off x="488418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59"/>
          <p:cNvSpPr/>
          <p:nvPr/>
        </p:nvSpPr>
        <p:spPr>
          <a:xfrm>
            <a:off x="4884179" y="2006523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6" name="Google Shape;1486;p59"/>
          <p:cNvSpPr/>
          <p:nvPr/>
        </p:nvSpPr>
        <p:spPr>
          <a:xfrm>
            <a:off x="5932723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7" name="Google Shape;1487;p59"/>
          <p:cNvSpPr/>
          <p:nvPr/>
        </p:nvSpPr>
        <p:spPr>
          <a:xfrm>
            <a:off x="5932717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8" name="Google Shape;1488;p59"/>
          <p:cNvSpPr/>
          <p:nvPr/>
        </p:nvSpPr>
        <p:spPr>
          <a:xfrm>
            <a:off x="5932727" y="2257699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9" name="Google Shape;1489;p59"/>
          <p:cNvSpPr/>
          <p:nvPr/>
        </p:nvSpPr>
        <p:spPr>
          <a:xfrm>
            <a:off x="5932722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0" name="Google Shape;1490;p59"/>
          <p:cNvSpPr/>
          <p:nvPr/>
        </p:nvSpPr>
        <p:spPr>
          <a:xfrm>
            <a:off x="6981290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1" name="Google Shape;1491;p59"/>
          <p:cNvSpPr/>
          <p:nvPr/>
        </p:nvSpPr>
        <p:spPr>
          <a:xfrm>
            <a:off x="6981285" y="2508874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59"/>
          <p:cNvSpPr/>
          <p:nvPr/>
        </p:nvSpPr>
        <p:spPr>
          <a:xfrm>
            <a:off x="698129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3" name="Google Shape;1493;p59"/>
          <p:cNvSpPr/>
          <p:nvPr/>
        </p:nvSpPr>
        <p:spPr>
          <a:xfrm>
            <a:off x="6981289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4" name="Google Shape;1494;p59"/>
          <p:cNvSpPr/>
          <p:nvPr/>
        </p:nvSpPr>
        <p:spPr>
          <a:xfrm>
            <a:off x="8035745" y="276005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5" name="Google Shape;1495;p59"/>
          <p:cNvSpPr/>
          <p:nvPr/>
        </p:nvSpPr>
        <p:spPr>
          <a:xfrm>
            <a:off x="8035739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6" name="Google Shape;1496;p59"/>
          <p:cNvSpPr/>
          <p:nvPr/>
        </p:nvSpPr>
        <p:spPr>
          <a:xfrm>
            <a:off x="8035750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7" name="Google Shape;1497;p59"/>
          <p:cNvSpPr/>
          <p:nvPr/>
        </p:nvSpPr>
        <p:spPr>
          <a:xfrm>
            <a:off x="8035744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Compositing Operations</a:t>
            </a:r>
            <a:endParaRPr/>
          </a:p>
        </p:txBody>
      </p:sp>
      <p:sp>
        <p:nvSpPr>
          <p:cNvPr id="1503" name="Google Shape;1503;p60"/>
          <p:cNvSpPr txBox="1"/>
          <p:nvPr/>
        </p:nvSpPr>
        <p:spPr>
          <a:xfrm>
            <a:off x="2678946" y="247985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60"/>
          <p:cNvSpPr txBox="1"/>
          <p:nvPr/>
        </p:nvSpPr>
        <p:spPr>
          <a:xfrm>
            <a:off x="3729491" y="247983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60"/>
          <p:cNvSpPr txBox="1"/>
          <p:nvPr/>
        </p:nvSpPr>
        <p:spPr>
          <a:xfrm>
            <a:off x="4779997" y="247983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60"/>
          <p:cNvSpPr txBox="1"/>
          <p:nvPr/>
        </p:nvSpPr>
        <p:spPr>
          <a:xfrm>
            <a:off x="5830503" y="247983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60"/>
          <p:cNvSpPr txBox="1"/>
          <p:nvPr/>
        </p:nvSpPr>
        <p:spPr>
          <a:xfrm>
            <a:off x="2678946" y="116145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60"/>
          <p:cNvSpPr txBox="1"/>
          <p:nvPr/>
        </p:nvSpPr>
        <p:spPr>
          <a:xfrm>
            <a:off x="3729491" y="1161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60"/>
          <p:cNvSpPr txBox="1"/>
          <p:nvPr/>
        </p:nvSpPr>
        <p:spPr>
          <a:xfrm>
            <a:off x="4779997" y="1161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60"/>
          <p:cNvSpPr txBox="1"/>
          <p:nvPr/>
        </p:nvSpPr>
        <p:spPr>
          <a:xfrm>
            <a:off x="5830503" y="1161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1" name="Google Shape;1511;p60"/>
          <p:cNvSpPr/>
          <p:nvPr/>
        </p:nvSpPr>
        <p:spPr>
          <a:xfrm>
            <a:off x="2532868" y="2097636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2" name="Google Shape;1512;p60"/>
          <p:cNvSpPr/>
          <p:nvPr/>
        </p:nvSpPr>
        <p:spPr>
          <a:xfrm>
            <a:off x="2532863" y="1846437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3" name="Google Shape;1513;p60"/>
          <p:cNvSpPr/>
          <p:nvPr/>
        </p:nvSpPr>
        <p:spPr>
          <a:xfrm>
            <a:off x="2532873" y="159523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4" name="Google Shape;1514;p60"/>
          <p:cNvSpPr/>
          <p:nvPr/>
        </p:nvSpPr>
        <p:spPr>
          <a:xfrm>
            <a:off x="2532867" y="1344039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5" name="Google Shape;1515;p60"/>
          <p:cNvSpPr/>
          <p:nvPr/>
        </p:nvSpPr>
        <p:spPr>
          <a:xfrm>
            <a:off x="3583393" y="2097624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6" name="Google Shape;1516;p60"/>
          <p:cNvSpPr/>
          <p:nvPr/>
        </p:nvSpPr>
        <p:spPr>
          <a:xfrm>
            <a:off x="3583387" y="184642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7" name="Google Shape;1517;p60"/>
          <p:cNvSpPr/>
          <p:nvPr/>
        </p:nvSpPr>
        <p:spPr>
          <a:xfrm>
            <a:off x="3583398" y="159522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8" name="Google Shape;1518;p60"/>
          <p:cNvSpPr/>
          <p:nvPr/>
        </p:nvSpPr>
        <p:spPr>
          <a:xfrm>
            <a:off x="3583392" y="1344026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9" name="Google Shape;1519;p60"/>
          <p:cNvSpPr/>
          <p:nvPr/>
        </p:nvSpPr>
        <p:spPr>
          <a:xfrm>
            <a:off x="4633912" y="209762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60"/>
          <p:cNvSpPr/>
          <p:nvPr/>
        </p:nvSpPr>
        <p:spPr>
          <a:xfrm>
            <a:off x="4633906" y="184642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60"/>
          <p:cNvSpPr/>
          <p:nvPr/>
        </p:nvSpPr>
        <p:spPr>
          <a:xfrm>
            <a:off x="4633916" y="159522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2" name="Google Shape;1522;p60"/>
          <p:cNvSpPr/>
          <p:nvPr/>
        </p:nvSpPr>
        <p:spPr>
          <a:xfrm>
            <a:off x="4633911" y="1344026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3" name="Google Shape;1523;p60"/>
          <p:cNvSpPr/>
          <p:nvPr/>
        </p:nvSpPr>
        <p:spPr>
          <a:xfrm>
            <a:off x="5684431" y="2097624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4" name="Google Shape;1524;p60"/>
          <p:cNvSpPr/>
          <p:nvPr/>
        </p:nvSpPr>
        <p:spPr>
          <a:xfrm>
            <a:off x="5684425" y="184642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5" name="Google Shape;1525;p60"/>
          <p:cNvSpPr/>
          <p:nvPr/>
        </p:nvSpPr>
        <p:spPr>
          <a:xfrm>
            <a:off x="5684435" y="159522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6" name="Google Shape;1526;p60"/>
          <p:cNvSpPr/>
          <p:nvPr/>
        </p:nvSpPr>
        <p:spPr>
          <a:xfrm>
            <a:off x="5684430" y="1344026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7" name="Google Shape;1527;p60"/>
          <p:cNvSpPr/>
          <p:nvPr/>
        </p:nvSpPr>
        <p:spPr>
          <a:xfrm>
            <a:off x="2532868" y="341361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8" name="Google Shape;1528;p60"/>
          <p:cNvSpPr/>
          <p:nvPr/>
        </p:nvSpPr>
        <p:spPr>
          <a:xfrm>
            <a:off x="2532863" y="316243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9" name="Google Shape;1529;p60"/>
          <p:cNvSpPr/>
          <p:nvPr/>
        </p:nvSpPr>
        <p:spPr>
          <a:xfrm>
            <a:off x="2532873" y="291126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60"/>
          <p:cNvSpPr/>
          <p:nvPr/>
        </p:nvSpPr>
        <p:spPr>
          <a:xfrm>
            <a:off x="2532867" y="2660084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1" name="Google Shape;1531;p60"/>
          <p:cNvSpPr/>
          <p:nvPr/>
        </p:nvSpPr>
        <p:spPr>
          <a:xfrm>
            <a:off x="3581411" y="341361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2" name="Google Shape;1532;p60"/>
          <p:cNvSpPr/>
          <p:nvPr/>
        </p:nvSpPr>
        <p:spPr>
          <a:xfrm>
            <a:off x="3581405" y="316243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3" name="Google Shape;1533;p60"/>
          <p:cNvSpPr/>
          <p:nvPr/>
        </p:nvSpPr>
        <p:spPr>
          <a:xfrm>
            <a:off x="3581415" y="291126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4" name="Google Shape;1534;p60"/>
          <p:cNvSpPr/>
          <p:nvPr/>
        </p:nvSpPr>
        <p:spPr>
          <a:xfrm>
            <a:off x="3581409" y="266008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5" name="Google Shape;1535;p60"/>
          <p:cNvSpPr/>
          <p:nvPr/>
        </p:nvSpPr>
        <p:spPr>
          <a:xfrm>
            <a:off x="4629978" y="341361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6" name="Google Shape;1536;p60"/>
          <p:cNvSpPr/>
          <p:nvPr/>
        </p:nvSpPr>
        <p:spPr>
          <a:xfrm>
            <a:off x="4629972" y="316243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7" name="Google Shape;1537;p60"/>
          <p:cNvSpPr/>
          <p:nvPr/>
        </p:nvSpPr>
        <p:spPr>
          <a:xfrm>
            <a:off x="4629982" y="291126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8" name="Google Shape;1538;p60"/>
          <p:cNvSpPr/>
          <p:nvPr/>
        </p:nvSpPr>
        <p:spPr>
          <a:xfrm>
            <a:off x="4629976" y="266008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9" name="Google Shape;1539;p60"/>
          <p:cNvSpPr/>
          <p:nvPr/>
        </p:nvSpPr>
        <p:spPr>
          <a:xfrm>
            <a:off x="5684433" y="341361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0" name="Google Shape;1540;p60"/>
          <p:cNvSpPr/>
          <p:nvPr/>
        </p:nvSpPr>
        <p:spPr>
          <a:xfrm>
            <a:off x="5684427" y="316243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1" name="Google Shape;1541;p60"/>
          <p:cNvSpPr/>
          <p:nvPr/>
        </p:nvSpPr>
        <p:spPr>
          <a:xfrm>
            <a:off x="5684437" y="291126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2" name="Google Shape;1542;p60"/>
          <p:cNvSpPr/>
          <p:nvPr/>
        </p:nvSpPr>
        <p:spPr>
          <a:xfrm>
            <a:off x="5684431" y="266008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3" name="Google Shape;1543;p60"/>
          <p:cNvSpPr txBox="1"/>
          <p:nvPr/>
        </p:nvSpPr>
        <p:spPr>
          <a:xfrm>
            <a:off x="2678946" y="3795791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4" name="Google Shape;1544;p60"/>
          <p:cNvSpPr txBox="1"/>
          <p:nvPr/>
        </p:nvSpPr>
        <p:spPr>
          <a:xfrm>
            <a:off x="3729491" y="379577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60"/>
          <p:cNvSpPr txBox="1"/>
          <p:nvPr/>
        </p:nvSpPr>
        <p:spPr>
          <a:xfrm>
            <a:off x="4779997" y="379577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6" name="Google Shape;1546;p60"/>
          <p:cNvSpPr txBox="1"/>
          <p:nvPr/>
        </p:nvSpPr>
        <p:spPr>
          <a:xfrm>
            <a:off x="5830503" y="379577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7" name="Google Shape;1547;p60"/>
          <p:cNvSpPr/>
          <p:nvPr/>
        </p:nvSpPr>
        <p:spPr>
          <a:xfrm>
            <a:off x="2532868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8" name="Google Shape;1548;p60"/>
          <p:cNvSpPr/>
          <p:nvPr/>
        </p:nvSpPr>
        <p:spPr>
          <a:xfrm>
            <a:off x="2532863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9" name="Google Shape;1549;p60"/>
          <p:cNvSpPr/>
          <p:nvPr/>
        </p:nvSpPr>
        <p:spPr>
          <a:xfrm>
            <a:off x="2532873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0" name="Google Shape;1550;p60"/>
          <p:cNvSpPr/>
          <p:nvPr/>
        </p:nvSpPr>
        <p:spPr>
          <a:xfrm>
            <a:off x="2532867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1" name="Google Shape;1551;p60"/>
          <p:cNvSpPr/>
          <p:nvPr/>
        </p:nvSpPr>
        <p:spPr>
          <a:xfrm>
            <a:off x="3581411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60"/>
          <p:cNvSpPr/>
          <p:nvPr/>
        </p:nvSpPr>
        <p:spPr>
          <a:xfrm>
            <a:off x="3581405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3" name="Google Shape;1553;p60"/>
          <p:cNvSpPr/>
          <p:nvPr/>
        </p:nvSpPr>
        <p:spPr>
          <a:xfrm>
            <a:off x="3581415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4" name="Google Shape;1554;p60"/>
          <p:cNvSpPr/>
          <p:nvPr/>
        </p:nvSpPr>
        <p:spPr>
          <a:xfrm>
            <a:off x="3581409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60"/>
          <p:cNvSpPr/>
          <p:nvPr/>
        </p:nvSpPr>
        <p:spPr>
          <a:xfrm>
            <a:off x="4629978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6" name="Google Shape;1556;p60"/>
          <p:cNvSpPr/>
          <p:nvPr/>
        </p:nvSpPr>
        <p:spPr>
          <a:xfrm>
            <a:off x="4629972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7" name="Google Shape;1557;p60"/>
          <p:cNvSpPr/>
          <p:nvPr/>
        </p:nvSpPr>
        <p:spPr>
          <a:xfrm>
            <a:off x="4629982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8" name="Google Shape;1558;p60"/>
          <p:cNvSpPr/>
          <p:nvPr/>
        </p:nvSpPr>
        <p:spPr>
          <a:xfrm>
            <a:off x="4629976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9" name="Google Shape;1559;p60"/>
          <p:cNvSpPr/>
          <p:nvPr/>
        </p:nvSpPr>
        <p:spPr>
          <a:xfrm>
            <a:off x="5684433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0" name="Google Shape;1560;p60"/>
          <p:cNvSpPr/>
          <p:nvPr/>
        </p:nvSpPr>
        <p:spPr>
          <a:xfrm>
            <a:off x="5684427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1" name="Google Shape;1561;p60"/>
          <p:cNvSpPr/>
          <p:nvPr/>
        </p:nvSpPr>
        <p:spPr>
          <a:xfrm>
            <a:off x="5684437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2" name="Google Shape;1562;p60"/>
          <p:cNvSpPr/>
          <p:nvPr/>
        </p:nvSpPr>
        <p:spPr>
          <a:xfrm>
            <a:off x="5684431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63" name="Google Shape;1563;p60"/>
          <p:cNvCxnSpPr/>
          <p:nvPr/>
        </p:nvCxnSpPr>
        <p:spPr>
          <a:xfrm>
            <a:off x="2380473" y="160177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4" name="Google Shape;1564;p60"/>
          <p:cNvSpPr txBox="1"/>
          <p:nvPr/>
        </p:nvSpPr>
        <p:spPr>
          <a:xfrm>
            <a:off x="692566" y="2196086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ReduceScatter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5" name="Google Shape;1565;p60"/>
          <p:cNvCxnSpPr/>
          <p:nvPr/>
        </p:nvCxnSpPr>
        <p:spPr>
          <a:xfrm>
            <a:off x="2355673" y="3304454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6" name="Google Shape;1566;p60"/>
          <p:cNvSpPr txBox="1"/>
          <p:nvPr/>
        </p:nvSpPr>
        <p:spPr>
          <a:xfrm>
            <a:off x="667766" y="3898761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AllGather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7" name="Google Shape;1567;p60"/>
          <p:cNvCxnSpPr/>
          <p:nvPr/>
        </p:nvCxnSpPr>
        <p:spPr>
          <a:xfrm>
            <a:off x="6992125" y="1852966"/>
            <a:ext cx="600" cy="2618700"/>
          </a:xfrm>
          <a:prstGeom prst="curvedConnector3">
            <a:avLst>
              <a:gd fmla="val 15335410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8" name="Google Shape;1568;p60"/>
          <p:cNvSpPr txBox="1"/>
          <p:nvPr/>
        </p:nvSpPr>
        <p:spPr>
          <a:xfrm>
            <a:off x="7057586" y="3039161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9" name="Google Shape;1569;p60"/>
          <p:cNvSpPr txBox="1"/>
          <p:nvPr>
            <p:ph idx="1" type="body"/>
          </p:nvPr>
        </p:nvSpPr>
        <p:spPr>
          <a:xfrm>
            <a:off x="107050" y="402200"/>
            <a:ext cx="89097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AllReduce = ReduceScatter + AllGather.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6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Mesh Topology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5" name="Google Shape;1575;p6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 with Mesh Topology</a:t>
            </a:r>
            <a:endParaRPr/>
          </a:p>
        </p:txBody>
      </p:sp>
      <p:sp>
        <p:nvSpPr>
          <p:cNvPr id="1576" name="Google Shape;1576;p6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62"/>
          <p:cNvSpPr txBox="1"/>
          <p:nvPr>
            <p:ph idx="1" type="body"/>
          </p:nvPr>
        </p:nvSpPr>
        <p:spPr>
          <a:xfrm>
            <a:off x="107050" y="402200"/>
            <a:ext cx="8909700" cy="3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far: We've defined the input and desired output of each operation.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Up next: How do we implement these operations?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topology do we use to connect the nodes?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data does each node have to send to the other nodes?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choices will affect the performance of the operation.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amount of bandwidth used?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steps for operation to complete?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each node sends per step?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use AllReduce as our running example.</a:t>
            </a:r>
            <a:endParaRPr/>
          </a:p>
        </p:txBody>
      </p:sp>
      <p:sp>
        <p:nvSpPr>
          <p:cNvPr id="1582" name="Google Shape;1582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</a:t>
            </a:r>
            <a:r>
              <a:rPr lang="en"/>
              <a:t> Collective Operations</a:t>
            </a:r>
            <a:endParaRPr/>
          </a:p>
        </p:txBody>
      </p:sp>
      <p:sp>
        <p:nvSpPr>
          <p:cNvPr id="1583" name="Google Shape;1583;p62"/>
          <p:cNvSpPr txBox="1"/>
          <p:nvPr/>
        </p:nvSpPr>
        <p:spPr>
          <a:xfrm>
            <a:off x="7621688" y="2619724"/>
            <a:ext cx="82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4" name="Google Shape;1584;p62"/>
          <p:cNvSpPr/>
          <p:nvPr/>
        </p:nvSpPr>
        <p:spPr>
          <a:xfrm>
            <a:off x="7433795" y="3585014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5" name="Google Shape;1585;p62"/>
          <p:cNvSpPr/>
          <p:nvPr/>
        </p:nvSpPr>
        <p:spPr>
          <a:xfrm>
            <a:off x="7433787" y="3333813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6" name="Google Shape;1586;p62"/>
          <p:cNvSpPr/>
          <p:nvPr/>
        </p:nvSpPr>
        <p:spPr>
          <a:xfrm>
            <a:off x="7433801" y="3082611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7" name="Google Shape;1587;p62"/>
          <p:cNvSpPr/>
          <p:nvPr/>
        </p:nvSpPr>
        <p:spPr>
          <a:xfrm>
            <a:off x="7433793" y="2831410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8" name="Google Shape;1588;p62"/>
          <p:cNvSpPr/>
          <p:nvPr/>
        </p:nvSpPr>
        <p:spPr>
          <a:xfrm>
            <a:off x="7433795" y="3836214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9" name="Google Shape;1589;p62"/>
          <p:cNvSpPr/>
          <p:nvPr/>
        </p:nvSpPr>
        <p:spPr>
          <a:xfrm rot="5400000">
            <a:off x="7939925" y="3661475"/>
            <a:ext cx="186900" cy="1202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0" name="Google Shape;1590;p62"/>
          <p:cNvSpPr txBox="1"/>
          <p:nvPr/>
        </p:nvSpPr>
        <p:spPr>
          <a:xfrm>
            <a:off x="7501104" y="4355900"/>
            <a:ext cx="106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vector is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bytes.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1" name="Google Shape;1591;p62"/>
          <p:cNvCxnSpPr/>
          <p:nvPr/>
        </p:nvCxnSpPr>
        <p:spPr>
          <a:xfrm>
            <a:off x="6938500" y="3961775"/>
            <a:ext cx="4191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62"/>
          <p:cNvSpPr txBox="1"/>
          <p:nvPr/>
        </p:nvSpPr>
        <p:spPr>
          <a:xfrm>
            <a:off x="6004300" y="3836225"/>
            <a:ext cx="93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box is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bytes.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3" name="Google Shape;1593;p62"/>
          <p:cNvSpPr txBox="1"/>
          <p:nvPr/>
        </p:nvSpPr>
        <p:spPr>
          <a:xfrm>
            <a:off x="5953300" y="2611000"/>
            <a:ext cx="1404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nodes in total.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node has a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-element vector.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63"/>
          <p:cNvSpPr txBox="1"/>
          <p:nvPr>
            <p:ph idx="1" type="body"/>
          </p:nvPr>
        </p:nvSpPr>
        <p:spPr>
          <a:xfrm>
            <a:off x="107050" y="402200"/>
            <a:ext cx="8909700" cy="11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 up the vectors, then send the resulting sum vector to all nodes.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this demo, we'll use </a:t>
            </a:r>
            <a:r>
              <a:rPr i="1" lang="en"/>
              <a:t>p</a:t>
            </a:r>
            <a:r>
              <a:rPr lang="en"/>
              <a:t> = 5 nodes instead of </a:t>
            </a:r>
            <a:r>
              <a:rPr i="1" lang="en"/>
              <a:t>p</a:t>
            </a:r>
            <a:r>
              <a:rPr lang="en"/>
              <a:t> = 4 nodes.</a:t>
            </a:r>
            <a:endParaRPr/>
          </a:p>
        </p:txBody>
      </p:sp>
      <p:sp>
        <p:nvSpPr>
          <p:cNvPr id="1599" name="Google Shape;1599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AllReduce Operation</a:t>
            </a:r>
            <a:endParaRPr/>
          </a:p>
        </p:txBody>
      </p:sp>
      <p:sp>
        <p:nvSpPr>
          <p:cNvPr id="1600" name="Google Shape;1600;p63"/>
          <p:cNvSpPr txBox="1"/>
          <p:nvPr/>
        </p:nvSpPr>
        <p:spPr>
          <a:xfrm>
            <a:off x="3512223" y="1504538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63"/>
          <p:cNvSpPr txBox="1"/>
          <p:nvPr/>
        </p:nvSpPr>
        <p:spPr>
          <a:xfrm>
            <a:off x="4872913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63"/>
          <p:cNvSpPr txBox="1"/>
          <p:nvPr/>
        </p:nvSpPr>
        <p:spPr>
          <a:xfrm>
            <a:off x="6233554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63"/>
          <p:cNvSpPr txBox="1"/>
          <p:nvPr/>
        </p:nvSpPr>
        <p:spPr>
          <a:xfrm>
            <a:off x="7594194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5: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4" name="Google Shape;1604;p63"/>
          <p:cNvSpPr txBox="1"/>
          <p:nvPr/>
        </p:nvSpPr>
        <p:spPr>
          <a:xfrm>
            <a:off x="3512223" y="3438127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p63"/>
          <p:cNvSpPr txBox="1"/>
          <p:nvPr/>
        </p:nvSpPr>
        <p:spPr>
          <a:xfrm>
            <a:off x="4872913" y="343811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p63"/>
          <p:cNvSpPr txBox="1"/>
          <p:nvPr/>
        </p:nvSpPr>
        <p:spPr>
          <a:xfrm>
            <a:off x="6233554" y="343811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7" name="Google Shape;1607;p63"/>
          <p:cNvSpPr txBox="1"/>
          <p:nvPr/>
        </p:nvSpPr>
        <p:spPr>
          <a:xfrm>
            <a:off x="7594194" y="343811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5: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8" name="Google Shape;1608;p63"/>
          <p:cNvSpPr/>
          <p:nvPr/>
        </p:nvSpPr>
        <p:spPr>
          <a:xfrm>
            <a:off x="3323035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9" name="Google Shape;1609;p63"/>
          <p:cNvSpPr/>
          <p:nvPr/>
        </p:nvSpPr>
        <p:spPr>
          <a:xfrm>
            <a:off x="3323027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0" name="Google Shape;1610;p63"/>
          <p:cNvSpPr/>
          <p:nvPr/>
        </p:nvSpPr>
        <p:spPr>
          <a:xfrm>
            <a:off x="3323041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1" name="Google Shape;1611;p63"/>
          <p:cNvSpPr/>
          <p:nvPr/>
        </p:nvSpPr>
        <p:spPr>
          <a:xfrm>
            <a:off x="3323033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2" name="Google Shape;1612;p63"/>
          <p:cNvSpPr/>
          <p:nvPr/>
        </p:nvSpPr>
        <p:spPr>
          <a:xfrm>
            <a:off x="4681132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3" name="Google Shape;1613;p63"/>
          <p:cNvSpPr/>
          <p:nvPr/>
        </p:nvSpPr>
        <p:spPr>
          <a:xfrm>
            <a:off x="4681124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4" name="Google Shape;1614;p63"/>
          <p:cNvSpPr/>
          <p:nvPr/>
        </p:nvSpPr>
        <p:spPr>
          <a:xfrm>
            <a:off x="4681138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5" name="Google Shape;1615;p63"/>
          <p:cNvSpPr/>
          <p:nvPr/>
        </p:nvSpPr>
        <p:spPr>
          <a:xfrm>
            <a:off x="4681130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6" name="Google Shape;1616;p63"/>
          <p:cNvSpPr/>
          <p:nvPr/>
        </p:nvSpPr>
        <p:spPr>
          <a:xfrm>
            <a:off x="6039261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7" name="Google Shape;1617;p63"/>
          <p:cNvSpPr/>
          <p:nvPr/>
        </p:nvSpPr>
        <p:spPr>
          <a:xfrm>
            <a:off x="6039254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8" name="Google Shape;1618;p63"/>
          <p:cNvSpPr/>
          <p:nvPr/>
        </p:nvSpPr>
        <p:spPr>
          <a:xfrm>
            <a:off x="6039267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9" name="Google Shape;1619;p63"/>
          <p:cNvSpPr/>
          <p:nvPr/>
        </p:nvSpPr>
        <p:spPr>
          <a:xfrm>
            <a:off x="6039259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0" name="Google Shape;1620;p63"/>
          <p:cNvSpPr/>
          <p:nvPr/>
        </p:nvSpPr>
        <p:spPr>
          <a:xfrm>
            <a:off x="7405016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1" name="Google Shape;1621;p63"/>
          <p:cNvSpPr/>
          <p:nvPr/>
        </p:nvSpPr>
        <p:spPr>
          <a:xfrm>
            <a:off x="7405009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2" name="Google Shape;1622;p63"/>
          <p:cNvSpPr/>
          <p:nvPr/>
        </p:nvSpPr>
        <p:spPr>
          <a:xfrm>
            <a:off x="7405022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3" name="Google Shape;1623;p63"/>
          <p:cNvSpPr/>
          <p:nvPr/>
        </p:nvSpPr>
        <p:spPr>
          <a:xfrm>
            <a:off x="7405014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4" name="Google Shape;1624;p63"/>
          <p:cNvSpPr/>
          <p:nvPr/>
        </p:nvSpPr>
        <p:spPr>
          <a:xfrm>
            <a:off x="3323035" y="2459801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5" name="Google Shape;1625;p63"/>
          <p:cNvSpPr/>
          <p:nvPr/>
        </p:nvSpPr>
        <p:spPr>
          <a:xfrm>
            <a:off x="3323027" y="2208600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6" name="Google Shape;1626;p63"/>
          <p:cNvSpPr/>
          <p:nvPr/>
        </p:nvSpPr>
        <p:spPr>
          <a:xfrm>
            <a:off x="3323041" y="1957399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7" name="Google Shape;1627;p63"/>
          <p:cNvSpPr/>
          <p:nvPr/>
        </p:nvSpPr>
        <p:spPr>
          <a:xfrm>
            <a:off x="3323033" y="1706198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8" name="Google Shape;1628;p63"/>
          <p:cNvSpPr/>
          <p:nvPr/>
        </p:nvSpPr>
        <p:spPr>
          <a:xfrm>
            <a:off x="4683700" y="2459789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9" name="Google Shape;1629;p63"/>
          <p:cNvSpPr/>
          <p:nvPr/>
        </p:nvSpPr>
        <p:spPr>
          <a:xfrm>
            <a:off x="4683692" y="2208588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0" name="Google Shape;1630;p63"/>
          <p:cNvSpPr/>
          <p:nvPr/>
        </p:nvSpPr>
        <p:spPr>
          <a:xfrm>
            <a:off x="4683705" y="1957386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1" name="Google Shape;1631;p63"/>
          <p:cNvSpPr/>
          <p:nvPr/>
        </p:nvSpPr>
        <p:spPr>
          <a:xfrm>
            <a:off x="4683698" y="1706185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2" name="Google Shape;1632;p63"/>
          <p:cNvSpPr/>
          <p:nvPr/>
        </p:nvSpPr>
        <p:spPr>
          <a:xfrm>
            <a:off x="6044357" y="2459789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3" name="Google Shape;1633;p63"/>
          <p:cNvSpPr/>
          <p:nvPr/>
        </p:nvSpPr>
        <p:spPr>
          <a:xfrm>
            <a:off x="6044350" y="2208588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4" name="Google Shape;1634;p63"/>
          <p:cNvSpPr/>
          <p:nvPr/>
        </p:nvSpPr>
        <p:spPr>
          <a:xfrm>
            <a:off x="6044363" y="1957386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5" name="Google Shape;1635;p63"/>
          <p:cNvSpPr/>
          <p:nvPr/>
        </p:nvSpPr>
        <p:spPr>
          <a:xfrm>
            <a:off x="6044355" y="1706185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7405014" y="2459789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7" name="Google Shape;1637;p63"/>
          <p:cNvSpPr/>
          <p:nvPr/>
        </p:nvSpPr>
        <p:spPr>
          <a:xfrm>
            <a:off x="7405007" y="2208588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8" name="Google Shape;1638;p63"/>
          <p:cNvSpPr/>
          <p:nvPr/>
        </p:nvSpPr>
        <p:spPr>
          <a:xfrm>
            <a:off x="7405020" y="1957386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7405012" y="1706185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0" name="Google Shape;1640;p63"/>
          <p:cNvSpPr txBox="1"/>
          <p:nvPr/>
        </p:nvSpPr>
        <p:spPr>
          <a:xfrm>
            <a:off x="2150263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1" name="Google Shape;1641;p63"/>
          <p:cNvSpPr/>
          <p:nvPr/>
        </p:nvSpPr>
        <p:spPr>
          <a:xfrm>
            <a:off x="1964935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2" name="Google Shape;1642;p63"/>
          <p:cNvSpPr/>
          <p:nvPr/>
        </p:nvSpPr>
        <p:spPr>
          <a:xfrm>
            <a:off x="1964953" y="414443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3" name="Google Shape;1643;p63"/>
          <p:cNvSpPr/>
          <p:nvPr/>
        </p:nvSpPr>
        <p:spPr>
          <a:xfrm>
            <a:off x="1964966" y="389325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4" name="Google Shape;1644;p63"/>
          <p:cNvSpPr/>
          <p:nvPr/>
        </p:nvSpPr>
        <p:spPr>
          <a:xfrm>
            <a:off x="1964958" y="364208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5" name="Google Shape;1645;p63"/>
          <p:cNvSpPr/>
          <p:nvPr/>
        </p:nvSpPr>
        <p:spPr>
          <a:xfrm>
            <a:off x="1962370" y="2459789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6" name="Google Shape;1646;p63"/>
          <p:cNvSpPr/>
          <p:nvPr/>
        </p:nvSpPr>
        <p:spPr>
          <a:xfrm>
            <a:off x="1962362" y="2208588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7" name="Google Shape;1647;p63"/>
          <p:cNvSpPr/>
          <p:nvPr/>
        </p:nvSpPr>
        <p:spPr>
          <a:xfrm>
            <a:off x="1962376" y="1957386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8" name="Google Shape;1648;p63"/>
          <p:cNvSpPr/>
          <p:nvPr/>
        </p:nvSpPr>
        <p:spPr>
          <a:xfrm>
            <a:off x="1962368" y="1706185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9" name="Google Shape;1649;p63"/>
          <p:cNvSpPr txBox="1"/>
          <p:nvPr/>
        </p:nvSpPr>
        <p:spPr>
          <a:xfrm>
            <a:off x="2150263" y="3438102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0" name="Google Shape;1650;p63"/>
          <p:cNvCxnSpPr>
            <a:stCxn id="1647" idx="1"/>
            <a:endCxn id="1642" idx="1"/>
          </p:cNvCxnSpPr>
          <p:nvPr/>
        </p:nvCxnSpPr>
        <p:spPr>
          <a:xfrm>
            <a:off x="1962376" y="2082936"/>
            <a:ext cx="2700" cy="2187000"/>
          </a:xfrm>
          <a:prstGeom prst="curvedConnector3">
            <a:avLst>
              <a:gd fmla="val -33396779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1" name="Google Shape;1651;p63"/>
          <p:cNvSpPr txBox="1"/>
          <p:nvPr/>
        </p:nvSpPr>
        <p:spPr>
          <a:xfrm>
            <a:off x="213679" y="2927749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63"/>
          <p:cNvSpPr/>
          <p:nvPr/>
        </p:nvSpPr>
        <p:spPr>
          <a:xfrm>
            <a:off x="3323035" y="2711001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4683700" y="2710989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6044357" y="2710989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5" name="Google Shape;1655;p63"/>
          <p:cNvSpPr/>
          <p:nvPr/>
        </p:nvSpPr>
        <p:spPr>
          <a:xfrm>
            <a:off x="7405014" y="2710989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1962370" y="2710989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7" name="Google Shape;1657;p63"/>
          <p:cNvSpPr/>
          <p:nvPr/>
        </p:nvSpPr>
        <p:spPr>
          <a:xfrm>
            <a:off x="3323173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4681270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6039399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0" name="Google Shape;1660;p63"/>
          <p:cNvSpPr/>
          <p:nvPr/>
        </p:nvSpPr>
        <p:spPr>
          <a:xfrm>
            <a:off x="7405154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1" name="Google Shape;1661;p63"/>
          <p:cNvSpPr/>
          <p:nvPr/>
        </p:nvSpPr>
        <p:spPr>
          <a:xfrm>
            <a:off x="1965098" y="464681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64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7" name="Google Shape;1667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668" name="Google Shape;1668;p64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669" name="Google Shape;1669;p64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64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1" name="Google Shape;1671;p64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2" name="Google Shape;1672;p64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3" name="Google Shape;1673;p64"/>
          <p:cNvCxnSpPr>
            <a:stCxn id="1666" idx="7"/>
            <a:endCxn id="1671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4" name="Google Shape;1674;p64"/>
          <p:cNvCxnSpPr>
            <a:stCxn id="1672" idx="1"/>
            <a:endCxn id="1671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64"/>
          <p:cNvCxnSpPr>
            <a:stCxn id="1670" idx="0"/>
            <a:endCxn id="1672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64"/>
          <p:cNvCxnSpPr>
            <a:stCxn id="1669" idx="6"/>
            <a:endCxn id="1670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7" name="Google Shape;1677;p64"/>
          <p:cNvCxnSpPr>
            <a:stCxn id="1666" idx="4"/>
            <a:endCxn id="1669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64"/>
          <p:cNvCxnSpPr>
            <a:stCxn id="1666" idx="6"/>
            <a:endCxn id="1670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64"/>
          <p:cNvCxnSpPr>
            <a:stCxn id="1672" idx="2"/>
            <a:endCxn id="1669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64"/>
          <p:cNvCxnSpPr>
            <a:stCxn id="1671" idx="4"/>
            <a:endCxn id="1669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64"/>
          <p:cNvCxnSpPr>
            <a:stCxn id="1671" idx="4"/>
            <a:endCxn id="1670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64"/>
          <p:cNvCxnSpPr>
            <a:stCxn id="1672" idx="2"/>
            <a:endCxn id="1666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64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4" name="Google Shape;1684;p64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5" name="Google Shape;1685;p64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6" name="Google Shape;1686;p64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7" name="Google Shape;1687;p64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8" name="Google Shape;1688;p64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9" name="Google Shape;1689;p64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0" name="Google Shape;1690;p64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1" name="Google Shape;1691;p64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2" name="Google Shape;1692;p64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3" name="Google Shape;1693;p64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4" name="Google Shape;1694;p64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5" name="Google Shape;1695;p64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6" name="Google Shape;1696;p64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7" name="Google Shape;1697;p64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8" name="Google Shape;1698;p64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9" name="Google Shape;1699;p64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0" name="Google Shape;1700;p64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1" name="Google Shape;1701;p64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2" name="Google Shape;1702;p64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3" name="Google Shape;1703;p64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4" name="Google Shape;1704;p64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5" name="Google Shape;1705;p64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6" name="Google Shape;1706;p64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7" name="Google Shape;1707;p64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65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3" name="Google Shape;1713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714" name="Google Shape;1714;p65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715" name="Google Shape;1715;p65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6" name="Google Shape;1716;p65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65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65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65"/>
          <p:cNvCxnSpPr>
            <a:stCxn id="1712" idx="7"/>
            <a:endCxn id="171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65"/>
          <p:cNvCxnSpPr>
            <a:stCxn id="1718" idx="1"/>
            <a:endCxn id="171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65"/>
          <p:cNvCxnSpPr>
            <a:stCxn id="1716" idx="0"/>
            <a:endCxn id="171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65"/>
          <p:cNvCxnSpPr>
            <a:stCxn id="1715" idx="6"/>
            <a:endCxn id="171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65"/>
          <p:cNvCxnSpPr>
            <a:stCxn id="1712" idx="4"/>
            <a:endCxn id="171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4" name="Google Shape;1724;p65"/>
          <p:cNvCxnSpPr>
            <a:stCxn id="1712" idx="6"/>
            <a:endCxn id="171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65"/>
          <p:cNvCxnSpPr>
            <a:stCxn id="1718" idx="2"/>
            <a:endCxn id="171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65"/>
          <p:cNvCxnSpPr>
            <a:stCxn id="1717" idx="4"/>
            <a:endCxn id="171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7" name="Google Shape;1727;p65"/>
          <p:cNvCxnSpPr>
            <a:stCxn id="1717" idx="4"/>
            <a:endCxn id="171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8" name="Google Shape;1728;p65"/>
          <p:cNvCxnSpPr>
            <a:stCxn id="1718" idx="2"/>
            <a:endCxn id="171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9" name="Google Shape;1729;p65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0" name="Google Shape;1730;p65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1" name="Google Shape;1731;p65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2" name="Google Shape;1732;p65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3" name="Google Shape;1733;p65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4" name="Google Shape;1734;p65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5" name="Google Shape;1735;p65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6" name="Google Shape;1736;p65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7" name="Google Shape;1737;p65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8" name="Google Shape;1738;p65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9" name="Google Shape;1739;p65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0" name="Google Shape;1740;p65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1" name="Google Shape;1741;p65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2" name="Google Shape;1742;p65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3" name="Google Shape;1743;p65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4" name="Google Shape;1744;p65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5" name="Google Shape;1745;p65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6" name="Google Shape;1746;p65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7" name="Google Shape;1747;p65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8" name="Google Shape;1748;p65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9" name="Google Shape;1749;p65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0" name="Google Shape;1750;p65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1" name="Google Shape;1751;p65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2" name="Google Shape;1752;p65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3" name="Google Shape;1753;p65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4" name="Google Shape;1754;p65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5" name="Google Shape;1755;p65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6" name="Google Shape;1756;p65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7" name="Google Shape;1757;p65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8" name="Google Shape;1758;p65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9" name="Google Shape;1759;p65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0" name="Google Shape;1760;p65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1" name="Google Shape;1761;p65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2" name="Google Shape;1762;p65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3" name="Google Shape;1763;p65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4" name="Google Shape;1764;p65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5" name="Google Shape;1765;p65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6" name="Google Shape;1766;p65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7" name="Google Shape;1767;p65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8" name="Google Shape;1768;p65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9" name="Google Shape;1769;p65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0" name="Google Shape;1770;p65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1" name="Google Shape;1771;p65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2" name="Google Shape;1772;p65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3" name="Google Shape;1773;p65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4" name="Google Shape;1774;p65"/>
          <p:cNvCxnSpPr/>
          <p:nvPr/>
        </p:nvCxnSpPr>
        <p:spPr>
          <a:xfrm flipH="1">
            <a:off x="3726247" y="1568034"/>
            <a:ext cx="630300" cy="38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5" name="Google Shape;1775;p65"/>
          <p:cNvCxnSpPr/>
          <p:nvPr/>
        </p:nvCxnSpPr>
        <p:spPr>
          <a:xfrm>
            <a:off x="4787447" y="1568034"/>
            <a:ext cx="630300" cy="38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6" name="Google Shape;1776;p65"/>
          <p:cNvCxnSpPr/>
          <p:nvPr/>
        </p:nvCxnSpPr>
        <p:spPr>
          <a:xfrm>
            <a:off x="4727838" y="1718536"/>
            <a:ext cx="177300" cy="504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7" name="Google Shape;1777;p65"/>
          <p:cNvCxnSpPr/>
          <p:nvPr/>
        </p:nvCxnSpPr>
        <p:spPr>
          <a:xfrm flipH="1">
            <a:off x="4238838" y="1718536"/>
            <a:ext cx="177300" cy="504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66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784" name="Google Shape;1784;p66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785" name="Google Shape;1785;p66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66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66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66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9" name="Google Shape;1789;p66"/>
          <p:cNvCxnSpPr>
            <a:stCxn id="1782" idx="7"/>
            <a:endCxn id="178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0" name="Google Shape;1790;p66"/>
          <p:cNvCxnSpPr>
            <a:stCxn id="1788" idx="1"/>
            <a:endCxn id="178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66"/>
          <p:cNvCxnSpPr>
            <a:stCxn id="1786" idx="0"/>
            <a:endCxn id="178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66"/>
          <p:cNvCxnSpPr>
            <a:stCxn id="1785" idx="6"/>
            <a:endCxn id="178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66"/>
          <p:cNvCxnSpPr>
            <a:stCxn id="1782" idx="4"/>
            <a:endCxn id="178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66"/>
          <p:cNvCxnSpPr>
            <a:stCxn id="1782" idx="6"/>
            <a:endCxn id="178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66"/>
          <p:cNvCxnSpPr>
            <a:stCxn id="1788" idx="2"/>
            <a:endCxn id="178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66"/>
          <p:cNvCxnSpPr>
            <a:stCxn id="1787" idx="4"/>
            <a:endCxn id="178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66"/>
          <p:cNvCxnSpPr>
            <a:stCxn id="1787" idx="4"/>
            <a:endCxn id="178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66"/>
          <p:cNvCxnSpPr>
            <a:stCxn id="1788" idx="2"/>
            <a:endCxn id="178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9" name="Google Shape;1799;p66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0" name="Google Shape;1800;p66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1" name="Google Shape;1801;p66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2" name="Google Shape;1802;p66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3" name="Google Shape;1803;p66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66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5" name="Google Shape;1805;p66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6" name="Google Shape;1806;p66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7" name="Google Shape;1807;p66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8" name="Google Shape;1808;p66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9" name="Google Shape;1809;p66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0" name="Google Shape;1810;p66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1" name="Google Shape;1811;p66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2" name="Google Shape;1812;p66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3" name="Google Shape;1813;p66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4" name="Google Shape;1814;p66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5" name="Google Shape;1815;p66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6" name="Google Shape;1816;p66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7" name="Google Shape;1817;p66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8" name="Google Shape;1818;p66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9" name="Google Shape;1819;p66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0" name="Google Shape;1820;p66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1" name="Google Shape;1821;p66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2" name="Google Shape;1822;p66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3" name="Google Shape;1823;p66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4" name="Google Shape;1824;p66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5" name="Google Shape;1825;p66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6" name="Google Shape;1826;p66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7" name="Google Shape;1827;p66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8" name="Google Shape;1828;p66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9" name="Google Shape;1829;p66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0" name="Google Shape;1830;p66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1" name="Google Shape;1831;p66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2" name="Google Shape;1832;p66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3" name="Google Shape;1833;p66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4" name="Google Shape;1834;p66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5" name="Google Shape;1835;p66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6" name="Google Shape;1836;p66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7" name="Google Shape;1837;p66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8" name="Google Shape;1838;p66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9" name="Google Shape;1839;p66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0" name="Google Shape;1840;p66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1" name="Google Shape;1841;p66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2" name="Google Shape;1842;p66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3" name="Google Shape;1843;p66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4" name="Google Shape;1844;p66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5" name="Google Shape;1845;p66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6" name="Google Shape;1846;p66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7" name="Google Shape;1847;p66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8" name="Google Shape;1848;p66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9" name="Google Shape;1849;p66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0" name="Google Shape;1850;p66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1" name="Google Shape;1851;p66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2" name="Google Shape;1852;p66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3" name="Google Shape;1853;p66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4" name="Google Shape;1854;p66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5" name="Google Shape;1855;p66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6" name="Google Shape;1856;p66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7" name="Google Shape;1857;p66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8" name="Google Shape;1858;p66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9" name="Google Shape;1859;p66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0" name="Google Shape;1860;p66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1" name="Google Shape;1861;p66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2" name="Google Shape;1862;p66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3" name="Google Shape;1863;p66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64" name="Google Shape;1864;p66"/>
          <p:cNvCxnSpPr/>
          <p:nvPr/>
        </p:nvCxnSpPr>
        <p:spPr>
          <a:xfrm rot="10800000">
            <a:off x="5524347" y="2022579"/>
            <a:ext cx="654300" cy="40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5" name="Google Shape;1865;p66"/>
          <p:cNvCxnSpPr/>
          <p:nvPr/>
        </p:nvCxnSpPr>
        <p:spPr>
          <a:xfrm flipH="1">
            <a:off x="5432997" y="2800366"/>
            <a:ext cx="618600" cy="46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6" name="Google Shape;1866;p66"/>
          <p:cNvCxnSpPr/>
          <p:nvPr/>
        </p:nvCxnSpPr>
        <p:spPr>
          <a:xfrm flipH="1">
            <a:off x="6057897" y="2920966"/>
            <a:ext cx="266700" cy="648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7" name="Google Shape;1867;p66"/>
          <p:cNvCxnSpPr/>
          <p:nvPr/>
        </p:nvCxnSpPr>
        <p:spPr>
          <a:xfrm rot="10800000">
            <a:off x="5333825" y="2551200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67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874" name="Google Shape;1874;p67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875" name="Google Shape;1875;p67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6" name="Google Shape;1876;p67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7" name="Google Shape;1877;p67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8" name="Google Shape;1878;p67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9" name="Google Shape;1879;p67"/>
          <p:cNvCxnSpPr>
            <a:stCxn id="1872" idx="7"/>
            <a:endCxn id="187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67"/>
          <p:cNvCxnSpPr>
            <a:stCxn id="1878" idx="1"/>
            <a:endCxn id="187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67"/>
          <p:cNvCxnSpPr>
            <a:stCxn id="1876" idx="0"/>
            <a:endCxn id="187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67"/>
          <p:cNvCxnSpPr>
            <a:stCxn id="1875" idx="6"/>
            <a:endCxn id="187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67"/>
          <p:cNvCxnSpPr>
            <a:stCxn id="1872" idx="4"/>
            <a:endCxn id="187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67"/>
          <p:cNvCxnSpPr>
            <a:stCxn id="1872" idx="6"/>
            <a:endCxn id="187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67"/>
          <p:cNvCxnSpPr>
            <a:stCxn id="1878" idx="2"/>
            <a:endCxn id="187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6" name="Google Shape;1886;p67"/>
          <p:cNvCxnSpPr>
            <a:stCxn id="1877" idx="4"/>
            <a:endCxn id="187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7" name="Google Shape;1887;p67"/>
          <p:cNvCxnSpPr>
            <a:stCxn id="1877" idx="4"/>
            <a:endCxn id="187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8" name="Google Shape;1888;p67"/>
          <p:cNvCxnSpPr>
            <a:stCxn id="1878" idx="2"/>
            <a:endCxn id="187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67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67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1" name="Google Shape;1891;p67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2" name="Google Shape;1892;p67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3" name="Google Shape;1893;p67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4" name="Google Shape;1894;p67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p67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6" name="Google Shape;1896;p67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7" name="Google Shape;1897;p67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8" name="Google Shape;1898;p67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9" name="Google Shape;1899;p67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0" name="Google Shape;1900;p67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1" name="Google Shape;1901;p67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2" name="Google Shape;1902;p67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3" name="Google Shape;1903;p67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4" name="Google Shape;1904;p67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5" name="Google Shape;1905;p67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6" name="Google Shape;1906;p67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7" name="Google Shape;1907;p67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8" name="Google Shape;1908;p67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9" name="Google Shape;1909;p67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0" name="Google Shape;1910;p67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1" name="Google Shape;1911;p67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p67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p67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67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5" name="Google Shape;1915;p67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6" name="Google Shape;1916;p67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7" name="Google Shape;1917;p67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8" name="Google Shape;1918;p67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9" name="Google Shape;1919;p67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0" name="Google Shape;1920;p67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1" name="Google Shape;1921;p67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2" name="Google Shape;1922;p67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p67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4" name="Google Shape;1924;p67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5" name="Google Shape;1925;p67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6" name="Google Shape;1926;p67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7" name="Google Shape;1927;p67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67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9" name="Google Shape;1929;p67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0" name="Google Shape;1930;p67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1" name="Google Shape;1931;p67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2" name="Google Shape;1932;p67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3" name="Google Shape;1933;p67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4" name="Google Shape;1934;p67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5" name="Google Shape;1935;p67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6" name="Google Shape;1936;p67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7" name="Google Shape;1937;p67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8" name="Google Shape;1938;p67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9" name="Google Shape;1939;p67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67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1" name="Google Shape;1941;p67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2" name="Google Shape;1942;p67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3" name="Google Shape;1943;p67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4" name="Google Shape;1944;p67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5" name="Google Shape;1945;p67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6" name="Google Shape;1946;p67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7" name="Google Shape;1947;p67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8" name="Google Shape;1948;p67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9" name="Google Shape;1949;p67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p67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1" name="Google Shape;1951;p67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p67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3" name="Google Shape;1953;p67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4" name="Google Shape;1954;p67"/>
          <p:cNvSpPr/>
          <p:nvPr/>
        </p:nvSpPr>
        <p:spPr>
          <a:xfrm>
            <a:off x="5572045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5" name="Google Shape;1955;p67"/>
          <p:cNvSpPr/>
          <p:nvPr/>
        </p:nvSpPr>
        <p:spPr>
          <a:xfrm>
            <a:off x="5572038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6" name="Google Shape;1956;p67"/>
          <p:cNvSpPr/>
          <p:nvPr/>
        </p:nvSpPr>
        <p:spPr>
          <a:xfrm>
            <a:off x="5572051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7" name="Google Shape;1957;p67"/>
          <p:cNvSpPr/>
          <p:nvPr/>
        </p:nvSpPr>
        <p:spPr>
          <a:xfrm>
            <a:off x="5572043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8" name="Google Shape;1958;p67"/>
          <p:cNvSpPr/>
          <p:nvPr/>
        </p:nvSpPr>
        <p:spPr>
          <a:xfrm>
            <a:off x="5572045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9" name="Google Shape;1959;p67"/>
          <p:cNvSpPr/>
          <p:nvPr/>
        </p:nvSpPr>
        <p:spPr>
          <a:xfrm>
            <a:off x="6826195" y="29008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0" name="Google Shape;1960;p67"/>
          <p:cNvSpPr/>
          <p:nvPr/>
        </p:nvSpPr>
        <p:spPr>
          <a:xfrm>
            <a:off x="6826188" y="27053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1" name="Google Shape;1961;p67"/>
          <p:cNvSpPr/>
          <p:nvPr/>
        </p:nvSpPr>
        <p:spPr>
          <a:xfrm>
            <a:off x="6826201" y="25098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2" name="Google Shape;1962;p67"/>
          <p:cNvSpPr/>
          <p:nvPr/>
        </p:nvSpPr>
        <p:spPr>
          <a:xfrm>
            <a:off x="6826193" y="23143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3" name="Google Shape;1963;p67"/>
          <p:cNvSpPr/>
          <p:nvPr/>
        </p:nvSpPr>
        <p:spPr>
          <a:xfrm>
            <a:off x="6826195" y="30964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4" name="Google Shape;1964;p67"/>
          <p:cNvSpPr/>
          <p:nvPr/>
        </p:nvSpPr>
        <p:spPr>
          <a:xfrm>
            <a:off x="736495" y="459233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5" name="Google Shape;1965;p67"/>
          <p:cNvSpPr/>
          <p:nvPr/>
        </p:nvSpPr>
        <p:spPr>
          <a:xfrm>
            <a:off x="736488" y="439680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6" name="Google Shape;1966;p67"/>
          <p:cNvSpPr/>
          <p:nvPr/>
        </p:nvSpPr>
        <p:spPr>
          <a:xfrm>
            <a:off x="736501" y="420127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p67"/>
          <p:cNvSpPr/>
          <p:nvPr/>
        </p:nvSpPr>
        <p:spPr>
          <a:xfrm>
            <a:off x="736493" y="4005738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8" name="Google Shape;1968;p67"/>
          <p:cNvSpPr/>
          <p:nvPr/>
        </p:nvSpPr>
        <p:spPr>
          <a:xfrm>
            <a:off x="736495" y="4787866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9" name="Google Shape;1969;p67"/>
          <p:cNvSpPr/>
          <p:nvPr/>
        </p:nvSpPr>
        <p:spPr>
          <a:xfrm>
            <a:off x="736495" y="28246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0" name="Google Shape;1970;p67"/>
          <p:cNvSpPr/>
          <p:nvPr/>
        </p:nvSpPr>
        <p:spPr>
          <a:xfrm>
            <a:off x="736488" y="26291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1" name="Google Shape;1971;p67"/>
          <p:cNvSpPr/>
          <p:nvPr/>
        </p:nvSpPr>
        <p:spPr>
          <a:xfrm>
            <a:off x="736501" y="24336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2" name="Google Shape;1972;p67"/>
          <p:cNvSpPr/>
          <p:nvPr/>
        </p:nvSpPr>
        <p:spPr>
          <a:xfrm>
            <a:off x="736493" y="22381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3" name="Google Shape;1973;p67"/>
          <p:cNvSpPr/>
          <p:nvPr/>
        </p:nvSpPr>
        <p:spPr>
          <a:xfrm>
            <a:off x="736495" y="30202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74" name="Google Shape;1974;p67"/>
          <p:cNvCxnSpPr/>
          <p:nvPr/>
        </p:nvCxnSpPr>
        <p:spPr>
          <a:xfrm rot="10800000">
            <a:off x="4799972" y="4062701"/>
            <a:ext cx="597300" cy="45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5" name="Google Shape;1975;p67"/>
          <p:cNvCxnSpPr/>
          <p:nvPr/>
        </p:nvCxnSpPr>
        <p:spPr>
          <a:xfrm rot="10800000">
            <a:off x="4607529" y="4602760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6" name="Google Shape;1976;p67"/>
          <p:cNvCxnSpPr/>
          <p:nvPr/>
        </p:nvCxnSpPr>
        <p:spPr>
          <a:xfrm rot="10800000">
            <a:off x="5384813" y="3682572"/>
            <a:ext cx="204600" cy="600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7" name="Google Shape;1977;p67"/>
          <p:cNvCxnSpPr/>
          <p:nvPr/>
        </p:nvCxnSpPr>
        <p:spPr>
          <a:xfrm flipH="1" rot="10800000">
            <a:off x="5759663" y="3769272"/>
            <a:ext cx="248700" cy="57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68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3" name="Google Shape;1983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984" name="Google Shape;1984;p68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985" name="Google Shape;1985;p68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6" name="Google Shape;1986;p68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7" name="Google Shape;1987;p68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8" name="Google Shape;1988;p68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9" name="Google Shape;1989;p68"/>
          <p:cNvCxnSpPr>
            <a:stCxn id="1982" idx="7"/>
            <a:endCxn id="198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0" name="Google Shape;1990;p68"/>
          <p:cNvCxnSpPr>
            <a:stCxn id="1988" idx="1"/>
            <a:endCxn id="198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68"/>
          <p:cNvCxnSpPr>
            <a:stCxn id="1986" idx="0"/>
            <a:endCxn id="198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68"/>
          <p:cNvCxnSpPr>
            <a:stCxn id="1985" idx="6"/>
            <a:endCxn id="198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68"/>
          <p:cNvCxnSpPr>
            <a:stCxn id="1982" idx="4"/>
            <a:endCxn id="198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68"/>
          <p:cNvCxnSpPr>
            <a:stCxn id="1982" idx="6"/>
            <a:endCxn id="198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68"/>
          <p:cNvCxnSpPr>
            <a:stCxn id="1988" idx="2"/>
            <a:endCxn id="198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68"/>
          <p:cNvCxnSpPr>
            <a:stCxn id="1987" idx="4"/>
            <a:endCxn id="198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68"/>
          <p:cNvCxnSpPr>
            <a:stCxn id="1987" idx="4"/>
            <a:endCxn id="198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8" name="Google Shape;1998;p68"/>
          <p:cNvCxnSpPr>
            <a:stCxn id="1988" idx="2"/>
            <a:endCxn id="198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9" name="Google Shape;1999;p68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0" name="Google Shape;2000;p68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1" name="Google Shape;2001;p68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2" name="Google Shape;2002;p68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3" name="Google Shape;2003;p68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4" name="Google Shape;2004;p68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5" name="Google Shape;2005;p68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6" name="Google Shape;2006;p68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7" name="Google Shape;2007;p68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8" name="Google Shape;2008;p68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9" name="Google Shape;2009;p68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0" name="Google Shape;2010;p68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p68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2" name="Google Shape;2012;p68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3" name="Google Shape;2013;p68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4" name="Google Shape;2014;p68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5" name="Google Shape;2015;p68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6" name="Google Shape;2016;p68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7" name="Google Shape;2017;p68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8" name="Google Shape;2018;p68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9" name="Google Shape;2019;p68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0" name="Google Shape;2020;p68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1" name="Google Shape;2021;p68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2" name="Google Shape;2022;p68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3" name="Google Shape;2023;p68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4" name="Google Shape;2024;p68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5" name="Google Shape;2025;p68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6" name="Google Shape;2026;p68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68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8" name="Google Shape;2028;p68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9" name="Google Shape;2029;p68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68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1" name="Google Shape;2031;p68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2" name="Google Shape;2032;p68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3" name="Google Shape;2033;p68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4" name="Google Shape;2034;p68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5" name="Google Shape;2035;p68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6" name="Google Shape;2036;p68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7" name="Google Shape;2037;p68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8" name="Google Shape;2038;p68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9" name="Google Shape;2039;p68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0" name="Google Shape;2040;p68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1" name="Google Shape;2041;p68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2" name="Google Shape;2042;p68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3" name="Google Shape;2043;p68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4" name="Google Shape;2044;p68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5" name="Google Shape;2045;p68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6" name="Google Shape;2046;p68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7" name="Google Shape;2047;p68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8" name="Google Shape;2048;p68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9" name="Google Shape;2049;p68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0" name="Google Shape;2050;p68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1" name="Google Shape;2051;p68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2" name="Google Shape;2052;p68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3" name="Google Shape;2053;p68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4" name="Google Shape;2054;p68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5" name="Google Shape;2055;p68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6" name="Google Shape;2056;p68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7" name="Google Shape;2057;p68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8" name="Google Shape;2058;p68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9" name="Google Shape;2059;p68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0" name="Google Shape;2060;p68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1" name="Google Shape;2061;p68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2" name="Google Shape;2062;p68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3" name="Google Shape;2063;p68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4" name="Google Shape;2064;p68"/>
          <p:cNvSpPr/>
          <p:nvPr/>
        </p:nvSpPr>
        <p:spPr>
          <a:xfrm>
            <a:off x="5572045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5" name="Google Shape;2065;p68"/>
          <p:cNvSpPr/>
          <p:nvPr/>
        </p:nvSpPr>
        <p:spPr>
          <a:xfrm>
            <a:off x="5572038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6" name="Google Shape;2066;p68"/>
          <p:cNvSpPr/>
          <p:nvPr/>
        </p:nvSpPr>
        <p:spPr>
          <a:xfrm>
            <a:off x="5572051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7" name="Google Shape;2067;p68"/>
          <p:cNvSpPr/>
          <p:nvPr/>
        </p:nvSpPr>
        <p:spPr>
          <a:xfrm>
            <a:off x="5572043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8" name="Google Shape;2068;p68"/>
          <p:cNvSpPr/>
          <p:nvPr/>
        </p:nvSpPr>
        <p:spPr>
          <a:xfrm>
            <a:off x="5572045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9" name="Google Shape;2069;p68"/>
          <p:cNvSpPr/>
          <p:nvPr/>
        </p:nvSpPr>
        <p:spPr>
          <a:xfrm>
            <a:off x="6826195" y="29008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0" name="Google Shape;2070;p68"/>
          <p:cNvSpPr/>
          <p:nvPr/>
        </p:nvSpPr>
        <p:spPr>
          <a:xfrm>
            <a:off x="6826188" y="27053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1" name="Google Shape;2071;p68"/>
          <p:cNvSpPr/>
          <p:nvPr/>
        </p:nvSpPr>
        <p:spPr>
          <a:xfrm>
            <a:off x="6826201" y="25098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2" name="Google Shape;2072;p68"/>
          <p:cNvSpPr/>
          <p:nvPr/>
        </p:nvSpPr>
        <p:spPr>
          <a:xfrm>
            <a:off x="6826193" y="23143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3" name="Google Shape;2073;p68"/>
          <p:cNvSpPr/>
          <p:nvPr/>
        </p:nvSpPr>
        <p:spPr>
          <a:xfrm>
            <a:off x="6826195" y="30964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4" name="Google Shape;2074;p68"/>
          <p:cNvSpPr/>
          <p:nvPr/>
        </p:nvSpPr>
        <p:spPr>
          <a:xfrm>
            <a:off x="736495" y="459233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5" name="Google Shape;2075;p68"/>
          <p:cNvSpPr/>
          <p:nvPr/>
        </p:nvSpPr>
        <p:spPr>
          <a:xfrm>
            <a:off x="736488" y="439680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6" name="Google Shape;2076;p68"/>
          <p:cNvSpPr/>
          <p:nvPr/>
        </p:nvSpPr>
        <p:spPr>
          <a:xfrm>
            <a:off x="736501" y="420127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7" name="Google Shape;2077;p68"/>
          <p:cNvSpPr/>
          <p:nvPr/>
        </p:nvSpPr>
        <p:spPr>
          <a:xfrm>
            <a:off x="736493" y="4005738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8" name="Google Shape;2078;p68"/>
          <p:cNvSpPr/>
          <p:nvPr/>
        </p:nvSpPr>
        <p:spPr>
          <a:xfrm>
            <a:off x="736495" y="4787866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9" name="Google Shape;2079;p68"/>
          <p:cNvSpPr/>
          <p:nvPr/>
        </p:nvSpPr>
        <p:spPr>
          <a:xfrm>
            <a:off x="736495" y="28246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0" name="Google Shape;2080;p68"/>
          <p:cNvSpPr/>
          <p:nvPr/>
        </p:nvSpPr>
        <p:spPr>
          <a:xfrm>
            <a:off x="736488" y="26291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1" name="Google Shape;2081;p68"/>
          <p:cNvSpPr/>
          <p:nvPr/>
        </p:nvSpPr>
        <p:spPr>
          <a:xfrm>
            <a:off x="736501" y="24336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2" name="Google Shape;2082;p68"/>
          <p:cNvSpPr/>
          <p:nvPr/>
        </p:nvSpPr>
        <p:spPr>
          <a:xfrm>
            <a:off x="736493" y="22381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3" name="Google Shape;2083;p68"/>
          <p:cNvSpPr/>
          <p:nvPr/>
        </p:nvSpPr>
        <p:spPr>
          <a:xfrm>
            <a:off x="736495" y="30202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4" name="Google Shape;2084;p68"/>
          <p:cNvSpPr/>
          <p:nvPr/>
        </p:nvSpPr>
        <p:spPr>
          <a:xfrm>
            <a:off x="660295" y="290328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5" name="Google Shape;2085;p68"/>
          <p:cNvSpPr/>
          <p:nvPr/>
        </p:nvSpPr>
        <p:spPr>
          <a:xfrm>
            <a:off x="660288" y="270775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6" name="Google Shape;2086;p68"/>
          <p:cNvSpPr/>
          <p:nvPr/>
        </p:nvSpPr>
        <p:spPr>
          <a:xfrm>
            <a:off x="660301" y="251222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7" name="Google Shape;2087;p68"/>
          <p:cNvSpPr/>
          <p:nvPr/>
        </p:nvSpPr>
        <p:spPr>
          <a:xfrm>
            <a:off x="660293" y="2316688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8" name="Google Shape;2088;p68"/>
          <p:cNvSpPr/>
          <p:nvPr/>
        </p:nvSpPr>
        <p:spPr>
          <a:xfrm>
            <a:off x="660295" y="3098816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9" name="Google Shape;2089;p68"/>
          <p:cNvSpPr/>
          <p:nvPr/>
        </p:nvSpPr>
        <p:spPr>
          <a:xfrm>
            <a:off x="6749995" y="458756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0" name="Google Shape;2090;p68"/>
          <p:cNvSpPr/>
          <p:nvPr/>
        </p:nvSpPr>
        <p:spPr>
          <a:xfrm>
            <a:off x="6749988" y="439202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1" name="Google Shape;2091;p68"/>
          <p:cNvSpPr/>
          <p:nvPr/>
        </p:nvSpPr>
        <p:spPr>
          <a:xfrm>
            <a:off x="6750001" y="419649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2" name="Google Shape;2092;p68"/>
          <p:cNvSpPr/>
          <p:nvPr/>
        </p:nvSpPr>
        <p:spPr>
          <a:xfrm>
            <a:off x="6749993" y="400096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3" name="Google Shape;2093;p68"/>
          <p:cNvSpPr/>
          <p:nvPr/>
        </p:nvSpPr>
        <p:spPr>
          <a:xfrm>
            <a:off x="6749995" y="478309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4" name="Google Shape;2094;p68"/>
          <p:cNvSpPr/>
          <p:nvPr/>
        </p:nvSpPr>
        <p:spPr>
          <a:xfrm>
            <a:off x="6749995" y="297711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5" name="Google Shape;2095;p68"/>
          <p:cNvSpPr/>
          <p:nvPr/>
        </p:nvSpPr>
        <p:spPr>
          <a:xfrm>
            <a:off x="6749988" y="278157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6" name="Google Shape;2096;p68"/>
          <p:cNvSpPr/>
          <p:nvPr/>
        </p:nvSpPr>
        <p:spPr>
          <a:xfrm>
            <a:off x="6750001" y="258604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7" name="Google Shape;2097;p68"/>
          <p:cNvSpPr/>
          <p:nvPr/>
        </p:nvSpPr>
        <p:spPr>
          <a:xfrm>
            <a:off x="6749993" y="239051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8" name="Google Shape;2098;p68"/>
          <p:cNvSpPr/>
          <p:nvPr/>
        </p:nvSpPr>
        <p:spPr>
          <a:xfrm>
            <a:off x="6749995" y="317264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9" name="Google Shape;2099;p68"/>
          <p:cNvSpPr/>
          <p:nvPr/>
        </p:nvSpPr>
        <p:spPr>
          <a:xfrm>
            <a:off x="5495845" y="15190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0" name="Google Shape;2100;p68"/>
          <p:cNvSpPr/>
          <p:nvPr/>
        </p:nvSpPr>
        <p:spPr>
          <a:xfrm>
            <a:off x="5495838" y="13235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1" name="Google Shape;2101;p68"/>
          <p:cNvSpPr/>
          <p:nvPr/>
        </p:nvSpPr>
        <p:spPr>
          <a:xfrm>
            <a:off x="5495851" y="11279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2" name="Google Shape;2102;p68"/>
          <p:cNvSpPr/>
          <p:nvPr/>
        </p:nvSpPr>
        <p:spPr>
          <a:xfrm>
            <a:off x="5495843" y="9324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3" name="Google Shape;2103;p68"/>
          <p:cNvSpPr/>
          <p:nvPr/>
        </p:nvSpPr>
        <p:spPr>
          <a:xfrm>
            <a:off x="5495845" y="17145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04" name="Google Shape;2104;p68"/>
          <p:cNvCxnSpPr/>
          <p:nvPr/>
        </p:nvCxnSpPr>
        <p:spPr>
          <a:xfrm flipH="1" rot="10800000">
            <a:off x="3736845" y="4062701"/>
            <a:ext cx="597300" cy="45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5" name="Google Shape;2105;p68"/>
          <p:cNvCxnSpPr/>
          <p:nvPr/>
        </p:nvCxnSpPr>
        <p:spPr>
          <a:xfrm>
            <a:off x="3814988" y="4602760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6" name="Google Shape;2106;p68"/>
          <p:cNvCxnSpPr/>
          <p:nvPr/>
        </p:nvCxnSpPr>
        <p:spPr>
          <a:xfrm flipH="1" rot="10800000">
            <a:off x="3544704" y="3682572"/>
            <a:ext cx="204600" cy="600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7" name="Google Shape;2107;p68"/>
          <p:cNvCxnSpPr/>
          <p:nvPr/>
        </p:nvCxnSpPr>
        <p:spPr>
          <a:xfrm rot="10800000">
            <a:off x="3136163" y="3769272"/>
            <a:ext cx="248700" cy="57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69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3" name="Google Shape;2113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114" name="Google Shape;2114;p69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2115" name="Google Shape;2115;p69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6" name="Google Shape;2116;p69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7" name="Google Shape;2117;p69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8" name="Google Shape;2118;p69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9" name="Google Shape;2119;p69"/>
          <p:cNvCxnSpPr>
            <a:stCxn id="2112" idx="7"/>
            <a:endCxn id="211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0" name="Google Shape;2120;p69"/>
          <p:cNvCxnSpPr>
            <a:stCxn id="2118" idx="1"/>
            <a:endCxn id="211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1" name="Google Shape;2121;p69"/>
          <p:cNvCxnSpPr>
            <a:stCxn id="2116" idx="0"/>
            <a:endCxn id="211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69"/>
          <p:cNvCxnSpPr>
            <a:stCxn id="2115" idx="6"/>
            <a:endCxn id="211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3" name="Google Shape;2123;p69"/>
          <p:cNvCxnSpPr>
            <a:stCxn id="2112" idx="4"/>
            <a:endCxn id="211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69"/>
          <p:cNvCxnSpPr>
            <a:stCxn id="2112" idx="6"/>
            <a:endCxn id="211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5" name="Google Shape;2125;p69"/>
          <p:cNvCxnSpPr>
            <a:stCxn id="2118" idx="2"/>
            <a:endCxn id="211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69"/>
          <p:cNvCxnSpPr>
            <a:stCxn id="2117" idx="4"/>
            <a:endCxn id="211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69"/>
          <p:cNvCxnSpPr>
            <a:stCxn id="2117" idx="4"/>
            <a:endCxn id="211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69"/>
          <p:cNvCxnSpPr>
            <a:stCxn id="2118" idx="2"/>
            <a:endCxn id="211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9" name="Google Shape;2129;p69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0" name="Google Shape;2130;p69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1" name="Google Shape;2131;p69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2" name="Google Shape;2132;p69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3" name="Google Shape;2133;p69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4" name="Google Shape;2134;p69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5" name="Google Shape;2135;p69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6" name="Google Shape;2136;p69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7" name="Google Shape;2137;p69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8" name="Google Shape;2138;p69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9" name="Google Shape;2139;p69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0" name="Google Shape;2140;p69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1" name="Google Shape;2141;p69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2" name="Google Shape;2142;p69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3" name="Google Shape;2143;p69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4" name="Google Shape;2144;p69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5" name="Google Shape;2145;p69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6" name="Google Shape;2146;p69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7" name="Google Shape;2147;p69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8" name="Google Shape;2148;p69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9" name="Google Shape;2149;p69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0" name="Google Shape;2150;p69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1" name="Google Shape;2151;p69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2" name="Google Shape;2152;p69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3" name="Google Shape;2153;p69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4" name="Google Shape;2154;p69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5" name="Google Shape;2155;p69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6" name="Google Shape;2156;p69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7" name="Google Shape;2157;p69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8" name="Google Shape;2158;p69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9" name="Google Shape;2159;p69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0" name="Google Shape;2160;p69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1" name="Google Shape;2161;p69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2" name="Google Shape;2162;p69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3" name="Google Shape;2163;p69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4" name="Google Shape;2164;p69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5" name="Google Shape;2165;p69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6" name="Google Shape;2166;p69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7" name="Google Shape;2167;p69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8" name="Google Shape;2168;p69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9" name="Google Shape;2169;p69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0" name="Google Shape;2170;p69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1" name="Google Shape;2171;p69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2" name="Google Shape;2172;p69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3" name="Google Shape;2173;p69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4" name="Google Shape;2174;p69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5" name="Google Shape;2175;p69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6" name="Google Shape;2176;p69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7" name="Google Shape;2177;p69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8" name="Google Shape;2178;p69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9" name="Google Shape;2179;p69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0" name="Google Shape;2180;p69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1" name="Google Shape;2181;p69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2" name="Google Shape;2182;p69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3" name="Google Shape;2183;p69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4" name="Google Shape;2184;p69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5" name="Google Shape;2185;p69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6" name="Google Shape;2186;p69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7" name="Google Shape;2187;p69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8" name="Google Shape;2188;p69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9" name="Google Shape;2189;p69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0" name="Google Shape;2190;p69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1" name="Google Shape;2191;p69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2" name="Google Shape;2192;p69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3" name="Google Shape;2193;p69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4" name="Google Shape;2194;p69"/>
          <p:cNvSpPr/>
          <p:nvPr/>
        </p:nvSpPr>
        <p:spPr>
          <a:xfrm>
            <a:off x="5572045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5" name="Google Shape;2195;p69"/>
          <p:cNvSpPr/>
          <p:nvPr/>
        </p:nvSpPr>
        <p:spPr>
          <a:xfrm>
            <a:off x="5572038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6" name="Google Shape;2196;p69"/>
          <p:cNvSpPr/>
          <p:nvPr/>
        </p:nvSpPr>
        <p:spPr>
          <a:xfrm>
            <a:off x="5572051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7" name="Google Shape;2197;p69"/>
          <p:cNvSpPr/>
          <p:nvPr/>
        </p:nvSpPr>
        <p:spPr>
          <a:xfrm>
            <a:off x="5572043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8" name="Google Shape;2198;p69"/>
          <p:cNvSpPr/>
          <p:nvPr/>
        </p:nvSpPr>
        <p:spPr>
          <a:xfrm>
            <a:off x="5572045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9" name="Google Shape;2199;p69"/>
          <p:cNvSpPr/>
          <p:nvPr/>
        </p:nvSpPr>
        <p:spPr>
          <a:xfrm>
            <a:off x="6826195" y="29008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0" name="Google Shape;2200;p69"/>
          <p:cNvSpPr/>
          <p:nvPr/>
        </p:nvSpPr>
        <p:spPr>
          <a:xfrm>
            <a:off x="6826188" y="27053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1" name="Google Shape;2201;p69"/>
          <p:cNvSpPr/>
          <p:nvPr/>
        </p:nvSpPr>
        <p:spPr>
          <a:xfrm>
            <a:off x="6826201" y="25098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2" name="Google Shape;2202;p69"/>
          <p:cNvSpPr/>
          <p:nvPr/>
        </p:nvSpPr>
        <p:spPr>
          <a:xfrm>
            <a:off x="6826193" y="23143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3" name="Google Shape;2203;p69"/>
          <p:cNvSpPr/>
          <p:nvPr/>
        </p:nvSpPr>
        <p:spPr>
          <a:xfrm>
            <a:off x="6826195" y="30964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4" name="Google Shape;2204;p69"/>
          <p:cNvSpPr/>
          <p:nvPr/>
        </p:nvSpPr>
        <p:spPr>
          <a:xfrm>
            <a:off x="736495" y="459233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5" name="Google Shape;2205;p69"/>
          <p:cNvSpPr/>
          <p:nvPr/>
        </p:nvSpPr>
        <p:spPr>
          <a:xfrm>
            <a:off x="736488" y="439680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6" name="Google Shape;2206;p69"/>
          <p:cNvSpPr/>
          <p:nvPr/>
        </p:nvSpPr>
        <p:spPr>
          <a:xfrm>
            <a:off x="736501" y="420127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7" name="Google Shape;2207;p69"/>
          <p:cNvSpPr/>
          <p:nvPr/>
        </p:nvSpPr>
        <p:spPr>
          <a:xfrm>
            <a:off x="736493" y="4005738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8" name="Google Shape;2208;p69"/>
          <p:cNvSpPr/>
          <p:nvPr/>
        </p:nvSpPr>
        <p:spPr>
          <a:xfrm>
            <a:off x="736495" y="4787866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9" name="Google Shape;2209;p69"/>
          <p:cNvSpPr/>
          <p:nvPr/>
        </p:nvSpPr>
        <p:spPr>
          <a:xfrm>
            <a:off x="736495" y="28246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0" name="Google Shape;2210;p69"/>
          <p:cNvSpPr/>
          <p:nvPr/>
        </p:nvSpPr>
        <p:spPr>
          <a:xfrm>
            <a:off x="736488" y="26291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1" name="Google Shape;2211;p69"/>
          <p:cNvSpPr/>
          <p:nvPr/>
        </p:nvSpPr>
        <p:spPr>
          <a:xfrm>
            <a:off x="736501" y="24336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2" name="Google Shape;2212;p69"/>
          <p:cNvSpPr/>
          <p:nvPr/>
        </p:nvSpPr>
        <p:spPr>
          <a:xfrm>
            <a:off x="736493" y="22381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3" name="Google Shape;2213;p69"/>
          <p:cNvSpPr/>
          <p:nvPr/>
        </p:nvSpPr>
        <p:spPr>
          <a:xfrm>
            <a:off x="736495" y="30202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4" name="Google Shape;2214;p69"/>
          <p:cNvSpPr/>
          <p:nvPr/>
        </p:nvSpPr>
        <p:spPr>
          <a:xfrm>
            <a:off x="660295" y="290328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5" name="Google Shape;2215;p69"/>
          <p:cNvSpPr/>
          <p:nvPr/>
        </p:nvSpPr>
        <p:spPr>
          <a:xfrm>
            <a:off x="660288" y="270775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6" name="Google Shape;2216;p69"/>
          <p:cNvSpPr/>
          <p:nvPr/>
        </p:nvSpPr>
        <p:spPr>
          <a:xfrm>
            <a:off x="660301" y="251222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7" name="Google Shape;2217;p69"/>
          <p:cNvSpPr/>
          <p:nvPr/>
        </p:nvSpPr>
        <p:spPr>
          <a:xfrm>
            <a:off x="660293" y="2316688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8" name="Google Shape;2218;p69"/>
          <p:cNvSpPr/>
          <p:nvPr/>
        </p:nvSpPr>
        <p:spPr>
          <a:xfrm>
            <a:off x="660295" y="3098816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9" name="Google Shape;2219;p69"/>
          <p:cNvSpPr/>
          <p:nvPr/>
        </p:nvSpPr>
        <p:spPr>
          <a:xfrm>
            <a:off x="6749995" y="458756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0" name="Google Shape;2220;p69"/>
          <p:cNvSpPr/>
          <p:nvPr/>
        </p:nvSpPr>
        <p:spPr>
          <a:xfrm>
            <a:off x="6749988" y="439202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1" name="Google Shape;2221;p69"/>
          <p:cNvSpPr/>
          <p:nvPr/>
        </p:nvSpPr>
        <p:spPr>
          <a:xfrm>
            <a:off x="6750001" y="419649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2" name="Google Shape;2222;p69"/>
          <p:cNvSpPr/>
          <p:nvPr/>
        </p:nvSpPr>
        <p:spPr>
          <a:xfrm>
            <a:off x="6749993" y="400096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3" name="Google Shape;2223;p69"/>
          <p:cNvSpPr/>
          <p:nvPr/>
        </p:nvSpPr>
        <p:spPr>
          <a:xfrm>
            <a:off x="6749995" y="478309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4" name="Google Shape;2224;p69"/>
          <p:cNvSpPr/>
          <p:nvPr/>
        </p:nvSpPr>
        <p:spPr>
          <a:xfrm>
            <a:off x="6749995" y="297711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5" name="Google Shape;2225;p69"/>
          <p:cNvSpPr/>
          <p:nvPr/>
        </p:nvSpPr>
        <p:spPr>
          <a:xfrm>
            <a:off x="6749988" y="278157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6" name="Google Shape;2226;p69"/>
          <p:cNvSpPr/>
          <p:nvPr/>
        </p:nvSpPr>
        <p:spPr>
          <a:xfrm>
            <a:off x="6750001" y="258604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7" name="Google Shape;2227;p69"/>
          <p:cNvSpPr/>
          <p:nvPr/>
        </p:nvSpPr>
        <p:spPr>
          <a:xfrm>
            <a:off x="6749993" y="239051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8" name="Google Shape;2228;p69"/>
          <p:cNvSpPr/>
          <p:nvPr/>
        </p:nvSpPr>
        <p:spPr>
          <a:xfrm>
            <a:off x="6749995" y="317264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9" name="Google Shape;2229;p69"/>
          <p:cNvSpPr/>
          <p:nvPr/>
        </p:nvSpPr>
        <p:spPr>
          <a:xfrm>
            <a:off x="5495845" y="15190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0" name="Google Shape;2230;p69"/>
          <p:cNvSpPr/>
          <p:nvPr/>
        </p:nvSpPr>
        <p:spPr>
          <a:xfrm>
            <a:off x="5495838" y="13235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1" name="Google Shape;2231;p69"/>
          <p:cNvSpPr/>
          <p:nvPr/>
        </p:nvSpPr>
        <p:spPr>
          <a:xfrm>
            <a:off x="5495851" y="11279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2" name="Google Shape;2232;p69"/>
          <p:cNvSpPr/>
          <p:nvPr/>
        </p:nvSpPr>
        <p:spPr>
          <a:xfrm>
            <a:off x="5495843" y="9324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3" name="Google Shape;2233;p69"/>
          <p:cNvSpPr/>
          <p:nvPr/>
        </p:nvSpPr>
        <p:spPr>
          <a:xfrm>
            <a:off x="5495845" y="17145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4" name="Google Shape;2234;p69"/>
          <p:cNvSpPr/>
          <p:nvPr/>
        </p:nvSpPr>
        <p:spPr>
          <a:xfrm>
            <a:off x="5419645" y="159646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5" name="Google Shape;2235;p69"/>
          <p:cNvSpPr/>
          <p:nvPr/>
        </p:nvSpPr>
        <p:spPr>
          <a:xfrm>
            <a:off x="5419638" y="140092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6" name="Google Shape;2236;p69"/>
          <p:cNvSpPr/>
          <p:nvPr/>
        </p:nvSpPr>
        <p:spPr>
          <a:xfrm>
            <a:off x="5419651" y="120539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7" name="Google Shape;2237;p69"/>
          <p:cNvSpPr/>
          <p:nvPr/>
        </p:nvSpPr>
        <p:spPr>
          <a:xfrm>
            <a:off x="5419643" y="1009863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8" name="Google Shape;2238;p69"/>
          <p:cNvSpPr/>
          <p:nvPr/>
        </p:nvSpPr>
        <p:spPr>
          <a:xfrm>
            <a:off x="5419645" y="1791991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9" name="Google Shape;2239;p69"/>
          <p:cNvSpPr/>
          <p:nvPr/>
        </p:nvSpPr>
        <p:spPr>
          <a:xfrm>
            <a:off x="6673795" y="305331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0" name="Google Shape;2240;p69"/>
          <p:cNvSpPr/>
          <p:nvPr/>
        </p:nvSpPr>
        <p:spPr>
          <a:xfrm>
            <a:off x="6673788" y="285777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1" name="Google Shape;2241;p69"/>
          <p:cNvSpPr/>
          <p:nvPr/>
        </p:nvSpPr>
        <p:spPr>
          <a:xfrm>
            <a:off x="6673801" y="266224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2" name="Google Shape;2242;p69"/>
          <p:cNvSpPr/>
          <p:nvPr/>
        </p:nvSpPr>
        <p:spPr>
          <a:xfrm>
            <a:off x="6673793" y="2466713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3" name="Google Shape;2243;p69"/>
          <p:cNvSpPr/>
          <p:nvPr/>
        </p:nvSpPr>
        <p:spPr>
          <a:xfrm>
            <a:off x="6673795" y="3248841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4" name="Google Shape;2244;p69"/>
          <p:cNvSpPr/>
          <p:nvPr/>
        </p:nvSpPr>
        <p:spPr>
          <a:xfrm>
            <a:off x="6678170" y="466373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5" name="Google Shape;2245;p69"/>
          <p:cNvSpPr/>
          <p:nvPr/>
        </p:nvSpPr>
        <p:spPr>
          <a:xfrm>
            <a:off x="6678163" y="446820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6" name="Google Shape;2246;p69"/>
          <p:cNvSpPr/>
          <p:nvPr/>
        </p:nvSpPr>
        <p:spPr>
          <a:xfrm>
            <a:off x="6678176" y="427267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7" name="Google Shape;2247;p69"/>
          <p:cNvSpPr/>
          <p:nvPr/>
        </p:nvSpPr>
        <p:spPr>
          <a:xfrm>
            <a:off x="6678168" y="4077138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8" name="Google Shape;2248;p69"/>
          <p:cNvSpPr/>
          <p:nvPr/>
        </p:nvSpPr>
        <p:spPr>
          <a:xfrm>
            <a:off x="6678170" y="4859266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9" name="Google Shape;2249;p69"/>
          <p:cNvSpPr/>
          <p:nvPr/>
        </p:nvSpPr>
        <p:spPr>
          <a:xfrm>
            <a:off x="660295" y="466853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0" name="Google Shape;2250;p69"/>
          <p:cNvSpPr/>
          <p:nvPr/>
        </p:nvSpPr>
        <p:spPr>
          <a:xfrm>
            <a:off x="660288" y="447300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1" name="Google Shape;2251;p69"/>
          <p:cNvSpPr/>
          <p:nvPr/>
        </p:nvSpPr>
        <p:spPr>
          <a:xfrm>
            <a:off x="660301" y="427747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2" name="Google Shape;2252;p69"/>
          <p:cNvSpPr/>
          <p:nvPr/>
        </p:nvSpPr>
        <p:spPr>
          <a:xfrm>
            <a:off x="660293" y="4081938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3" name="Google Shape;2253;p69"/>
          <p:cNvSpPr/>
          <p:nvPr/>
        </p:nvSpPr>
        <p:spPr>
          <a:xfrm>
            <a:off x="660295" y="4864066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54" name="Google Shape;2254;p69"/>
          <p:cNvCxnSpPr/>
          <p:nvPr/>
        </p:nvCxnSpPr>
        <p:spPr>
          <a:xfrm flipH="1" rot="10800000">
            <a:off x="2965350" y="1945279"/>
            <a:ext cx="654300" cy="40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5" name="Google Shape;2255;p69"/>
          <p:cNvCxnSpPr/>
          <p:nvPr/>
        </p:nvCxnSpPr>
        <p:spPr>
          <a:xfrm>
            <a:off x="3105475" y="2806066"/>
            <a:ext cx="618600" cy="46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6" name="Google Shape;2256;p69"/>
          <p:cNvCxnSpPr/>
          <p:nvPr/>
        </p:nvCxnSpPr>
        <p:spPr>
          <a:xfrm>
            <a:off x="2743200" y="2844766"/>
            <a:ext cx="266700" cy="648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7" name="Google Shape;2257;p69"/>
          <p:cNvCxnSpPr/>
          <p:nvPr/>
        </p:nvCxnSpPr>
        <p:spPr>
          <a:xfrm>
            <a:off x="3170667" y="2544857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70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3" name="Google Shape;2263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264" name="Google Shape;2264;p70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Each node independently sums up all the vectors.</a:t>
            </a:r>
            <a:endParaRPr/>
          </a:p>
        </p:txBody>
      </p:sp>
      <p:sp>
        <p:nvSpPr>
          <p:cNvPr id="2265" name="Google Shape;2265;p70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6" name="Google Shape;2266;p70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7" name="Google Shape;2267;p70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8" name="Google Shape;2268;p70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69" name="Google Shape;2269;p70"/>
          <p:cNvCxnSpPr>
            <a:stCxn id="2262" idx="7"/>
            <a:endCxn id="226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0" name="Google Shape;2270;p70"/>
          <p:cNvCxnSpPr>
            <a:stCxn id="2268" idx="1"/>
            <a:endCxn id="226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1" name="Google Shape;2271;p70"/>
          <p:cNvCxnSpPr>
            <a:stCxn id="2266" idx="0"/>
            <a:endCxn id="226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2" name="Google Shape;2272;p70"/>
          <p:cNvCxnSpPr>
            <a:stCxn id="2265" idx="6"/>
            <a:endCxn id="226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3" name="Google Shape;2273;p70"/>
          <p:cNvCxnSpPr>
            <a:stCxn id="2262" idx="4"/>
            <a:endCxn id="226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4" name="Google Shape;2274;p70"/>
          <p:cNvCxnSpPr>
            <a:stCxn id="2262" idx="6"/>
            <a:endCxn id="226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5" name="Google Shape;2275;p70"/>
          <p:cNvCxnSpPr>
            <a:stCxn id="2268" idx="2"/>
            <a:endCxn id="226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6" name="Google Shape;2276;p70"/>
          <p:cNvCxnSpPr>
            <a:stCxn id="2267" idx="4"/>
            <a:endCxn id="226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7" name="Google Shape;2277;p70"/>
          <p:cNvCxnSpPr>
            <a:stCxn id="2267" idx="4"/>
            <a:endCxn id="226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8" name="Google Shape;2278;p70"/>
          <p:cNvCxnSpPr>
            <a:stCxn id="2268" idx="2"/>
            <a:endCxn id="226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9" name="Google Shape;2279;p70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0" name="Google Shape;2280;p70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1" name="Google Shape;2281;p70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2" name="Google Shape;2282;p70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3" name="Google Shape;2283;p70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4" name="Google Shape;2284;p70"/>
          <p:cNvSpPr/>
          <p:nvPr/>
        </p:nvSpPr>
        <p:spPr>
          <a:xfrm>
            <a:off x="965095" y="43589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5" name="Google Shape;2285;p70"/>
          <p:cNvSpPr/>
          <p:nvPr/>
        </p:nvSpPr>
        <p:spPr>
          <a:xfrm>
            <a:off x="965088" y="41634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6" name="Google Shape;2286;p70"/>
          <p:cNvSpPr/>
          <p:nvPr/>
        </p:nvSpPr>
        <p:spPr>
          <a:xfrm>
            <a:off x="965101" y="39678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7" name="Google Shape;2287;p70"/>
          <p:cNvSpPr/>
          <p:nvPr/>
        </p:nvSpPr>
        <p:spPr>
          <a:xfrm>
            <a:off x="965093" y="37723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8" name="Google Shape;2288;p70"/>
          <p:cNvSpPr/>
          <p:nvPr/>
        </p:nvSpPr>
        <p:spPr>
          <a:xfrm>
            <a:off x="965095" y="45544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9" name="Google Shape;2289;p70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0" name="Google Shape;2290;p70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1" name="Google Shape;2291;p70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2" name="Google Shape;2292;p70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3" name="Google Shape;2293;p70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4" name="Google Shape;2294;p70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5" name="Google Shape;2295;p70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6" name="Google Shape;2296;p70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7" name="Google Shape;2297;p70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8" name="Google Shape;2298;p70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9" name="Google Shape;2299;p70"/>
          <p:cNvSpPr/>
          <p:nvPr/>
        </p:nvSpPr>
        <p:spPr>
          <a:xfrm>
            <a:off x="5725220" y="12904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0" name="Google Shape;2300;p70"/>
          <p:cNvSpPr/>
          <p:nvPr/>
        </p:nvSpPr>
        <p:spPr>
          <a:xfrm>
            <a:off x="5725213" y="10949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1" name="Google Shape;2301;p70"/>
          <p:cNvSpPr/>
          <p:nvPr/>
        </p:nvSpPr>
        <p:spPr>
          <a:xfrm>
            <a:off x="5725226" y="8993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2" name="Google Shape;2302;p70"/>
          <p:cNvSpPr/>
          <p:nvPr/>
        </p:nvSpPr>
        <p:spPr>
          <a:xfrm>
            <a:off x="5725218" y="7038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3" name="Google Shape;2303;p70"/>
          <p:cNvSpPr/>
          <p:nvPr/>
        </p:nvSpPr>
        <p:spPr>
          <a:xfrm>
            <a:off x="5725220" y="14859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Topology: Efficiency</a:t>
            </a:r>
            <a:endParaRPr/>
          </a:p>
        </p:txBody>
      </p:sp>
      <p:sp>
        <p:nvSpPr>
          <p:cNvPr id="2309" name="Google Shape;2309;p71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sends its whole vector (</a:t>
            </a:r>
            <a:r>
              <a:rPr i="1" lang="en"/>
              <a:t>D</a:t>
            </a:r>
            <a:r>
              <a:rPr lang="en"/>
              <a:t> bytes) to all </a:t>
            </a:r>
            <a:r>
              <a:rPr i="1" lang="en"/>
              <a:t>p</a:t>
            </a:r>
            <a:r>
              <a:rPr lang="en"/>
              <a:t>–1 other nodes.</a:t>
            </a:r>
            <a:br>
              <a:rPr lang="en"/>
            </a:br>
            <a:r>
              <a:rPr lang="en"/>
              <a:t>				There are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Everyone can simultaneously send their vector to everyone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Bandwidth per step: Send </a:t>
            </a:r>
            <a:r>
              <a:rPr i="1" lang="en"/>
              <a:t>D</a:t>
            </a:r>
            <a:r>
              <a:rPr lang="en"/>
              <a:t> bytes to </a:t>
            </a:r>
            <a:r>
              <a:rPr i="1" lang="en"/>
              <a:t>p</a:t>
            </a:r>
            <a:r>
              <a:rPr lang="en"/>
              <a:t>–1 other nodes.</a:t>
            </a:r>
            <a:endParaRPr/>
          </a:p>
        </p:txBody>
      </p:sp>
      <p:graphicFrame>
        <p:nvGraphicFramePr>
          <p:cNvPr id="2310" name="Google Shape;2310;p71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{BC310EB8-C2AF-400A-815C-831D97E5454B}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7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Single Root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6" name="Google Shape;2316;p7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 with Single Root</a:t>
            </a:r>
            <a:endParaRPr/>
          </a:p>
        </p:txBody>
      </p:sp>
      <p:sp>
        <p:nvSpPr>
          <p:cNvPr id="2317" name="Google Shape;2317;p7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73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3" name="Google Shape;2323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324" name="Google Shape;2324;p73"/>
          <p:cNvSpPr txBox="1"/>
          <p:nvPr>
            <p:ph idx="1" type="body"/>
          </p:nvPr>
        </p:nvSpPr>
        <p:spPr>
          <a:xfrm>
            <a:off x="-7681050" y="2699275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Everyone sends their vector to a single root.</a:t>
            </a:r>
            <a:endParaRPr/>
          </a:p>
        </p:txBody>
      </p:sp>
      <p:sp>
        <p:nvSpPr>
          <p:cNvPr id="2325" name="Google Shape;2325;p73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6" name="Google Shape;2326;p73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7" name="Google Shape;2327;p73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8" name="Google Shape;2328;p73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9" name="Google Shape;2329;p73"/>
          <p:cNvCxnSpPr>
            <a:stCxn id="2322" idx="0"/>
            <a:endCxn id="2327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0" name="Google Shape;2330;p73"/>
          <p:cNvCxnSpPr>
            <a:stCxn id="2328" idx="0"/>
            <a:endCxn id="2327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1" name="Google Shape;2331;p73"/>
          <p:cNvSpPr/>
          <p:nvPr/>
        </p:nvSpPr>
        <p:spPr>
          <a:xfrm>
            <a:off x="1228645" y="41171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2" name="Google Shape;2332;p73"/>
          <p:cNvSpPr/>
          <p:nvPr/>
        </p:nvSpPr>
        <p:spPr>
          <a:xfrm>
            <a:off x="1228638" y="39216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3" name="Google Shape;2333;p73"/>
          <p:cNvSpPr/>
          <p:nvPr/>
        </p:nvSpPr>
        <p:spPr>
          <a:xfrm>
            <a:off x="1228651" y="37260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4" name="Google Shape;2334;p73"/>
          <p:cNvSpPr/>
          <p:nvPr/>
        </p:nvSpPr>
        <p:spPr>
          <a:xfrm>
            <a:off x="1228643" y="35305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5" name="Google Shape;2335;p73"/>
          <p:cNvSpPr/>
          <p:nvPr/>
        </p:nvSpPr>
        <p:spPr>
          <a:xfrm>
            <a:off x="1228645" y="43126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6" name="Google Shape;2336;p73"/>
          <p:cNvSpPr/>
          <p:nvPr/>
        </p:nvSpPr>
        <p:spPr>
          <a:xfrm>
            <a:off x="6715045" y="411717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7" name="Google Shape;2337;p73"/>
          <p:cNvSpPr/>
          <p:nvPr/>
        </p:nvSpPr>
        <p:spPr>
          <a:xfrm>
            <a:off x="6715038" y="392164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8" name="Google Shape;2338;p73"/>
          <p:cNvSpPr/>
          <p:nvPr/>
        </p:nvSpPr>
        <p:spPr>
          <a:xfrm>
            <a:off x="6715051" y="372610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9" name="Google Shape;2339;p73"/>
          <p:cNvSpPr/>
          <p:nvPr/>
        </p:nvSpPr>
        <p:spPr>
          <a:xfrm>
            <a:off x="6715043" y="353057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0" name="Google Shape;2340;p73"/>
          <p:cNvSpPr/>
          <p:nvPr/>
        </p:nvSpPr>
        <p:spPr>
          <a:xfrm>
            <a:off x="6715045" y="4312704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1" name="Google Shape;2341;p73"/>
          <p:cNvSpPr/>
          <p:nvPr/>
        </p:nvSpPr>
        <p:spPr>
          <a:xfrm>
            <a:off x="4886245" y="411717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2" name="Google Shape;2342;p73"/>
          <p:cNvSpPr/>
          <p:nvPr/>
        </p:nvSpPr>
        <p:spPr>
          <a:xfrm>
            <a:off x="4886238" y="392164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3" name="Google Shape;2343;p73"/>
          <p:cNvSpPr/>
          <p:nvPr/>
        </p:nvSpPr>
        <p:spPr>
          <a:xfrm>
            <a:off x="4886251" y="372610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4" name="Google Shape;2344;p73"/>
          <p:cNvSpPr/>
          <p:nvPr/>
        </p:nvSpPr>
        <p:spPr>
          <a:xfrm>
            <a:off x="4886243" y="353057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5" name="Google Shape;2345;p73"/>
          <p:cNvSpPr/>
          <p:nvPr/>
        </p:nvSpPr>
        <p:spPr>
          <a:xfrm>
            <a:off x="4886245" y="4312704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6" name="Google Shape;2346;p73"/>
          <p:cNvSpPr/>
          <p:nvPr/>
        </p:nvSpPr>
        <p:spPr>
          <a:xfrm>
            <a:off x="3057445" y="411716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7" name="Google Shape;2347;p73"/>
          <p:cNvSpPr/>
          <p:nvPr/>
        </p:nvSpPr>
        <p:spPr>
          <a:xfrm>
            <a:off x="3057438" y="392162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8" name="Google Shape;2348;p73"/>
          <p:cNvSpPr/>
          <p:nvPr/>
        </p:nvSpPr>
        <p:spPr>
          <a:xfrm>
            <a:off x="3057451" y="372609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9" name="Google Shape;2349;p73"/>
          <p:cNvSpPr/>
          <p:nvPr/>
        </p:nvSpPr>
        <p:spPr>
          <a:xfrm>
            <a:off x="3057443" y="3530563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0" name="Google Shape;2350;p73"/>
          <p:cNvSpPr/>
          <p:nvPr/>
        </p:nvSpPr>
        <p:spPr>
          <a:xfrm>
            <a:off x="3057445" y="4312691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1" name="Google Shape;2351;p73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2" name="Google Shape;2352;p73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3" name="Google Shape;2353;p73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4" name="Google Shape;2354;p73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5" name="Google Shape;2355;p73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6" name="Google Shape;2356;p73"/>
          <p:cNvCxnSpPr>
            <a:stCxn id="2326" idx="0"/>
            <a:endCxn id="2327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73"/>
          <p:cNvCxnSpPr>
            <a:stCxn id="2325" idx="0"/>
            <a:endCxn id="2327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74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3" name="Google Shape;2363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364" name="Google Shape;2364;p74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Everyone sends their vector to a single root.</a:t>
            </a:r>
            <a:endParaRPr/>
          </a:p>
        </p:txBody>
      </p:sp>
      <p:sp>
        <p:nvSpPr>
          <p:cNvPr id="2365" name="Google Shape;2365;p74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6" name="Google Shape;2366;p74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7" name="Google Shape;2367;p74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8" name="Google Shape;2368;p74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9" name="Google Shape;2369;p74"/>
          <p:cNvCxnSpPr>
            <a:stCxn id="2362" idx="0"/>
            <a:endCxn id="2367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0" name="Google Shape;2370;p74"/>
          <p:cNvCxnSpPr>
            <a:stCxn id="2368" idx="0"/>
            <a:endCxn id="2367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1" name="Google Shape;2371;p74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2" name="Google Shape;2372;p74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3" name="Google Shape;2373;p74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4" name="Google Shape;2374;p74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5" name="Google Shape;2375;p74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6" name="Google Shape;2376;p74"/>
          <p:cNvCxnSpPr>
            <a:stCxn id="2366" idx="0"/>
            <a:endCxn id="2367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7" name="Google Shape;2377;p74"/>
          <p:cNvCxnSpPr>
            <a:stCxn id="2365" idx="0"/>
            <a:endCxn id="2367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8" name="Google Shape;2378;p74"/>
          <p:cNvSpPr/>
          <p:nvPr/>
        </p:nvSpPr>
        <p:spPr>
          <a:xfrm>
            <a:off x="5649020" y="13666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9" name="Google Shape;2379;p74"/>
          <p:cNvSpPr/>
          <p:nvPr/>
        </p:nvSpPr>
        <p:spPr>
          <a:xfrm>
            <a:off x="5649013" y="11711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0" name="Google Shape;2380;p74"/>
          <p:cNvSpPr/>
          <p:nvPr/>
        </p:nvSpPr>
        <p:spPr>
          <a:xfrm>
            <a:off x="5649026" y="9755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1" name="Google Shape;2381;p74"/>
          <p:cNvSpPr/>
          <p:nvPr/>
        </p:nvSpPr>
        <p:spPr>
          <a:xfrm>
            <a:off x="5649018" y="7800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2" name="Google Shape;2382;p74"/>
          <p:cNvSpPr/>
          <p:nvPr/>
        </p:nvSpPr>
        <p:spPr>
          <a:xfrm>
            <a:off x="5649020" y="15621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3" name="Google Shape;2383;p74"/>
          <p:cNvSpPr/>
          <p:nvPr/>
        </p:nvSpPr>
        <p:spPr>
          <a:xfrm>
            <a:off x="5572820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4" name="Google Shape;2384;p74"/>
          <p:cNvSpPr/>
          <p:nvPr/>
        </p:nvSpPr>
        <p:spPr>
          <a:xfrm>
            <a:off x="5572813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5" name="Google Shape;2385;p74"/>
          <p:cNvSpPr/>
          <p:nvPr/>
        </p:nvSpPr>
        <p:spPr>
          <a:xfrm>
            <a:off x="5572826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6" name="Google Shape;2386;p74"/>
          <p:cNvSpPr/>
          <p:nvPr/>
        </p:nvSpPr>
        <p:spPr>
          <a:xfrm>
            <a:off x="5572818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7" name="Google Shape;2387;p74"/>
          <p:cNvSpPr/>
          <p:nvPr/>
        </p:nvSpPr>
        <p:spPr>
          <a:xfrm>
            <a:off x="5572820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8" name="Google Shape;2388;p74"/>
          <p:cNvSpPr/>
          <p:nvPr/>
        </p:nvSpPr>
        <p:spPr>
          <a:xfrm>
            <a:off x="5496620" y="15190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9" name="Google Shape;2389;p74"/>
          <p:cNvSpPr/>
          <p:nvPr/>
        </p:nvSpPr>
        <p:spPr>
          <a:xfrm>
            <a:off x="5496613" y="13235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0" name="Google Shape;2390;p74"/>
          <p:cNvSpPr/>
          <p:nvPr/>
        </p:nvSpPr>
        <p:spPr>
          <a:xfrm>
            <a:off x="5496626" y="11279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1" name="Google Shape;2391;p74"/>
          <p:cNvSpPr/>
          <p:nvPr/>
        </p:nvSpPr>
        <p:spPr>
          <a:xfrm>
            <a:off x="5496618" y="9324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2" name="Google Shape;2392;p74"/>
          <p:cNvSpPr/>
          <p:nvPr/>
        </p:nvSpPr>
        <p:spPr>
          <a:xfrm>
            <a:off x="5496620" y="17145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3" name="Google Shape;2393;p74"/>
          <p:cNvSpPr/>
          <p:nvPr/>
        </p:nvSpPr>
        <p:spPr>
          <a:xfrm>
            <a:off x="5420420" y="159526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4" name="Google Shape;2394;p74"/>
          <p:cNvSpPr/>
          <p:nvPr/>
        </p:nvSpPr>
        <p:spPr>
          <a:xfrm>
            <a:off x="5420413" y="139972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5" name="Google Shape;2395;p74"/>
          <p:cNvSpPr/>
          <p:nvPr/>
        </p:nvSpPr>
        <p:spPr>
          <a:xfrm>
            <a:off x="5420426" y="120419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6" name="Google Shape;2396;p74"/>
          <p:cNvSpPr/>
          <p:nvPr/>
        </p:nvSpPr>
        <p:spPr>
          <a:xfrm>
            <a:off x="5420418" y="1008663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7" name="Google Shape;2397;p74"/>
          <p:cNvSpPr/>
          <p:nvPr/>
        </p:nvSpPr>
        <p:spPr>
          <a:xfrm>
            <a:off x="5420420" y="1790791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8" name="Google Shape;2398;p74"/>
          <p:cNvCxnSpPr/>
          <p:nvPr/>
        </p:nvCxnSpPr>
        <p:spPr>
          <a:xfrm flipH="1" rot="10800000">
            <a:off x="2007246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9" name="Google Shape;2399;p74"/>
          <p:cNvCxnSpPr/>
          <p:nvPr/>
        </p:nvCxnSpPr>
        <p:spPr>
          <a:xfrm rot="10800000">
            <a:off x="6121521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0" name="Google Shape;2400;p74"/>
          <p:cNvCxnSpPr/>
          <p:nvPr/>
        </p:nvCxnSpPr>
        <p:spPr>
          <a:xfrm flipH="1" rot="10800000">
            <a:off x="36754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1" name="Google Shape;2401;p74"/>
          <p:cNvCxnSpPr/>
          <p:nvPr/>
        </p:nvCxnSpPr>
        <p:spPr>
          <a:xfrm rot="10800000">
            <a:off x="50470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75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7" name="Google Shape;2407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408" name="Google Shape;2408;p75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The root computes the sum.</a:t>
            </a:r>
            <a:endParaRPr/>
          </a:p>
        </p:txBody>
      </p:sp>
      <p:sp>
        <p:nvSpPr>
          <p:cNvPr id="2409" name="Google Shape;2409;p75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0" name="Google Shape;2410;p75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1" name="Google Shape;2411;p75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2" name="Google Shape;2412;p75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3" name="Google Shape;2413;p75"/>
          <p:cNvCxnSpPr>
            <a:stCxn id="2406" idx="0"/>
            <a:endCxn id="2411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4" name="Google Shape;2414;p75"/>
          <p:cNvCxnSpPr>
            <a:stCxn id="2412" idx="0"/>
            <a:endCxn id="2411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5" name="Google Shape;2415;p75"/>
          <p:cNvCxnSpPr>
            <a:stCxn id="2410" idx="0"/>
            <a:endCxn id="2411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6" name="Google Shape;2416;p75"/>
          <p:cNvCxnSpPr>
            <a:stCxn id="2409" idx="0"/>
            <a:endCxn id="2411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7" name="Google Shape;2417;p75"/>
          <p:cNvSpPr/>
          <p:nvPr/>
        </p:nvSpPr>
        <p:spPr>
          <a:xfrm>
            <a:off x="5725220" y="12904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8" name="Google Shape;2418;p75"/>
          <p:cNvSpPr/>
          <p:nvPr/>
        </p:nvSpPr>
        <p:spPr>
          <a:xfrm>
            <a:off x="5725213" y="10949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9" name="Google Shape;2419;p75"/>
          <p:cNvSpPr/>
          <p:nvPr/>
        </p:nvSpPr>
        <p:spPr>
          <a:xfrm>
            <a:off x="5725226" y="8993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0" name="Google Shape;2420;p75"/>
          <p:cNvSpPr/>
          <p:nvPr/>
        </p:nvSpPr>
        <p:spPr>
          <a:xfrm>
            <a:off x="5725218" y="7038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1" name="Google Shape;2421;p75"/>
          <p:cNvSpPr/>
          <p:nvPr/>
        </p:nvSpPr>
        <p:spPr>
          <a:xfrm>
            <a:off x="5725220" y="14859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76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7" name="Google Shape;2427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428" name="Google Shape;2428;p76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The root sends the sum to everyone else.</a:t>
            </a:r>
            <a:endParaRPr/>
          </a:p>
        </p:txBody>
      </p:sp>
      <p:sp>
        <p:nvSpPr>
          <p:cNvPr id="2429" name="Google Shape;2429;p76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0" name="Google Shape;2430;p76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1" name="Google Shape;2431;p76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2" name="Google Shape;2432;p76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3" name="Google Shape;2433;p76"/>
          <p:cNvCxnSpPr>
            <a:stCxn id="2426" idx="0"/>
            <a:endCxn id="2431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4" name="Google Shape;2434;p76"/>
          <p:cNvCxnSpPr>
            <a:stCxn id="2432" idx="0"/>
            <a:endCxn id="2431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76"/>
          <p:cNvCxnSpPr>
            <a:stCxn id="2430" idx="0"/>
            <a:endCxn id="2431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6" name="Google Shape;2436;p76"/>
          <p:cNvCxnSpPr>
            <a:stCxn id="2429" idx="0"/>
            <a:endCxn id="2431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7" name="Google Shape;2437;p76"/>
          <p:cNvCxnSpPr/>
          <p:nvPr/>
        </p:nvCxnSpPr>
        <p:spPr>
          <a:xfrm flipH="1" rot="10800000">
            <a:off x="2007246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38" name="Google Shape;2438;p76"/>
          <p:cNvCxnSpPr/>
          <p:nvPr/>
        </p:nvCxnSpPr>
        <p:spPr>
          <a:xfrm rot="10800000">
            <a:off x="6121521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39" name="Google Shape;2439;p76"/>
          <p:cNvCxnSpPr/>
          <p:nvPr/>
        </p:nvCxnSpPr>
        <p:spPr>
          <a:xfrm flipH="1" rot="10800000">
            <a:off x="36754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40" name="Google Shape;2440;p76"/>
          <p:cNvCxnSpPr/>
          <p:nvPr/>
        </p:nvCxnSpPr>
        <p:spPr>
          <a:xfrm rot="10800000">
            <a:off x="50470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41" name="Google Shape;2441;p76"/>
          <p:cNvSpPr/>
          <p:nvPr/>
        </p:nvSpPr>
        <p:spPr>
          <a:xfrm>
            <a:off x="5725220" y="12904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2" name="Google Shape;2442;p76"/>
          <p:cNvSpPr/>
          <p:nvPr/>
        </p:nvSpPr>
        <p:spPr>
          <a:xfrm>
            <a:off x="5725213" y="10949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3" name="Google Shape;2443;p76"/>
          <p:cNvSpPr/>
          <p:nvPr/>
        </p:nvSpPr>
        <p:spPr>
          <a:xfrm>
            <a:off x="5725226" y="8993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4" name="Google Shape;2444;p76"/>
          <p:cNvSpPr/>
          <p:nvPr/>
        </p:nvSpPr>
        <p:spPr>
          <a:xfrm>
            <a:off x="5725218" y="7038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5" name="Google Shape;2445;p76"/>
          <p:cNvSpPr/>
          <p:nvPr/>
        </p:nvSpPr>
        <p:spPr>
          <a:xfrm>
            <a:off x="5725220" y="14859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6" name="Google Shape;2446;p76"/>
          <p:cNvSpPr/>
          <p:nvPr/>
        </p:nvSpPr>
        <p:spPr>
          <a:xfrm>
            <a:off x="1228645" y="41171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7" name="Google Shape;2447;p76"/>
          <p:cNvSpPr/>
          <p:nvPr/>
        </p:nvSpPr>
        <p:spPr>
          <a:xfrm>
            <a:off x="1228638" y="39216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8" name="Google Shape;2448;p76"/>
          <p:cNvSpPr/>
          <p:nvPr/>
        </p:nvSpPr>
        <p:spPr>
          <a:xfrm>
            <a:off x="1228651" y="37260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9" name="Google Shape;2449;p76"/>
          <p:cNvSpPr/>
          <p:nvPr/>
        </p:nvSpPr>
        <p:spPr>
          <a:xfrm>
            <a:off x="1228643" y="35305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0" name="Google Shape;2450;p76"/>
          <p:cNvSpPr/>
          <p:nvPr/>
        </p:nvSpPr>
        <p:spPr>
          <a:xfrm>
            <a:off x="1228645" y="43126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1" name="Google Shape;2451;p76"/>
          <p:cNvSpPr/>
          <p:nvPr/>
        </p:nvSpPr>
        <p:spPr>
          <a:xfrm>
            <a:off x="3057445" y="411717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2" name="Google Shape;2452;p76"/>
          <p:cNvSpPr/>
          <p:nvPr/>
        </p:nvSpPr>
        <p:spPr>
          <a:xfrm>
            <a:off x="3057438" y="392164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3" name="Google Shape;2453;p76"/>
          <p:cNvSpPr/>
          <p:nvPr/>
        </p:nvSpPr>
        <p:spPr>
          <a:xfrm>
            <a:off x="3057451" y="372610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4" name="Google Shape;2454;p76"/>
          <p:cNvSpPr/>
          <p:nvPr/>
        </p:nvSpPr>
        <p:spPr>
          <a:xfrm>
            <a:off x="3057443" y="353057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5" name="Google Shape;2455;p76"/>
          <p:cNvSpPr/>
          <p:nvPr/>
        </p:nvSpPr>
        <p:spPr>
          <a:xfrm>
            <a:off x="3057445" y="4312704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6" name="Google Shape;2456;p76"/>
          <p:cNvSpPr/>
          <p:nvPr/>
        </p:nvSpPr>
        <p:spPr>
          <a:xfrm>
            <a:off x="4886245" y="41171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7" name="Google Shape;2457;p76"/>
          <p:cNvSpPr/>
          <p:nvPr/>
        </p:nvSpPr>
        <p:spPr>
          <a:xfrm>
            <a:off x="4886238" y="39216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8" name="Google Shape;2458;p76"/>
          <p:cNvSpPr/>
          <p:nvPr/>
        </p:nvSpPr>
        <p:spPr>
          <a:xfrm>
            <a:off x="4886251" y="37260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9" name="Google Shape;2459;p76"/>
          <p:cNvSpPr/>
          <p:nvPr/>
        </p:nvSpPr>
        <p:spPr>
          <a:xfrm>
            <a:off x="4886243" y="35305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0" name="Google Shape;2460;p76"/>
          <p:cNvSpPr/>
          <p:nvPr/>
        </p:nvSpPr>
        <p:spPr>
          <a:xfrm>
            <a:off x="4886245" y="43126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1" name="Google Shape;2461;p76"/>
          <p:cNvSpPr/>
          <p:nvPr/>
        </p:nvSpPr>
        <p:spPr>
          <a:xfrm>
            <a:off x="6715045" y="41171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2" name="Google Shape;2462;p76"/>
          <p:cNvSpPr/>
          <p:nvPr/>
        </p:nvSpPr>
        <p:spPr>
          <a:xfrm>
            <a:off x="6715038" y="39216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3" name="Google Shape;2463;p76"/>
          <p:cNvSpPr/>
          <p:nvPr/>
        </p:nvSpPr>
        <p:spPr>
          <a:xfrm>
            <a:off x="6715051" y="37260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4" name="Google Shape;2464;p76"/>
          <p:cNvSpPr/>
          <p:nvPr/>
        </p:nvSpPr>
        <p:spPr>
          <a:xfrm>
            <a:off x="6715043" y="35305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5" name="Google Shape;2465;p76"/>
          <p:cNvSpPr/>
          <p:nvPr/>
        </p:nvSpPr>
        <p:spPr>
          <a:xfrm>
            <a:off x="6715045" y="43126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Root Topology: Efficiency</a:t>
            </a:r>
            <a:endParaRPr/>
          </a:p>
        </p:txBody>
      </p:sp>
      <p:sp>
        <p:nvSpPr>
          <p:cNvPr id="2471" name="Google Shape;2471;p77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sends its whole vector (</a:t>
            </a:r>
            <a:r>
              <a:rPr i="1" lang="en"/>
              <a:t>D</a:t>
            </a:r>
            <a:r>
              <a:rPr lang="en"/>
              <a:t> bytes) to the root.</a:t>
            </a:r>
            <a:br>
              <a:rPr lang="en"/>
            </a:br>
            <a:r>
              <a:rPr lang="en"/>
              <a:t>				There are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One step to send to root, and one step to distribute sum from root.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Root has to receive </a:t>
            </a:r>
            <a:r>
              <a:rPr i="1" lang="en"/>
              <a:t>D</a:t>
            </a:r>
            <a:r>
              <a:rPr lang="en"/>
              <a:t> bytes from the </a:t>
            </a:r>
            <a:r>
              <a:rPr i="1" lang="en"/>
              <a:t>p</a:t>
            </a:r>
            <a:r>
              <a:rPr lang="en"/>
              <a:t>–1 other nodes.</a:t>
            </a:r>
            <a:endParaRPr/>
          </a:p>
        </p:txBody>
      </p:sp>
      <p:graphicFrame>
        <p:nvGraphicFramePr>
          <p:cNvPr id="2472" name="Google Shape;2472;p77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{BC310EB8-C2AF-400A-815C-831D97E5454B}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p7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8" name="Google Shape;2478;p7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479" name="Google Shape;2479;p7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79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</a:t>
            </a:r>
            <a:r>
              <a:rPr lang="en"/>
              <a:t>to your parent. </a:t>
            </a:r>
            <a:r>
              <a:rPr lang="en"/>
              <a:t>When you receive vector(s), sum them up.</a:t>
            </a:r>
            <a:endParaRPr/>
          </a:p>
        </p:txBody>
      </p:sp>
      <p:sp>
        <p:nvSpPr>
          <p:cNvPr id="2485" name="Google Shape;2485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486" name="Google Shape;2486;p79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7" name="Google Shape;2487;p79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8" name="Google Shape;2488;p79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9" name="Google Shape;2489;p79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0" name="Google Shape;2490;p79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1" name="Google Shape;2491;p79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2" name="Google Shape;2492;p79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3" name="Google Shape;2493;p79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4" name="Google Shape;2494;p79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5" name="Google Shape;2495;p79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6" name="Google Shape;2496;p79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7" name="Google Shape;2497;p79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8" name="Google Shape;2498;p79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9" name="Google Shape;2499;p79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0" name="Google Shape;2500;p79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01" name="Google Shape;2501;p79"/>
          <p:cNvCxnSpPr>
            <a:stCxn id="2486" idx="4"/>
            <a:endCxn id="2496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2" name="Google Shape;2502;p79"/>
          <p:cNvCxnSpPr>
            <a:stCxn id="2486" idx="4"/>
            <a:endCxn id="2491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3" name="Google Shape;2503;p79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4" name="Google Shape;2504;p79"/>
          <p:cNvSpPr/>
          <p:nvPr/>
        </p:nvSpPr>
        <p:spPr>
          <a:xfrm>
            <a:off x="909083" y="45460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5" name="Google Shape;2505;p79"/>
          <p:cNvSpPr/>
          <p:nvPr/>
        </p:nvSpPr>
        <p:spPr>
          <a:xfrm>
            <a:off x="909075" y="42948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6" name="Google Shape;2506;p79"/>
          <p:cNvSpPr/>
          <p:nvPr/>
        </p:nvSpPr>
        <p:spPr>
          <a:xfrm>
            <a:off x="909089" y="40436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7" name="Google Shape;2507;p79"/>
          <p:cNvSpPr/>
          <p:nvPr/>
        </p:nvSpPr>
        <p:spPr>
          <a:xfrm>
            <a:off x="909081" y="37924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8" name="Google Shape;2508;p79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9" name="Google Shape;2509;p79"/>
          <p:cNvSpPr/>
          <p:nvPr/>
        </p:nvSpPr>
        <p:spPr>
          <a:xfrm>
            <a:off x="4377708" y="45460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0" name="Google Shape;2510;p79"/>
          <p:cNvSpPr/>
          <p:nvPr/>
        </p:nvSpPr>
        <p:spPr>
          <a:xfrm>
            <a:off x="4377700" y="42948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1" name="Google Shape;2511;p79"/>
          <p:cNvSpPr/>
          <p:nvPr/>
        </p:nvSpPr>
        <p:spPr>
          <a:xfrm>
            <a:off x="4377713" y="40436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2" name="Google Shape;2512;p79"/>
          <p:cNvSpPr/>
          <p:nvPr/>
        </p:nvSpPr>
        <p:spPr>
          <a:xfrm>
            <a:off x="4377706" y="37924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13" name="Google Shape;2513;p79"/>
          <p:cNvCxnSpPr>
            <a:stCxn id="2496" idx="4"/>
            <a:endCxn id="2503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4" name="Google Shape;2514;p79"/>
          <p:cNvCxnSpPr>
            <a:stCxn id="2496" idx="4"/>
            <a:endCxn id="2508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5" name="Google Shape;2515;p79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6" name="Google Shape;2516;p79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7" name="Google Shape;2517;p79"/>
          <p:cNvSpPr/>
          <p:nvPr/>
        </p:nvSpPr>
        <p:spPr>
          <a:xfrm>
            <a:off x="4377708" y="47972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8" name="Google Shape;2518;p79"/>
          <p:cNvSpPr/>
          <p:nvPr/>
        </p:nvSpPr>
        <p:spPr>
          <a:xfrm>
            <a:off x="909108" y="47972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9" name="Google Shape;2519;p79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80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525" name="Google Shape;2525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526" name="Google Shape;2526;p80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7" name="Google Shape;2527;p80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8" name="Google Shape;2528;p80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9" name="Google Shape;2529;p80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0" name="Google Shape;2530;p80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1" name="Google Shape;2531;p80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2" name="Google Shape;2532;p80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3" name="Google Shape;2533;p80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4" name="Google Shape;2534;p80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5" name="Google Shape;2535;p80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6" name="Google Shape;2536;p80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7" name="Google Shape;2537;p80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8" name="Google Shape;2538;p80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9" name="Google Shape;2539;p80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0" name="Google Shape;2540;p80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41" name="Google Shape;2541;p80"/>
          <p:cNvCxnSpPr>
            <a:stCxn id="2526" idx="4"/>
            <a:endCxn id="2536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2" name="Google Shape;2542;p80"/>
          <p:cNvCxnSpPr>
            <a:stCxn id="2526" idx="4"/>
            <a:endCxn id="2531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3" name="Google Shape;2543;p80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4" name="Google Shape;2544;p80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5" name="Google Shape;2545;p80"/>
          <p:cNvCxnSpPr>
            <a:stCxn id="2536" idx="4"/>
            <a:endCxn id="2543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80"/>
          <p:cNvCxnSpPr>
            <a:stCxn id="2536" idx="4"/>
            <a:endCxn id="2544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7" name="Google Shape;2547;p80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8" name="Google Shape;2548;p80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9" name="Google Shape;2549;p80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50" name="Google Shape;2550;p80"/>
          <p:cNvCxnSpPr/>
          <p:nvPr/>
        </p:nvCxnSpPr>
        <p:spPr>
          <a:xfrm flipH="1">
            <a:off x="2504350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51" name="Google Shape;2551;p80"/>
          <p:cNvCxnSpPr/>
          <p:nvPr/>
        </p:nvCxnSpPr>
        <p:spPr>
          <a:xfrm>
            <a:off x="3707525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52" name="Google Shape;2552;p80"/>
          <p:cNvSpPr/>
          <p:nvPr/>
        </p:nvSpPr>
        <p:spPr>
          <a:xfrm>
            <a:off x="1594895" y="32506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3" name="Google Shape;2553;p80"/>
          <p:cNvSpPr/>
          <p:nvPr/>
        </p:nvSpPr>
        <p:spPr>
          <a:xfrm>
            <a:off x="1594887" y="29994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4" name="Google Shape;2554;p80"/>
          <p:cNvSpPr/>
          <p:nvPr/>
        </p:nvSpPr>
        <p:spPr>
          <a:xfrm>
            <a:off x="1594901" y="27482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5" name="Google Shape;2555;p80"/>
          <p:cNvSpPr/>
          <p:nvPr/>
        </p:nvSpPr>
        <p:spPr>
          <a:xfrm>
            <a:off x="1594893" y="24970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6" name="Google Shape;2556;p80"/>
          <p:cNvSpPr/>
          <p:nvPr/>
        </p:nvSpPr>
        <p:spPr>
          <a:xfrm>
            <a:off x="1594895" y="35018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7" name="Google Shape;2557;p80"/>
          <p:cNvSpPr/>
          <p:nvPr/>
        </p:nvSpPr>
        <p:spPr>
          <a:xfrm>
            <a:off x="1518670" y="33268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8" name="Google Shape;2558;p80"/>
          <p:cNvSpPr/>
          <p:nvPr/>
        </p:nvSpPr>
        <p:spPr>
          <a:xfrm>
            <a:off x="1518663" y="30756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9" name="Google Shape;2559;p80"/>
          <p:cNvSpPr/>
          <p:nvPr/>
        </p:nvSpPr>
        <p:spPr>
          <a:xfrm>
            <a:off x="1518676" y="28244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0" name="Google Shape;2560;p80"/>
          <p:cNvSpPr/>
          <p:nvPr/>
        </p:nvSpPr>
        <p:spPr>
          <a:xfrm>
            <a:off x="1518668" y="25732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1" name="Google Shape;2561;p80"/>
          <p:cNvSpPr/>
          <p:nvPr/>
        </p:nvSpPr>
        <p:spPr>
          <a:xfrm>
            <a:off x="1518695" y="35780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2" name="Google Shape;2562;p80"/>
          <p:cNvSpPr txBox="1"/>
          <p:nvPr/>
        </p:nvSpPr>
        <p:spPr>
          <a:xfrm>
            <a:off x="6206500" y="4395175"/>
            <a:ext cx="235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Nodes 0 and 1 send their vectors to their parent.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81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568" name="Google Shape;2568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569" name="Google Shape;2569;p81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0" name="Google Shape;2570;p81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1" name="Google Shape;2571;p81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2" name="Google Shape;2572;p81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3" name="Google Shape;2573;p81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4" name="Google Shape;2574;p81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5" name="Google Shape;2575;p81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6" name="Google Shape;2576;p81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7" name="Google Shape;2577;p81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8" name="Google Shape;2578;p81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9" name="Google Shape;2579;p81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0" name="Google Shape;2580;p81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1" name="Google Shape;2581;p81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2" name="Google Shape;2582;p81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3" name="Google Shape;2583;p81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84" name="Google Shape;2584;p81"/>
          <p:cNvCxnSpPr>
            <a:stCxn id="2569" idx="4"/>
            <a:endCxn id="2579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5" name="Google Shape;2585;p81"/>
          <p:cNvCxnSpPr>
            <a:stCxn id="2569" idx="4"/>
            <a:endCxn id="2574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6" name="Google Shape;2586;p81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7" name="Google Shape;2587;p81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8" name="Google Shape;2588;p81"/>
          <p:cNvCxnSpPr>
            <a:stCxn id="2579" idx="4"/>
            <a:endCxn id="2586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9" name="Google Shape;2589;p81"/>
          <p:cNvCxnSpPr>
            <a:stCxn id="2579" idx="4"/>
            <a:endCxn id="2587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0" name="Google Shape;2590;p81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1" name="Google Shape;2591;p81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2" name="Google Shape;2592;p81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3" name="Google Shape;2593;p81"/>
          <p:cNvSpPr txBox="1"/>
          <p:nvPr/>
        </p:nvSpPr>
        <p:spPr>
          <a:xfrm>
            <a:off x="5660500" y="4395175"/>
            <a:ext cx="307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2 computes the sum of all its descendants (plus itself).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82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599" name="Google Shape;2599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00" name="Google Shape;2600;p82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82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2" name="Google Shape;2602;p82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3" name="Google Shape;2603;p82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4" name="Google Shape;2604;p82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5" name="Google Shape;2605;p82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6" name="Google Shape;2606;p82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7" name="Google Shape;2607;p82"/>
          <p:cNvCxnSpPr>
            <a:stCxn id="2600" idx="4"/>
            <a:endCxn id="2606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8" name="Google Shape;2608;p82"/>
          <p:cNvCxnSpPr>
            <a:stCxn id="2600" idx="4"/>
            <a:endCxn id="2605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9" name="Google Shape;2609;p82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0" name="Google Shape;2610;p82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11" name="Google Shape;2611;p82"/>
          <p:cNvCxnSpPr>
            <a:stCxn id="2606" idx="4"/>
            <a:endCxn id="2609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2" name="Google Shape;2612;p82"/>
          <p:cNvCxnSpPr>
            <a:stCxn id="2606" idx="4"/>
            <a:endCxn id="2610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3" name="Google Shape;2613;p82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4" name="Google Shape;2614;p82"/>
          <p:cNvCxnSpPr/>
          <p:nvPr/>
        </p:nvCxnSpPr>
        <p:spPr>
          <a:xfrm flipH="1">
            <a:off x="3452500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5" name="Google Shape;2615;p82"/>
          <p:cNvCxnSpPr/>
          <p:nvPr/>
        </p:nvCxnSpPr>
        <p:spPr>
          <a:xfrm>
            <a:off x="5232314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616" name="Google Shape;2616;p82"/>
          <p:cNvSpPr/>
          <p:nvPr/>
        </p:nvSpPr>
        <p:spPr>
          <a:xfrm>
            <a:off x="5051195" y="1825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7" name="Google Shape;2617;p82"/>
          <p:cNvSpPr/>
          <p:nvPr/>
        </p:nvSpPr>
        <p:spPr>
          <a:xfrm>
            <a:off x="5051187" y="1574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8" name="Google Shape;2618;p82"/>
          <p:cNvSpPr/>
          <p:nvPr/>
        </p:nvSpPr>
        <p:spPr>
          <a:xfrm>
            <a:off x="5051201" y="1323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9" name="Google Shape;2619;p82"/>
          <p:cNvSpPr/>
          <p:nvPr/>
        </p:nvSpPr>
        <p:spPr>
          <a:xfrm>
            <a:off x="5051193" y="1071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0" name="Google Shape;2620;p82"/>
          <p:cNvSpPr/>
          <p:nvPr/>
        </p:nvSpPr>
        <p:spPr>
          <a:xfrm>
            <a:off x="5051195" y="2076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1" name="Google Shape;2621;p82"/>
          <p:cNvSpPr/>
          <p:nvPr/>
        </p:nvSpPr>
        <p:spPr>
          <a:xfrm>
            <a:off x="4974979" y="1901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2" name="Google Shape;2622;p82"/>
          <p:cNvSpPr/>
          <p:nvPr/>
        </p:nvSpPr>
        <p:spPr>
          <a:xfrm>
            <a:off x="4974972" y="16504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3" name="Google Shape;2623;p82"/>
          <p:cNvSpPr/>
          <p:nvPr/>
        </p:nvSpPr>
        <p:spPr>
          <a:xfrm>
            <a:off x="4974985" y="139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4" name="Google Shape;2624;p82"/>
          <p:cNvSpPr/>
          <p:nvPr/>
        </p:nvSpPr>
        <p:spPr>
          <a:xfrm>
            <a:off x="4974977" y="114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5" name="Google Shape;2625;p82"/>
          <p:cNvSpPr/>
          <p:nvPr/>
        </p:nvSpPr>
        <p:spPr>
          <a:xfrm>
            <a:off x="4974979" y="21528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6" name="Google Shape;2626;p82"/>
          <p:cNvSpPr txBox="1"/>
          <p:nvPr/>
        </p:nvSpPr>
        <p:spPr>
          <a:xfrm>
            <a:off x="6206500" y="4395175"/>
            <a:ext cx="235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Nodes 2 and 3 send their vectors to their parent.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83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632" name="Google Shape;2632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33" name="Google Shape;2633;p83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4" name="Google Shape;2634;p83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5" name="Google Shape;2635;p83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6" name="Google Shape;2636;p83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7" name="Google Shape;2637;p83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8" name="Google Shape;2638;p83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9" name="Google Shape;2639;p83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40" name="Google Shape;2640;p83"/>
          <p:cNvCxnSpPr>
            <a:stCxn id="2633" idx="4"/>
            <a:endCxn id="2639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1" name="Google Shape;2641;p83"/>
          <p:cNvCxnSpPr>
            <a:stCxn id="2633" idx="4"/>
            <a:endCxn id="2638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2" name="Google Shape;2642;p83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3" name="Google Shape;2643;p83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44" name="Google Shape;2644;p83"/>
          <p:cNvCxnSpPr>
            <a:stCxn id="2639" idx="4"/>
            <a:endCxn id="2642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5" name="Google Shape;2645;p83"/>
          <p:cNvCxnSpPr>
            <a:stCxn id="2639" idx="4"/>
            <a:endCxn id="2643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6" name="Google Shape;2646;p83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7" name="Google Shape;2647;p83"/>
          <p:cNvSpPr txBox="1"/>
          <p:nvPr/>
        </p:nvSpPr>
        <p:spPr>
          <a:xfrm>
            <a:off x="5660500" y="4395175"/>
            <a:ext cx="307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4 computes the sum of all its descendants (plus itself).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84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The overall sum is sent down the tree, starting from the root.</a:t>
            </a:r>
            <a:endParaRPr/>
          </a:p>
        </p:txBody>
      </p:sp>
      <p:sp>
        <p:nvSpPr>
          <p:cNvPr id="2653" name="Google Shape;2653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54" name="Google Shape;2654;p84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5" name="Google Shape;2655;p84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6" name="Google Shape;2656;p84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7" name="Google Shape;2657;p84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8" name="Google Shape;2658;p84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9" name="Google Shape;2659;p84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0" name="Google Shape;2660;p84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1" name="Google Shape;2661;p84"/>
          <p:cNvCxnSpPr>
            <a:stCxn id="2654" idx="4"/>
            <a:endCxn id="2660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2" name="Google Shape;2662;p84"/>
          <p:cNvCxnSpPr>
            <a:stCxn id="2654" idx="4"/>
            <a:endCxn id="2659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3" name="Google Shape;2663;p84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4" name="Google Shape;2664;p84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5" name="Google Shape;2665;p84"/>
          <p:cNvCxnSpPr>
            <a:stCxn id="2660" idx="4"/>
            <a:endCxn id="2663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6" name="Google Shape;2666;p84"/>
          <p:cNvCxnSpPr>
            <a:stCxn id="2660" idx="4"/>
            <a:endCxn id="2664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7" name="Google Shape;2667;p84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68" name="Google Shape;2668;p84"/>
          <p:cNvCxnSpPr/>
          <p:nvPr/>
        </p:nvCxnSpPr>
        <p:spPr>
          <a:xfrm flipH="1">
            <a:off x="3452500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9" name="Google Shape;2669;p84"/>
          <p:cNvCxnSpPr/>
          <p:nvPr/>
        </p:nvCxnSpPr>
        <p:spPr>
          <a:xfrm>
            <a:off x="5232314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0" name="Google Shape;2670;p84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1" name="Google Shape;2671;p84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2" name="Google Shape;2672;p84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3" name="Google Shape;2673;p84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4" name="Google Shape;2674;p84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5" name="Google Shape;2675;p84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6" name="Google Shape;2676;p84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7" name="Google Shape;2677;p84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8" name="Google Shape;2678;p84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9" name="Google Shape;2679;p84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0" name="Google Shape;2680;p84"/>
          <p:cNvSpPr txBox="1"/>
          <p:nvPr/>
        </p:nvSpPr>
        <p:spPr>
          <a:xfrm>
            <a:off x="6206500" y="4395175"/>
            <a:ext cx="2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4 forwards the overall sum to its children.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4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p85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The overall sum is sent down the tree, starting from the root.</a:t>
            </a:r>
            <a:endParaRPr/>
          </a:p>
        </p:txBody>
      </p:sp>
      <p:sp>
        <p:nvSpPr>
          <p:cNvPr id="2686" name="Google Shape;2686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87" name="Google Shape;2687;p85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8" name="Google Shape;2688;p85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9" name="Google Shape;2689;p85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0" name="Google Shape;2690;p85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1" name="Google Shape;2691;p85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2" name="Google Shape;2692;p85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3" name="Google Shape;2693;p85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4" name="Google Shape;2694;p85"/>
          <p:cNvCxnSpPr>
            <a:stCxn id="2687" idx="4"/>
            <a:endCxn id="2693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5" name="Google Shape;2695;p85"/>
          <p:cNvCxnSpPr>
            <a:stCxn id="2687" idx="4"/>
            <a:endCxn id="2692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6" name="Google Shape;2696;p85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7" name="Google Shape;2697;p85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8" name="Google Shape;2698;p85"/>
          <p:cNvCxnSpPr>
            <a:stCxn id="2693" idx="4"/>
            <a:endCxn id="2696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9" name="Google Shape;2699;p85"/>
          <p:cNvCxnSpPr>
            <a:stCxn id="2693" idx="4"/>
            <a:endCxn id="2697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0" name="Google Shape;2700;p85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1" name="Google Shape;2701;p85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2" name="Google Shape;2702;p85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3" name="Google Shape;2703;p85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4" name="Google Shape;2704;p85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5" name="Google Shape;2705;p85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6" name="Google Shape;2706;p85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7" name="Google Shape;2707;p85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8" name="Google Shape;2708;p85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9" name="Google Shape;2709;p85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0" name="Google Shape;2710;p85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1" name="Google Shape;2711;p85"/>
          <p:cNvSpPr txBox="1"/>
          <p:nvPr/>
        </p:nvSpPr>
        <p:spPr>
          <a:xfrm>
            <a:off x="6206500" y="4395175"/>
            <a:ext cx="2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2 forwards the overall sum to its children.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12" name="Google Shape;2712;p85"/>
          <p:cNvCxnSpPr/>
          <p:nvPr/>
        </p:nvCxnSpPr>
        <p:spPr>
          <a:xfrm flipH="1">
            <a:off x="2504350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3" name="Google Shape;2713;p85"/>
          <p:cNvCxnSpPr/>
          <p:nvPr/>
        </p:nvCxnSpPr>
        <p:spPr>
          <a:xfrm>
            <a:off x="3707525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4" name="Google Shape;2714;p85"/>
          <p:cNvSpPr/>
          <p:nvPr/>
        </p:nvSpPr>
        <p:spPr>
          <a:xfrm>
            <a:off x="909083" y="4546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5" name="Google Shape;2715;p85"/>
          <p:cNvSpPr/>
          <p:nvPr/>
        </p:nvSpPr>
        <p:spPr>
          <a:xfrm>
            <a:off x="909075" y="4294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6" name="Google Shape;2716;p85"/>
          <p:cNvSpPr/>
          <p:nvPr/>
        </p:nvSpPr>
        <p:spPr>
          <a:xfrm>
            <a:off x="909089" y="4043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7" name="Google Shape;2717;p85"/>
          <p:cNvSpPr/>
          <p:nvPr/>
        </p:nvSpPr>
        <p:spPr>
          <a:xfrm>
            <a:off x="909081" y="37924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8" name="Google Shape;2718;p85"/>
          <p:cNvSpPr/>
          <p:nvPr/>
        </p:nvSpPr>
        <p:spPr>
          <a:xfrm>
            <a:off x="4377708" y="45460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9" name="Google Shape;2719;p85"/>
          <p:cNvSpPr/>
          <p:nvPr/>
        </p:nvSpPr>
        <p:spPr>
          <a:xfrm>
            <a:off x="4377700" y="4294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0" name="Google Shape;2720;p85"/>
          <p:cNvSpPr/>
          <p:nvPr/>
        </p:nvSpPr>
        <p:spPr>
          <a:xfrm>
            <a:off x="4377713" y="4043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1" name="Google Shape;2721;p85"/>
          <p:cNvSpPr/>
          <p:nvPr/>
        </p:nvSpPr>
        <p:spPr>
          <a:xfrm>
            <a:off x="4377706" y="37924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2" name="Google Shape;2722;p85"/>
          <p:cNvSpPr/>
          <p:nvPr/>
        </p:nvSpPr>
        <p:spPr>
          <a:xfrm>
            <a:off x="4377708" y="47972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3" name="Google Shape;2723;p85"/>
          <p:cNvSpPr/>
          <p:nvPr/>
        </p:nvSpPr>
        <p:spPr>
          <a:xfrm>
            <a:off x="909108" y="4797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Topology: Efficiency</a:t>
            </a:r>
            <a:endParaRPr/>
          </a:p>
        </p:txBody>
      </p:sp>
      <p:sp>
        <p:nvSpPr>
          <p:cNvPr id="2729" name="Google Shape;2729;p86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</a:t>
            </a:r>
            <a:r>
              <a:rPr lang="en"/>
              <a:t>Each node receives up to 2 vectors (</a:t>
            </a:r>
            <a:r>
              <a:rPr i="1" lang="en"/>
              <a:t>D</a:t>
            </a:r>
            <a:r>
              <a:rPr lang="en"/>
              <a:t> bytes each) from children.</a:t>
            </a:r>
            <a:br>
              <a:rPr lang="en"/>
            </a:br>
            <a:r>
              <a:rPr lang="en"/>
              <a:t>				Each node sends 1 vector (</a:t>
            </a:r>
            <a:r>
              <a:rPr i="1" lang="en"/>
              <a:t>D</a:t>
            </a:r>
            <a:r>
              <a:rPr lang="en"/>
              <a:t> bytes) to parent.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Tree has </a:t>
            </a:r>
            <a:r>
              <a:rPr i="1" lang="en"/>
              <a:t>p</a:t>
            </a:r>
            <a:r>
              <a:rPr lang="en"/>
              <a:t> nodes, and height log(</a:t>
            </a:r>
            <a:r>
              <a:rPr i="1" lang="en"/>
              <a:t>p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	Each node receives up to 2 vectors from children, and sends</a:t>
            </a:r>
            <a:br>
              <a:rPr lang="en"/>
            </a:br>
            <a:r>
              <a:rPr lang="en"/>
              <a:t>					up to 1 vector to parent. Each vector is </a:t>
            </a:r>
            <a:r>
              <a:rPr i="1" lang="en"/>
              <a:t>D</a:t>
            </a:r>
            <a:r>
              <a:rPr lang="en"/>
              <a:t> bytes.</a:t>
            </a:r>
            <a:endParaRPr/>
          </a:p>
        </p:txBody>
      </p:sp>
      <p:graphicFrame>
        <p:nvGraphicFramePr>
          <p:cNvPr id="2730" name="Google Shape;2730;p86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{BC310EB8-C2AF-400A-815C-831D97E5454B}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log(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8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Ring (Naive)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6" name="Google Shape;2736;p8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737" name="Google Shape;2737;p8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88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Send your vector to your left. When you receive a vector, add it to yours.</a:t>
            </a:r>
            <a:endParaRPr/>
          </a:p>
        </p:txBody>
      </p:sp>
      <p:sp>
        <p:nvSpPr>
          <p:cNvPr id="2743" name="Google Shape;2743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744" name="Google Shape;2744;p88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5" name="Google Shape;2745;p88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6" name="Google Shape;2746;p88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7" name="Google Shape;2747;p88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8" name="Google Shape;2748;p88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9" name="Google Shape;2749;p88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0" name="Google Shape;2750;p88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1" name="Google Shape;2751;p88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2" name="Google Shape;2752;p88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3" name="Google Shape;2753;p88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4" name="Google Shape;2754;p88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5" name="Google Shape;2755;p88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6" name="Google Shape;2756;p88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7" name="Google Shape;2757;p88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8" name="Google Shape;2758;p88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9" name="Google Shape;2759;p88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0" name="Google Shape;2760;p88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1" name="Google Shape;2761;p88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2" name="Google Shape;2762;p88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3" name="Google Shape;2763;p88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4" name="Google Shape;2764;p88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5" name="Google Shape;2765;p88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6" name="Google Shape;2766;p88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7" name="Google Shape;2767;p88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8" name="Google Shape;2768;p88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9" name="Google Shape;2769;p88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0" name="Google Shape;2770;p88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1" name="Google Shape;2771;p88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2" name="Google Shape;2772;p88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3" name="Google Shape;2773;p88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4" name="Google Shape;2774;p88"/>
          <p:cNvCxnSpPr>
            <a:stCxn id="2773" idx="2"/>
            <a:endCxn id="277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5" name="Google Shape;2775;p88"/>
          <p:cNvCxnSpPr>
            <a:stCxn id="2771" idx="2"/>
            <a:endCxn id="277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6" name="Google Shape;2776;p88"/>
          <p:cNvCxnSpPr>
            <a:stCxn id="2770" idx="2"/>
            <a:endCxn id="277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7" name="Google Shape;2777;p88"/>
          <p:cNvCxnSpPr>
            <a:stCxn id="2769" idx="2"/>
            <a:endCxn id="277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78" name="Google Shape;2778;p88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779" name="Google Shape;2779;p88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80" name="Google Shape;2780;p88"/>
            <p:cNvCxnSpPr>
              <a:stCxn id="2779" idx="0"/>
              <a:endCxn id="278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2" name="Google Shape;2782;p88"/>
            <p:cNvCxnSpPr>
              <a:stCxn id="2772" idx="2"/>
              <a:endCxn id="278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81" name="Google Shape;2781;p88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83" name="Google Shape;2783;p88"/>
            <p:cNvCxnSpPr>
              <a:stCxn id="2779" idx="2"/>
              <a:endCxn id="276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89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789" name="Google Shape;2789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790" name="Google Shape;2790;p89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1" name="Google Shape;2791;p89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2" name="Google Shape;2792;p89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3" name="Google Shape;2793;p89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4" name="Google Shape;2794;p89"/>
          <p:cNvSpPr/>
          <p:nvPr/>
        </p:nvSpPr>
        <p:spPr>
          <a:xfrm>
            <a:off x="5486362" y="2088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5" name="Google Shape;2795;p89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6" name="Google Shape;2796;p89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7" name="Google Shape;2797;p89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8" name="Google Shape;2798;p89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9" name="Google Shape;2799;p89"/>
          <p:cNvSpPr/>
          <p:nvPr/>
        </p:nvSpPr>
        <p:spPr>
          <a:xfrm>
            <a:off x="5486362" y="2697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0" name="Google Shape;2800;p89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1" name="Google Shape;2801;p89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2" name="Google Shape;2802;p89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3" name="Google Shape;2803;p89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4" name="Google Shape;2804;p89"/>
          <p:cNvSpPr/>
          <p:nvPr/>
        </p:nvSpPr>
        <p:spPr>
          <a:xfrm>
            <a:off x="5486362" y="33073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5" name="Google Shape;2805;p89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6" name="Google Shape;2806;p89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7" name="Google Shape;2807;p89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8" name="Google Shape;2808;p89"/>
          <p:cNvSpPr/>
          <p:nvPr/>
        </p:nvSpPr>
        <p:spPr>
          <a:xfrm>
            <a:off x="5481312" y="3916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9" name="Google Shape;2809;p89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0" name="Google Shape;2810;p89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1" name="Google Shape;2811;p89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2" name="Google Shape;2812;p89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3" name="Google Shape;2813;p89"/>
          <p:cNvSpPr/>
          <p:nvPr/>
        </p:nvSpPr>
        <p:spPr>
          <a:xfrm>
            <a:off x="5481312" y="4526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4" name="Google Shape;2814;p89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5" name="Google Shape;2815;p89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6" name="Google Shape;2816;p89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7" name="Google Shape;2817;p89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8" name="Google Shape;2818;p89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9" name="Google Shape;2819;p89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0" name="Google Shape;2820;p89"/>
          <p:cNvCxnSpPr>
            <a:stCxn id="2819" idx="2"/>
            <a:endCxn id="2818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1" name="Google Shape;2821;p89"/>
          <p:cNvCxnSpPr>
            <a:stCxn id="2817" idx="2"/>
            <a:endCxn id="2819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2" name="Google Shape;2822;p89"/>
          <p:cNvCxnSpPr>
            <a:stCxn id="2816" idx="2"/>
            <a:endCxn id="2817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3" name="Google Shape;2823;p89"/>
          <p:cNvCxnSpPr>
            <a:stCxn id="2815" idx="2"/>
            <a:endCxn id="2816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24" name="Google Shape;2824;p89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825" name="Google Shape;2825;p89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26" name="Google Shape;2826;p89"/>
            <p:cNvCxnSpPr>
              <a:stCxn id="2825" idx="0"/>
              <a:endCxn id="2827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8" name="Google Shape;2828;p89"/>
            <p:cNvCxnSpPr>
              <a:stCxn id="2818" idx="2"/>
              <a:endCxn id="2827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27" name="Google Shape;2827;p89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29" name="Google Shape;2829;p89"/>
            <p:cNvCxnSpPr>
              <a:stCxn id="2825" idx="2"/>
              <a:endCxn id="2815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90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835" name="Google Shape;2835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836" name="Google Shape;2836;p90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7" name="Google Shape;2837;p90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8" name="Google Shape;2838;p90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9" name="Google Shape;2839;p90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0" name="Google Shape;2840;p90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1" name="Google Shape;2841;p90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2" name="Google Shape;2842;p90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3" name="Google Shape;2843;p90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4" name="Google Shape;2844;p90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5" name="Google Shape;2845;p90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6" name="Google Shape;2846;p90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7" name="Google Shape;2847;p90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8" name="Google Shape;2848;p90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9" name="Google Shape;2849;p90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0" name="Google Shape;2850;p90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1" name="Google Shape;2851;p90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2" name="Google Shape;2852;p90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3" name="Google Shape;2853;p90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4" name="Google Shape;2854;p90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5" name="Google Shape;2855;p90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6" name="Google Shape;2856;p90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7" name="Google Shape;2857;p90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8" name="Google Shape;2858;p90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9" name="Google Shape;2859;p90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0" name="Google Shape;2860;p90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1" name="Google Shape;2861;p90"/>
          <p:cNvCxnSpPr>
            <a:stCxn id="2860" idx="2"/>
            <a:endCxn id="285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2" name="Google Shape;2862;p90"/>
          <p:cNvCxnSpPr>
            <a:stCxn id="2858" idx="2"/>
            <a:endCxn id="286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3" name="Google Shape;2863;p90"/>
          <p:cNvCxnSpPr>
            <a:stCxn id="2857" idx="2"/>
            <a:endCxn id="285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4" name="Google Shape;2864;p90"/>
          <p:cNvCxnSpPr>
            <a:stCxn id="2856" idx="2"/>
            <a:endCxn id="285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65" name="Google Shape;2865;p90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866" name="Google Shape;2866;p9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67" name="Google Shape;2867;p90"/>
            <p:cNvCxnSpPr>
              <a:stCxn id="2866" idx="0"/>
              <a:endCxn id="286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9" name="Google Shape;2869;p90"/>
            <p:cNvCxnSpPr>
              <a:stCxn id="2859" idx="2"/>
              <a:endCxn id="286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68" name="Google Shape;2868;p9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70" name="Google Shape;2870;p90"/>
            <p:cNvCxnSpPr>
              <a:stCxn id="2866" idx="2"/>
              <a:endCxn id="285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4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91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876" name="Google Shape;2876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877" name="Google Shape;2877;p91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8" name="Google Shape;2878;p91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9" name="Google Shape;2879;p91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0" name="Google Shape;2880;p91"/>
          <p:cNvSpPr/>
          <p:nvPr/>
        </p:nvSpPr>
        <p:spPr>
          <a:xfrm>
            <a:off x="3818162" y="2088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1" name="Google Shape;2881;p91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2" name="Google Shape;2882;p91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3" name="Google Shape;2883;p91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4" name="Google Shape;2884;p91"/>
          <p:cNvSpPr/>
          <p:nvPr/>
        </p:nvSpPr>
        <p:spPr>
          <a:xfrm>
            <a:off x="3818162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5" name="Google Shape;2885;p91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6" name="Google Shape;2886;p91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7" name="Google Shape;2887;p91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8" name="Google Shape;2888;p91"/>
          <p:cNvSpPr/>
          <p:nvPr/>
        </p:nvSpPr>
        <p:spPr>
          <a:xfrm>
            <a:off x="3818162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9" name="Google Shape;2889;p91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0" name="Google Shape;2890;p91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1" name="Google Shape;2891;p91"/>
          <p:cNvSpPr/>
          <p:nvPr/>
        </p:nvSpPr>
        <p:spPr>
          <a:xfrm>
            <a:off x="3813112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2" name="Google Shape;2892;p91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3" name="Google Shape;2893;p91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4" name="Google Shape;2894;p91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5" name="Google Shape;2895;p91"/>
          <p:cNvSpPr/>
          <p:nvPr/>
        </p:nvSpPr>
        <p:spPr>
          <a:xfrm>
            <a:off x="381311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6" name="Google Shape;2896;p91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7" name="Google Shape;2897;p91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8" name="Google Shape;2898;p91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9" name="Google Shape;2899;p91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0" name="Google Shape;2900;p91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1" name="Google Shape;2901;p91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02" name="Google Shape;2902;p91"/>
          <p:cNvCxnSpPr>
            <a:stCxn id="2901" idx="2"/>
            <a:endCxn id="290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3" name="Google Shape;2903;p91"/>
          <p:cNvCxnSpPr>
            <a:stCxn id="2899" idx="2"/>
            <a:endCxn id="290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4" name="Google Shape;2904;p91"/>
          <p:cNvCxnSpPr>
            <a:stCxn id="2898" idx="2"/>
            <a:endCxn id="289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5" name="Google Shape;2905;p91"/>
          <p:cNvCxnSpPr>
            <a:stCxn id="2897" idx="2"/>
            <a:endCxn id="289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06" name="Google Shape;2906;p91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907" name="Google Shape;2907;p91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08" name="Google Shape;2908;p91"/>
            <p:cNvCxnSpPr>
              <a:stCxn id="2907" idx="0"/>
              <a:endCxn id="290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10" name="Google Shape;2910;p91"/>
            <p:cNvCxnSpPr>
              <a:stCxn id="2900" idx="2"/>
              <a:endCxn id="290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09" name="Google Shape;2909;p91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11" name="Google Shape;2911;p91"/>
            <p:cNvCxnSpPr>
              <a:stCxn id="2907" idx="2"/>
              <a:endCxn id="289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p92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917" name="Google Shape;2917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918" name="Google Shape;2918;p92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9" name="Google Shape;2919;p92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0" name="Google Shape;2920;p92"/>
          <p:cNvSpPr/>
          <p:nvPr/>
        </p:nvSpPr>
        <p:spPr>
          <a:xfrm>
            <a:off x="3894362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1" name="Google Shape;2921;p92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2" name="Google Shape;2922;p92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3" name="Google Shape;2923;p92"/>
          <p:cNvSpPr/>
          <p:nvPr/>
        </p:nvSpPr>
        <p:spPr>
          <a:xfrm>
            <a:off x="38943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4" name="Google Shape;2924;p92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5" name="Google Shape;2925;p92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6" name="Google Shape;2926;p92"/>
          <p:cNvSpPr/>
          <p:nvPr/>
        </p:nvSpPr>
        <p:spPr>
          <a:xfrm>
            <a:off x="3894362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7" name="Google Shape;2927;p92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8" name="Google Shape;2928;p92"/>
          <p:cNvSpPr/>
          <p:nvPr/>
        </p:nvSpPr>
        <p:spPr>
          <a:xfrm>
            <a:off x="3889312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9" name="Google Shape;2929;p92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0" name="Google Shape;2930;p92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1" name="Google Shape;2931;p92"/>
          <p:cNvSpPr/>
          <p:nvPr/>
        </p:nvSpPr>
        <p:spPr>
          <a:xfrm>
            <a:off x="388931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2" name="Google Shape;2932;p92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3" name="Google Shape;2933;p92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4" name="Google Shape;2934;p92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5" name="Google Shape;2935;p92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6" name="Google Shape;2936;p92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7" name="Google Shape;2937;p92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8" name="Google Shape;2938;p92"/>
          <p:cNvCxnSpPr>
            <a:stCxn id="2937" idx="2"/>
            <a:endCxn id="293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9" name="Google Shape;2939;p92"/>
          <p:cNvCxnSpPr>
            <a:stCxn id="2935" idx="2"/>
            <a:endCxn id="293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0" name="Google Shape;2940;p92"/>
          <p:cNvCxnSpPr>
            <a:stCxn id="2934" idx="2"/>
            <a:endCxn id="293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1" name="Google Shape;2941;p92"/>
          <p:cNvCxnSpPr>
            <a:stCxn id="2933" idx="2"/>
            <a:endCxn id="293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42" name="Google Shape;2942;p92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943" name="Google Shape;2943;p92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44" name="Google Shape;2944;p92"/>
            <p:cNvCxnSpPr>
              <a:stCxn id="2943" idx="0"/>
              <a:endCxn id="294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6" name="Google Shape;2946;p92"/>
            <p:cNvCxnSpPr>
              <a:stCxn id="2936" idx="2"/>
              <a:endCxn id="294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45" name="Google Shape;2945;p92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47" name="Google Shape;2947;p92"/>
            <p:cNvCxnSpPr>
              <a:stCxn id="2943" idx="2"/>
              <a:endCxn id="293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93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953" name="Google Shape;2953;p9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954" name="Google Shape;2954;p93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5" name="Google Shape;2955;p93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6" name="Google Shape;2956;p93"/>
          <p:cNvSpPr/>
          <p:nvPr/>
        </p:nvSpPr>
        <p:spPr>
          <a:xfrm>
            <a:off x="2137337" y="2088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7" name="Google Shape;2957;p93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8" name="Google Shape;2958;p93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9" name="Google Shape;2959;p93"/>
          <p:cNvSpPr/>
          <p:nvPr/>
        </p:nvSpPr>
        <p:spPr>
          <a:xfrm>
            <a:off x="21373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0" name="Google Shape;2960;p93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1" name="Google Shape;2961;p93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2" name="Google Shape;2962;p93"/>
          <p:cNvSpPr/>
          <p:nvPr/>
        </p:nvSpPr>
        <p:spPr>
          <a:xfrm>
            <a:off x="2137337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3" name="Google Shape;2963;p93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4" name="Google Shape;2964;p93"/>
          <p:cNvSpPr/>
          <p:nvPr/>
        </p:nvSpPr>
        <p:spPr>
          <a:xfrm>
            <a:off x="2132287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5" name="Google Shape;2965;p93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6" name="Google Shape;2966;p93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7" name="Google Shape;2967;p93"/>
          <p:cNvSpPr/>
          <p:nvPr/>
        </p:nvSpPr>
        <p:spPr>
          <a:xfrm>
            <a:off x="2132287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8" name="Google Shape;2968;p93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9" name="Google Shape;2969;p93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0" name="Google Shape;2970;p93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1" name="Google Shape;2971;p93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2" name="Google Shape;2972;p93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3" name="Google Shape;2973;p93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4" name="Google Shape;2974;p93"/>
          <p:cNvCxnSpPr>
            <a:stCxn id="2973" idx="2"/>
            <a:endCxn id="297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5" name="Google Shape;2975;p93"/>
          <p:cNvCxnSpPr>
            <a:stCxn id="2971" idx="2"/>
            <a:endCxn id="297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6" name="Google Shape;2976;p93"/>
          <p:cNvCxnSpPr>
            <a:stCxn id="2970" idx="2"/>
            <a:endCxn id="297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7" name="Google Shape;2977;p93"/>
          <p:cNvCxnSpPr>
            <a:stCxn id="2969" idx="2"/>
            <a:endCxn id="297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78" name="Google Shape;2978;p93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979" name="Google Shape;2979;p93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80" name="Google Shape;2980;p93"/>
            <p:cNvCxnSpPr>
              <a:stCxn id="2979" idx="0"/>
              <a:endCxn id="298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2" name="Google Shape;2982;p93"/>
            <p:cNvCxnSpPr>
              <a:stCxn id="2972" idx="2"/>
              <a:endCxn id="298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1" name="Google Shape;2981;p93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83" name="Google Shape;2983;p93"/>
            <p:cNvCxnSpPr>
              <a:stCxn id="2979" idx="2"/>
              <a:endCxn id="296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94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989" name="Google Shape;2989;p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990" name="Google Shape;2990;p94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1" name="Google Shape;2991;p94"/>
          <p:cNvSpPr/>
          <p:nvPr/>
        </p:nvSpPr>
        <p:spPr>
          <a:xfrm>
            <a:off x="22135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2" name="Google Shape;2992;p94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3" name="Google Shape;2993;p94"/>
          <p:cNvSpPr/>
          <p:nvPr/>
        </p:nvSpPr>
        <p:spPr>
          <a:xfrm>
            <a:off x="22135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4" name="Google Shape;2994;p94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5" name="Google Shape;2995;p94"/>
          <p:cNvSpPr/>
          <p:nvPr/>
        </p:nvSpPr>
        <p:spPr>
          <a:xfrm>
            <a:off x="221353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6" name="Google Shape;2996;p94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7" name="Google Shape;2997;p94"/>
          <p:cNvSpPr/>
          <p:nvPr/>
        </p:nvSpPr>
        <p:spPr>
          <a:xfrm>
            <a:off x="2208487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8" name="Google Shape;2998;p94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9" name="Google Shape;2999;p94"/>
          <p:cNvSpPr/>
          <p:nvPr/>
        </p:nvSpPr>
        <p:spPr>
          <a:xfrm>
            <a:off x="22084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0" name="Google Shape;3000;p94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1" name="Google Shape;3001;p94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2" name="Google Shape;3002;p94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3" name="Google Shape;3003;p94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4" name="Google Shape;3004;p94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05" name="Google Shape;3005;p94"/>
          <p:cNvCxnSpPr>
            <a:stCxn id="3004" idx="2"/>
            <a:endCxn id="3003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6" name="Google Shape;3006;p94"/>
          <p:cNvCxnSpPr>
            <a:stCxn id="3002" idx="2"/>
            <a:endCxn id="3004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7" name="Google Shape;3007;p94"/>
          <p:cNvCxnSpPr>
            <a:stCxn id="3001" idx="2"/>
            <a:endCxn id="3002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8" name="Google Shape;3008;p94"/>
          <p:cNvCxnSpPr>
            <a:stCxn id="3000" idx="2"/>
            <a:endCxn id="3001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09" name="Google Shape;3009;p94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010" name="Google Shape;3010;p94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11" name="Google Shape;3011;p94"/>
            <p:cNvCxnSpPr>
              <a:stCxn id="3010" idx="0"/>
              <a:endCxn id="3012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3" name="Google Shape;3013;p94"/>
            <p:cNvCxnSpPr>
              <a:stCxn id="3003" idx="2"/>
              <a:endCxn id="3012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12" name="Google Shape;3012;p94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14" name="Google Shape;3014;p94"/>
            <p:cNvCxnSpPr>
              <a:stCxn id="3010" idx="2"/>
              <a:endCxn id="3000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8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95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3020" name="Google Shape;3020;p9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3021" name="Google Shape;3021;p95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2" name="Google Shape;3022;p95"/>
          <p:cNvSpPr/>
          <p:nvPr/>
        </p:nvSpPr>
        <p:spPr>
          <a:xfrm>
            <a:off x="459037" y="2088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3" name="Google Shape;3023;p95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4" name="Google Shape;3024;p95"/>
          <p:cNvSpPr/>
          <p:nvPr/>
        </p:nvSpPr>
        <p:spPr>
          <a:xfrm>
            <a:off x="4590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5" name="Google Shape;3025;p95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6" name="Google Shape;3026;p95"/>
          <p:cNvSpPr/>
          <p:nvPr/>
        </p:nvSpPr>
        <p:spPr>
          <a:xfrm>
            <a:off x="459037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7" name="Google Shape;3027;p95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8" name="Google Shape;3028;p95"/>
          <p:cNvSpPr/>
          <p:nvPr/>
        </p:nvSpPr>
        <p:spPr>
          <a:xfrm>
            <a:off x="453987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9" name="Google Shape;3029;p95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0" name="Google Shape;3030;p95"/>
          <p:cNvSpPr/>
          <p:nvPr/>
        </p:nvSpPr>
        <p:spPr>
          <a:xfrm>
            <a:off x="453987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1" name="Google Shape;3031;p95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2" name="Google Shape;3032;p95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3" name="Google Shape;3033;p95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4" name="Google Shape;3034;p95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5" name="Google Shape;3035;p95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6" name="Google Shape;3036;p95"/>
          <p:cNvCxnSpPr>
            <a:stCxn id="3035" idx="2"/>
            <a:endCxn id="3034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95"/>
          <p:cNvCxnSpPr>
            <a:stCxn id="3033" idx="2"/>
            <a:endCxn id="3035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8" name="Google Shape;3038;p95"/>
          <p:cNvCxnSpPr>
            <a:stCxn id="3032" idx="2"/>
            <a:endCxn id="3033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9" name="Google Shape;3039;p95"/>
          <p:cNvCxnSpPr>
            <a:stCxn id="3031" idx="2"/>
            <a:endCxn id="3032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40" name="Google Shape;3040;p95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041" name="Google Shape;3041;p95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42" name="Google Shape;3042;p95"/>
            <p:cNvCxnSpPr>
              <a:stCxn id="3041" idx="0"/>
              <a:endCxn id="3043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4" name="Google Shape;3044;p95"/>
            <p:cNvCxnSpPr>
              <a:stCxn id="3034" idx="2"/>
              <a:endCxn id="3043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43" name="Google Shape;3043;p95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45" name="Google Shape;3045;p95"/>
            <p:cNvCxnSpPr>
              <a:stCxn id="3041" idx="2"/>
              <a:endCxn id="3031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9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p96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3051" name="Google Shape;3051;p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3052" name="Google Shape;3052;p96"/>
          <p:cNvSpPr/>
          <p:nvPr/>
        </p:nvSpPr>
        <p:spPr>
          <a:xfrm>
            <a:off x="5352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3" name="Google Shape;3053;p96"/>
          <p:cNvSpPr/>
          <p:nvPr/>
        </p:nvSpPr>
        <p:spPr>
          <a:xfrm>
            <a:off x="5352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4" name="Google Shape;3054;p96"/>
          <p:cNvSpPr/>
          <p:nvPr/>
        </p:nvSpPr>
        <p:spPr>
          <a:xfrm>
            <a:off x="53523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5" name="Google Shape;3055;p96"/>
          <p:cNvSpPr/>
          <p:nvPr/>
        </p:nvSpPr>
        <p:spPr>
          <a:xfrm>
            <a:off x="535237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6" name="Google Shape;3056;p96"/>
          <p:cNvSpPr/>
          <p:nvPr/>
        </p:nvSpPr>
        <p:spPr>
          <a:xfrm>
            <a:off x="5352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7" name="Google Shape;3057;p96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8" name="Google Shape;3058;p96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9" name="Google Shape;3059;p96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0" name="Google Shape;3060;p96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1" name="Google Shape;3061;p96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2" name="Google Shape;3062;p96"/>
          <p:cNvCxnSpPr>
            <a:stCxn id="3061" idx="2"/>
            <a:endCxn id="306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3" name="Google Shape;3063;p96"/>
          <p:cNvCxnSpPr>
            <a:stCxn id="3059" idx="2"/>
            <a:endCxn id="306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4" name="Google Shape;3064;p96"/>
          <p:cNvCxnSpPr>
            <a:stCxn id="3058" idx="2"/>
            <a:endCxn id="305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5" name="Google Shape;3065;p96"/>
          <p:cNvCxnSpPr>
            <a:stCxn id="3057" idx="2"/>
            <a:endCxn id="305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66" name="Google Shape;3066;p96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067" name="Google Shape;3067;p96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68" name="Google Shape;3068;p96"/>
            <p:cNvCxnSpPr>
              <a:stCxn id="3067" idx="0"/>
              <a:endCxn id="306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0" name="Google Shape;3070;p96"/>
            <p:cNvCxnSpPr>
              <a:stCxn id="3060" idx="2"/>
              <a:endCxn id="306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69" name="Google Shape;3069;p96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71" name="Google Shape;3071;p96"/>
            <p:cNvCxnSpPr>
              <a:stCxn id="3067" idx="2"/>
              <a:endCxn id="305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5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p97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your left, so that everyone gets a copy of it.</a:t>
            </a:r>
            <a:endParaRPr/>
          </a:p>
        </p:txBody>
      </p:sp>
      <p:sp>
        <p:nvSpPr>
          <p:cNvPr id="3077" name="Google Shape;3077;p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grpSp>
        <p:nvGrpSpPr>
          <p:cNvPr id="3078" name="Google Shape;3078;p97"/>
          <p:cNvGrpSpPr/>
          <p:nvPr/>
        </p:nvGrpSpPr>
        <p:grpSpPr>
          <a:xfrm>
            <a:off x="535237" y="2011975"/>
            <a:ext cx="1375500" cy="2689500"/>
            <a:chOff x="535237" y="2011975"/>
            <a:chExt cx="1375500" cy="2689500"/>
          </a:xfrm>
        </p:grpSpPr>
        <p:sp>
          <p:nvSpPr>
            <p:cNvPr id="3079" name="Google Shape;3079;p97"/>
            <p:cNvSpPr/>
            <p:nvPr/>
          </p:nvSpPr>
          <p:spPr>
            <a:xfrm>
              <a:off x="535237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0" name="Google Shape;3080;p97"/>
            <p:cNvSpPr/>
            <p:nvPr/>
          </p:nvSpPr>
          <p:spPr>
            <a:xfrm>
              <a:off x="535237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1" name="Google Shape;3081;p97"/>
            <p:cNvSpPr/>
            <p:nvPr/>
          </p:nvSpPr>
          <p:spPr>
            <a:xfrm>
              <a:off x="535237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2" name="Google Shape;3082;p97"/>
            <p:cNvSpPr/>
            <p:nvPr/>
          </p:nvSpPr>
          <p:spPr>
            <a:xfrm>
              <a:off x="535237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3" name="Google Shape;3083;p97"/>
            <p:cNvSpPr/>
            <p:nvPr/>
          </p:nvSpPr>
          <p:spPr>
            <a:xfrm>
              <a:off x="535237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84" name="Google Shape;3084;p97"/>
          <p:cNvGrpSpPr/>
          <p:nvPr/>
        </p:nvGrpSpPr>
        <p:grpSpPr>
          <a:xfrm>
            <a:off x="7235812" y="2011975"/>
            <a:ext cx="1380550" cy="2689500"/>
            <a:chOff x="7235812" y="2011975"/>
            <a:chExt cx="1380550" cy="2689500"/>
          </a:xfrm>
        </p:grpSpPr>
        <p:sp>
          <p:nvSpPr>
            <p:cNvPr id="3085" name="Google Shape;3085;p97"/>
            <p:cNvSpPr/>
            <p:nvPr/>
          </p:nvSpPr>
          <p:spPr>
            <a:xfrm>
              <a:off x="7240862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6" name="Google Shape;3086;p97"/>
            <p:cNvSpPr/>
            <p:nvPr/>
          </p:nvSpPr>
          <p:spPr>
            <a:xfrm>
              <a:off x="7240862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7" name="Google Shape;3087;p97"/>
            <p:cNvSpPr/>
            <p:nvPr/>
          </p:nvSpPr>
          <p:spPr>
            <a:xfrm>
              <a:off x="7240862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8" name="Google Shape;3088;p97"/>
            <p:cNvSpPr/>
            <p:nvPr/>
          </p:nvSpPr>
          <p:spPr>
            <a:xfrm>
              <a:off x="7235812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9" name="Google Shape;3089;p97"/>
            <p:cNvSpPr/>
            <p:nvPr/>
          </p:nvSpPr>
          <p:spPr>
            <a:xfrm>
              <a:off x="7235812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90" name="Google Shape;3090;p97"/>
          <p:cNvGrpSpPr/>
          <p:nvPr/>
        </p:nvGrpSpPr>
        <p:grpSpPr>
          <a:xfrm>
            <a:off x="5559412" y="2011975"/>
            <a:ext cx="1380550" cy="2689500"/>
            <a:chOff x="5559412" y="2011975"/>
            <a:chExt cx="1380550" cy="2689500"/>
          </a:xfrm>
        </p:grpSpPr>
        <p:sp>
          <p:nvSpPr>
            <p:cNvPr id="3091" name="Google Shape;3091;p97"/>
            <p:cNvSpPr/>
            <p:nvPr/>
          </p:nvSpPr>
          <p:spPr>
            <a:xfrm>
              <a:off x="5564462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2" name="Google Shape;3092;p97"/>
            <p:cNvSpPr/>
            <p:nvPr/>
          </p:nvSpPr>
          <p:spPr>
            <a:xfrm>
              <a:off x="5564462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3" name="Google Shape;3093;p97"/>
            <p:cNvSpPr/>
            <p:nvPr/>
          </p:nvSpPr>
          <p:spPr>
            <a:xfrm>
              <a:off x="5564462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4" name="Google Shape;3094;p97"/>
            <p:cNvSpPr/>
            <p:nvPr/>
          </p:nvSpPr>
          <p:spPr>
            <a:xfrm>
              <a:off x="5559412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5" name="Google Shape;3095;p97"/>
            <p:cNvSpPr/>
            <p:nvPr/>
          </p:nvSpPr>
          <p:spPr>
            <a:xfrm>
              <a:off x="5559412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96" name="Google Shape;3096;p97"/>
          <p:cNvGrpSpPr/>
          <p:nvPr/>
        </p:nvGrpSpPr>
        <p:grpSpPr>
          <a:xfrm>
            <a:off x="3885525" y="2011975"/>
            <a:ext cx="1380550" cy="2689500"/>
            <a:chOff x="3885525" y="2011975"/>
            <a:chExt cx="1380550" cy="2689500"/>
          </a:xfrm>
        </p:grpSpPr>
        <p:sp>
          <p:nvSpPr>
            <p:cNvPr id="3097" name="Google Shape;3097;p97"/>
            <p:cNvSpPr/>
            <p:nvPr/>
          </p:nvSpPr>
          <p:spPr>
            <a:xfrm>
              <a:off x="3890575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8" name="Google Shape;3098;p97"/>
            <p:cNvSpPr/>
            <p:nvPr/>
          </p:nvSpPr>
          <p:spPr>
            <a:xfrm>
              <a:off x="3890575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9" name="Google Shape;3099;p97"/>
            <p:cNvSpPr/>
            <p:nvPr/>
          </p:nvSpPr>
          <p:spPr>
            <a:xfrm>
              <a:off x="3890575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0" name="Google Shape;3100;p97"/>
            <p:cNvSpPr/>
            <p:nvPr/>
          </p:nvSpPr>
          <p:spPr>
            <a:xfrm>
              <a:off x="3885525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1" name="Google Shape;3101;p97"/>
            <p:cNvSpPr/>
            <p:nvPr/>
          </p:nvSpPr>
          <p:spPr>
            <a:xfrm>
              <a:off x="3885525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02" name="Google Shape;3102;p97"/>
          <p:cNvGrpSpPr/>
          <p:nvPr/>
        </p:nvGrpSpPr>
        <p:grpSpPr>
          <a:xfrm>
            <a:off x="2210375" y="2011975"/>
            <a:ext cx="1380550" cy="2689500"/>
            <a:chOff x="2210375" y="2011975"/>
            <a:chExt cx="1380550" cy="2689500"/>
          </a:xfrm>
        </p:grpSpPr>
        <p:sp>
          <p:nvSpPr>
            <p:cNvPr id="3103" name="Google Shape;3103;p97"/>
            <p:cNvSpPr/>
            <p:nvPr/>
          </p:nvSpPr>
          <p:spPr>
            <a:xfrm>
              <a:off x="2215425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4" name="Google Shape;3104;p97"/>
            <p:cNvSpPr/>
            <p:nvPr/>
          </p:nvSpPr>
          <p:spPr>
            <a:xfrm>
              <a:off x="2215425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5" name="Google Shape;3105;p97"/>
            <p:cNvSpPr/>
            <p:nvPr/>
          </p:nvSpPr>
          <p:spPr>
            <a:xfrm>
              <a:off x="2215425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6" name="Google Shape;3106;p97"/>
            <p:cNvSpPr/>
            <p:nvPr/>
          </p:nvSpPr>
          <p:spPr>
            <a:xfrm>
              <a:off x="2210375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7" name="Google Shape;3107;p97"/>
            <p:cNvSpPr/>
            <p:nvPr/>
          </p:nvSpPr>
          <p:spPr>
            <a:xfrm>
              <a:off x="2210375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08" name="Google Shape;3108;p97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9" name="Google Shape;3109;p97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0" name="Google Shape;3110;p97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1" name="Google Shape;3111;p97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2" name="Google Shape;3112;p97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3" name="Google Shape;3113;p97"/>
          <p:cNvCxnSpPr>
            <a:stCxn id="3112" idx="2"/>
            <a:endCxn id="3111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4" name="Google Shape;3114;p97"/>
          <p:cNvCxnSpPr>
            <a:stCxn id="3110" idx="2"/>
            <a:endCxn id="3112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5" name="Google Shape;3115;p97"/>
          <p:cNvCxnSpPr>
            <a:stCxn id="3109" idx="2"/>
            <a:endCxn id="3110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6" name="Google Shape;3116;p97"/>
          <p:cNvCxnSpPr>
            <a:stCxn id="3108" idx="2"/>
            <a:endCxn id="3109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17" name="Google Shape;3117;p97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118" name="Google Shape;3118;p97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19" name="Google Shape;3119;p97"/>
            <p:cNvCxnSpPr>
              <a:stCxn id="3118" idx="0"/>
              <a:endCxn id="3120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1" name="Google Shape;3121;p97"/>
            <p:cNvCxnSpPr>
              <a:stCxn id="3111" idx="2"/>
              <a:endCxn id="3120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0" name="Google Shape;3120;p97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22" name="Google Shape;3122;p97"/>
            <p:cNvCxnSpPr>
              <a:stCxn id="3118" idx="2"/>
              <a:endCxn id="3108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p9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Ring Topology: Efficiency</a:t>
            </a:r>
            <a:endParaRPr/>
          </a:p>
        </p:txBody>
      </p:sp>
      <p:sp>
        <p:nvSpPr>
          <p:cNvPr id="3128" name="Google Shape;3128;p98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receives 1 vector (</a:t>
            </a:r>
            <a:r>
              <a:rPr i="1" lang="en"/>
              <a:t>D</a:t>
            </a:r>
            <a:r>
              <a:rPr lang="en"/>
              <a:t> bytes) from the right.</a:t>
            </a:r>
            <a:br>
              <a:rPr lang="en"/>
            </a:br>
            <a:r>
              <a:rPr lang="en"/>
              <a:t>				Each node sends 1 vector (</a:t>
            </a:r>
            <a:r>
              <a:rPr i="1" lang="en"/>
              <a:t>D</a:t>
            </a:r>
            <a:r>
              <a:rPr lang="en"/>
              <a:t> bytes) to the left.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Vector must travel around all </a:t>
            </a:r>
            <a:r>
              <a:rPr i="1" lang="en"/>
              <a:t>p</a:t>
            </a:r>
            <a:r>
              <a:rPr lang="en"/>
              <a:t> nodes in the ring.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	Each node receives 1 vector from the right.</a:t>
            </a:r>
            <a:br>
              <a:rPr lang="en"/>
            </a:br>
            <a:r>
              <a:rPr lang="en"/>
              <a:t>					Each node sends 1 vector to the left. Each vector is </a:t>
            </a:r>
            <a:r>
              <a:rPr i="1" lang="en"/>
              <a:t>D</a:t>
            </a:r>
            <a:r>
              <a:rPr lang="en"/>
              <a:t> bytes.</a:t>
            </a:r>
            <a:endParaRPr/>
          </a:p>
        </p:txBody>
      </p:sp>
      <p:graphicFrame>
        <p:nvGraphicFramePr>
          <p:cNvPr id="3129" name="Google Shape;3129;p98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{BC310EB8-C2AF-400A-815C-831D97E5454B}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log(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Ring (Naive)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3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p9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Ring (Optimized)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5" name="Google Shape;3135;p9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136" name="Google Shape;3136;p9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0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3141;p100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142" name="Google Shape;3142;p1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143" name="Google Shape;3143;p100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4" name="Google Shape;3144;p100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5" name="Google Shape;3145;p100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6" name="Google Shape;3146;p100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7" name="Google Shape;3147;p100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8" name="Google Shape;3148;p100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9" name="Google Shape;3149;p100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0" name="Google Shape;3150;p100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1" name="Google Shape;3151;p100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2" name="Google Shape;3152;p100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3" name="Google Shape;3153;p100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4" name="Google Shape;3154;p100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5" name="Google Shape;3155;p100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6" name="Google Shape;3156;p100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7" name="Google Shape;3157;p100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8" name="Google Shape;3158;p100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9" name="Google Shape;3159;p100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0" name="Google Shape;3160;p100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1" name="Google Shape;3161;p100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2" name="Google Shape;3162;p100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3" name="Google Shape;3163;p100"/>
          <p:cNvCxnSpPr/>
          <p:nvPr/>
        </p:nvCxnSpPr>
        <p:spPr>
          <a:xfrm rot="10800000">
            <a:off x="228525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4" name="Google Shape;3164;p100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5" name="Google Shape;3165;p100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6" name="Google Shape;3166;p100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7" name="Google Shape;3167;p100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8" name="Google Shape;3168;p100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9" name="Google Shape;3169;p100"/>
          <p:cNvCxnSpPr/>
          <p:nvPr/>
        </p:nvCxnSpPr>
        <p:spPr>
          <a:xfrm rot="10800000">
            <a:off x="601900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0" name="Google Shape;3170;p100"/>
          <p:cNvCxnSpPr/>
          <p:nvPr/>
        </p:nvCxnSpPr>
        <p:spPr>
          <a:xfrm rot="10800000">
            <a:off x="564183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1" name="Google Shape;3171;p100"/>
          <p:cNvCxnSpPr/>
          <p:nvPr/>
        </p:nvCxnSpPr>
        <p:spPr>
          <a:xfrm rot="10800000">
            <a:off x="395848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2" name="Google Shape;3172;p100"/>
          <p:cNvCxnSpPr/>
          <p:nvPr/>
        </p:nvCxnSpPr>
        <p:spPr>
          <a:xfrm rot="10800000">
            <a:off x="73150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3" name="Google Shape;3173;p100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4" name="Google Shape;3174;p100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5" name="Google Shape;3175;p100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6" name="Google Shape;3176;p100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7" name="Google Shape;3177;p100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78" name="Google Shape;3178;p100"/>
          <p:cNvCxnSpPr>
            <a:stCxn id="3177" idx="2"/>
            <a:endCxn id="317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9" name="Google Shape;3179;p100"/>
          <p:cNvCxnSpPr>
            <a:stCxn id="3175" idx="2"/>
            <a:endCxn id="317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100"/>
          <p:cNvCxnSpPr>
            <a:stCxn id="3174" idx="2"/>
            <a:endCxn id="317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1" name="Google Shape;3181;p100"/>
          <p:cNvCxnSpPr>
            <a:stCxn id="3173" idx="2"/>
            <a:endCxn id="317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82" name="Google Shape;3182;p100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183" name="Google Shape;3183;p10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84" name="Google Shape;3184;p100"/>
            <p:cNvCxnSpPr>
              <a:stCxn id="3183" idx="0"/>
              <a:endCxn id="318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6" name="Google Shape;3186;p100"/>
            <p:cNvCxnSpPr>
              <a:stCxn id="3176" idx="2"/>
              <a:endCxn id="318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85" name="Google Shape;3185;p10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87" name="Google Shape;3187;p100"/>
            <p:cNvCxnSpPr>
              <a:stCxn id="3183" idx="2"/>
              <a:endCxn id="317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p101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193" name="Google Shape;3193;p10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194" name="Google Shape;3194;p101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5" name="Google Shape;3195;p101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6" name="Google Shape;3196;p101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7" name="Google Shape;3197;p101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8" name="Google Shape;3198;p101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9" name="Google Shape;3199;p101"/>
          <p:cNvSpPr/>
          <p:nvPr/>
        </p:nvSpPr>
        <p:spPr>
          <a:xfrm>
            <a:off x="456500" y="2697763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0" name="Google Shape;3200;p101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1" name="Google Shape;3201;p101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2" name="Google Shape;3202;p101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3" name="Google Shape;3203;p101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4" name="Google Shape;3204;p101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5" name="Google Shape;3205;p101"/>
          <p:cNvSpPr/>
          <p:nvPr/>
        </p:nvSpPr>
        <p:spPr>
          <a:xfrm>
            <a:off x="2132925" y="3307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6" name="Google Shape;3206;p101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7" name="Google Shape;3207;p101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8" name="Google Shape;3208;p101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9" name="Google Shape;3209;p101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0" name="Google Shape;3210;p101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1" name="Google Shape;3211;p101"/>
          <p:cNvSpPr/>
          <p:nvPr/>
        </p:nvSpPr>
        <p:spPr>
          <a:xfrm>
            <a:off x="3803012" y="3916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2" name="Google Shape;3212;p101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3" name="Google Shape;3213;p101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4" name="Google Shape;3214;p101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5" name="Google Shape;3215;p101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6" name="Google Shape;3216;p101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7" name="Google Shape;3217;p101"/>
          <p:cNvSpPr/>
          <p:nvPr/>
        </p:nvSpPr>
        <p:spPr>
          <a:xfrm>
            <a:off x="5483187" y="4526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8" name="Google Shape;3218;p101"/>
          <p:cNvSpPr/>
          <p:nvPr/>
        </p:nvSpPr>
        <p:spPr>
          <a:xfrm>
            <a:off x="7164637" y="2088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9" name="Google Shape;3219;p101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0" name="Google Shape;3220;p101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1" name="Google Shape;3221;p101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2" name="Google Shape;3222;p101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3" name="Google Shape;3223;p101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4" name="Google Shape;3224;p101"/>
          <p:cNvCxnSpPr>
            <a:stCxn id="3223" idx="2"/>
            <a:endCxn id="322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5" name="Google Shape;3225;p101"/>
          <p:cNvCxnSpPr>
            <a:stCxn id="3221" idx="2"/>
            <a:endCxn id="322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6" name="Google Shape;3226;p101"/>
          <p:cNvCxnSpPr>
            <a:stCxn id="3220" idx="2"/>
            <a:endCxn id="322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7" name="Google Shape;3227;p101"/>
          <p:cNvCxnSpPr>
            <a:stCxn id="3219" idx="2"/>
            <a:endCxn id="322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28" name="Google Shape;3228;p101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229" name="Google Shape;3229;p101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30" name="Google Shape;3230;p101"/>
            <p:cNvCxnSpPr>
              <a:stCxn id="3229" idx="0"/>
              <a:endCxn id="323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2" name="Google Shape;3232;p101"/>
            <p:cNvCxnSpPr>
              <a:stCxn id="3222" idx="2"/>
              <a:endCxn id="323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31" name="Google Shape;3231;p101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33" name="Google Shape;3233;p101"/>
            <p:cNvCxnSpPr>
              <a:stCxn id="3229" idx="2"/>
              <a:endCxn id="321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102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239" name="Google Shape;3239;p1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240" name="Google Shape;3240;p102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1" name="Google Shape;3241;p102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2" name="Google Shape;3242;p102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3" name="Google Shape;3243;p102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4" name="Google Shape;3244;p102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5" name="Google Shape;3245;p102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6" name="Google Shape;3246;p102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7" name="Google Shape;3247;p102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8" name="Google Shape;3248;p102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9" name="Google Shape;3249;p102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0" name="Google Shape;3250;p102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1" name="Google Shape;3251;p102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2" name="Google Shape;3252;p102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3" name="Google Shape;3253;p102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4" name="Google Shape;3254;p102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5" name="Google Shape;3255;p102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56" name="Google Shape;3256;p102"/>
          <p:cNvCxnSpPr/>
          <p:nvPr/>
        </p:nvCxnSpPr>
        <p:spPr>
          <a:xfrm rot="10800000">
            <a:off x="228525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7" name="Google Shape;3257;p102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8" name="Google Shape;3258;p102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9" name="Google Shape;3259;p102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0" name="Google Shape;3260;p102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61" name="Google Shape;3261;p102"/>
          <p:cNvCxnSpPr/>
          <p:nvPr/>
        </p:nvCxnSpPr>
        <p:spPr>
          <a:xfrm rot="10800000">
            <a:off x="60190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2" name="Google Shape;3262;p102"/>
          <p:cNvCxnSpPr/>
          <p:nvPr/>
        </p:nvCxnSpPr>
        <p:spPr>
          <a:xfrm rot="10800000">
            <a:off x="564183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3" name="Google Shape;3263;p102"/>
          <p:cNvCxnSpPr/>
          <p:nvPr/>
        </p:nvCxnSpPr>
        <p:spPr>
          <a:xfrm rot="10800000">
            <a:off x="395848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4" name="Google Shape;3264;p102"/>
          <p:cNvCxnSpPr/>
          <p:nvPr/>
        </p:nvCxnSpPr>
        <p:spPr>
          <a:xfrm rot="10800000">
            <a:off x="731508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5" name="Google Shape;3265;p102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6" name="Google Shape;3266;p102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7" name="Google Shape;3267;p102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8" name="Google Shape;3268;p102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9" name="Google Shape;3269;p102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0" name="Google Shape;3270;p102"/>
          <p:cNvCxnSpPr>
            <a:stCxn id="3269" idx="2"/>
            <a:endCxn id="3268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1" name="Google Shape;3271;p102"/>
          <p:cNvCxnSpPr>
            <a:stCxn id="3267" idx="2"/>
            <a:endCxn id="3269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2" name="Google Shape;3272;p102"/>
          <p:cNvCxnSpPr>
            <a:stCxn id="3266" idx="2"/>
            <a:endCxn id="3267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3" name="Google Shape;3273;p102"/>
          <p:cNvCxnSpPr>
            <a:stCxn id="3265" idx="2"/>
            <a:endCxn id="3266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74" name="Google Shape;3274;p102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275" name="Google Shape;3275;p102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76" name="Google Shape;3276;p102"/>
            <p:cNvCxnSpPr>
              <a:stCxn id="3275" idx="0"/>
              <a:endCxn id="3277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8" name="Google Shape;3278;p102"/>
            <p:cNvCxnSpPr>
              <a:stCxn id="3268" idx="2"/>
              <a:endCxn id="3277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77" name="Google Shape;3277;p102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79" name="Google Shape;3279;p102"/>
            <p:cNvCxnSpPr>
              <a:stCxn id="3275" idx="2"/>
              <a:endCxn id="3265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103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285" name="Google Shape;3285;p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286" name="Google Shape;3286;p103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7" name="Google Shape;3287;p103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8" name="Google Shape;3288;p103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9" name="Google Shape;3289;p103"/>
          <p:cNvSpPr/>
          <p:nvPr/>
        </p:nvSpPr>
        <p:spPr>
          <a:xfrm>
            <a:off x="5488237" y="20881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0" name="Google Shape;3290;p103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1" name="Google Shape;3291;p103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2" name="Google Shape;3292;p103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3" name="Google Shape;3293;p103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4" name="Google Shape;3294;p103"/>
          <p:cNvSpPr/>
          <p:nvPr/>
        </p:nvSpPr>
        <p:spPr>
          <a:xfrm>
            <a:off x="456500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5" name="Google Shape;3295;p103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6" name="Google Shape;3296;p103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7" name="Google Shape;3297;p103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8" name="Google Shape;3298;p103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9" name="Google Shape;3299;p103"/>
          <p:cNvSpPr/>
          <p:nvPr/>
        </p:nvSpPr>
        <p:spPr>
          <a:xfrm>
            <a:off x="2129750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0" name="Google Shape;3300;p103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1" name="Google Shape;3301;p103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2" name="Google Shape;3302;p103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3" name="Google Shape;3303;p103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4" name="Google Shape;3304;p103"/>
          <p:cNvSpPr/>
          <p:nvPr/>
        </p:nvSpPr>
        <p:spPr>
          <a:xfrm>
            <a:off x="380301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5" name="Google Shape;3305;p103"/>
          <p:cNvSpPr/>
          <p:nvPr/>
        </p:nvSpPr>
        <p:spPr>
          <a:xfrm>
            <a:off x="71646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6" name="Google Shape;3306;p103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7" name="Google Shape;3307;p103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8" name="Google Shape;3308;p103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9" name="Google Shape;3309;p103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0" name="Google Shape;3310;p103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1" name="Google Shape;3311;p103"/>
          <p:cNvCxnSpPr>
            <a:stCxn id="3310" idx="2"/>
            <a:endCxn id="330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2" name="Google Shape;3312;p103"/>
          <p:cNvCxnSpPr>
            <a:stCxn id="3308" idx="2"/>
            <a:endCxn id="331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3" name="Google Shape;3313;p103"/>
          <p:cNvCxnSpPr>
            <a:stCxn id="3307" idx="2"/>
            <a:endCxn id="330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4" name="Google Shape;3314;p103"/>
          <p:cNvCxnSpPr>
            <a:stCxn id="3306" idx="2"/>
            <a:endCxn id="330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15" name="Google Shape;3315;p103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316" name="Google Shape;3316;p103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17" name="Google Shape;3317;p103"/>
            <p:cNvCxnSpPr>
              <a:stCxn id="3316" idx="0"/>
              <a:endCxn id="331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9" name="Google Shape;3319;p103"/>
            <p:cNvCxnSpPr>
              <a:stCxn id="3309" idx="2"/>
              <a:endCxn id="331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18" name="Google Shape;3318;p103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20" name="Google Shape;3320;p103"/>
            <p:cNvCxnSpPr>
              <a:stCxn id="3316" idx="2"/>
              <a:endCxn id="330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4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p104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326" name="Google Shape;3326;p1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327" name="Google Shape;3327;p104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8" name="Google Shape;3328;p104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9" name="Google Shape;3329;p104"/>
          <p:cNvSpPr/>
          <p:nvPr/>
        </p:nvSpPr>
        <p:spPr>
          <a:xfrm>
            <a:off x="5564437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0" name="Google Shape;3330;p104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1" name="Google Shape;3331;p104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2" name="Google Shape;3332;p104"/>
          <p:cNvSpPr/>
          <p:nvPr/>
        </p:nvSpPr>
        <p:spPr>
          <a:xfrm>
            <a:off x="5327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3" name="Google Shape;3333;p104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4" name="Google Shape;3334;p104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5" name="Google Shape;3335;p104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6" name="Google Shape;3336;p104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7" name="Google Shape;3337;p104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8" name="Google Shape;3338;p104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9" name="Google Shape;3339;p104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0" name="Google Shape;3340;p104"/>
          <p:cNvSpPr/>
          <p:nvPr/>
        </p:nvSpPr>
        <p:spPr>
          <a:xfrm>
            <a:off x="387921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1" name="Google Shape;3341;p104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42" name="Google Shape;3342;p104"/>
          <p:cNvCxnSpPr/>
          <p:nvPr/>
        </p:nvCxnSpPr>
        <p:spPr>
          <a:xfrm rot="10800000">
            <a:off x="2285250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3" name="Google Shape;3343;p104"/>
          <p:cNvCxnSpPr/>
          <p:nvPr/>
        </p:nvCxnSpPr>
        <p:spPr>
          <a:xfrm rot="10800000">
            <a:off x="60190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4" name="Google Shape;3344;p104"/>
          <p:cNvCxnSpPr/>
          <p:nvPr/>
        </p:nvCxnSpPr>
        <p:spPr>
          <a:xfrm rot="10800000">
            <a:off x="39584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5" name="Google Shape;3345;p104"/>
          <p:cNvCxnSpPr/>
          <p:nvPr/>
        </p:nvCxnSpPr>
        <p:spPr>
          <a:xfrm rot="10800000">
            <a:off x="564183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6" name="Google Shape;3346;p104"/>
          <p:cNvCxnSpPr/>
          <p:nvPr/>
        </p:nvCxnSpPr>
        <p:spPr>
          <a:xfrm rot="10800000">
            <a:off x="731508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7" name="Google Shape;3347;p104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8" name="Google Shape;3348;p104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9" name="Google Shape;3349;p104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0" name="Google Shape;3350;p104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1" name="Google Shape;3351;p104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2" name="Google Shape;3352;p104"/>
          <p:cNvCxnSpPr>
            <a:stCxn id="3351" idx="2"/>
            <a:endCxn id="335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3" name="Google Shape;3353;p104"/>
          <p:cNvCxnSpPr>
            <a:stCxn id="3349" idx="2"/>
            <a:endCxn id="335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4" name="Google Shape;3354;p104"/>
          <p:cNvCxnSpPr>
            <a:stCxn id="3348" idx="2"/>
            <a:endCxn id="334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5" name="Google Shape;3355;p104"/>
          <p:cNvCxnSpPr>
            <a:stCxn id="3347" idx="2"/>
            <a:endCxn id="334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56" name="Google Shape;3356;p104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357" name="Google Shape;3357;p104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58" name="Google Shape;3358;p104"/>
            <p:cNvCxnSpPr>
              <a:stCxn id="3357" idx="0"/>
              <a:endCxn id="335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60" name="Google Shape;3360;p104"/>
            <p:cNvCxnSpPr>
              <a:stCxn id="3350" idx="2"/>
              <a:endCxn id="335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59" name="Google Shape;3359;p104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61" name="Google Shape;3361;p104"/>
            <p:cNvCxnSpPr>
              <a:stCxn id="3357" idx="2"/>
              <a:endCxn id="334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5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Google Shape;3366;p105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367" name="Google Shape;3367;p10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368" name="Google Shape;3368;p105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9" name="Google Shape;3369;p105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0" name="Google Shape;3370;p105"/>
          <p:cNvSpPr/>
          <p:nvPr/>
        </p:nvSpPr>
        <p:spPr>
          <a:xfrm>
            <a:off x="3808062" y="20881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1" name="Google Shape;3371;p105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2" name="Google Shape;3372;p105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3" name="Google Shape;3373;p105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4" name="Google Shape;3374;p105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5" name="Google Shape;3375;p105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6" name="Google Shape;3376;p105"/>
          <p:cNvSpPr/>
          <p:nvPr/>
        </p:nvSpPr>
        <p:spPr>
          <a:xfrm>
            <a:off x="451450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7" name="Google Shape;3377;p105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8" name="Google Shape;3378;p105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9" name="Google Shape;3379;p105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0" name="Google Shape;3380;p105"/>
          <p:cNvSpPr/>
          <p:nvPr/>
        </p:nvSpPr>
        <p:spPr>
          <a:xfrm>
            <a:off x="212976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1" name="Google Shape;3381;p105"/>
          <p:cNvSpPr/>
          <p:nvPr/>
        </p:nvSpPr>
        <p:spPr>
          <a:xfrm>
            <a:off x="54882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2" name="Google Shape;3382;p105"/>
          <p:cNvSpPr/>
          <p:nvPr/>
        </p:nvSpPr>
        <p:spPr>
          <a:xfrm>
            <a:off x="7164625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3" name="Google Shape;3383;p105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4" name="Google Shape;3384;p105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5" name="Google Shape;3385;p105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6" name="Google Shape;3386;p105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7" name="Google Shape;3387;p105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8" name="Google Shape;3388;p105"/>
          <p:cNvCxnSpPr>
            <a:stCxn id="3387" idx="2"/>
            <a:endCxn id="338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9" name="Google Shape;3389;p105"/>
          <p:cNvCxnSpPr>
            <a:stCxn id="3385" idx="2"/>
            <a:endCxn id="338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0" name="Google Shape;3390;p105"/>
          <p:cNvCxnSpPr>
            <a:stCxn id="3384" idx="2"/>
            <a:endCxn id="338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1" name="Google Shape;3391;p105"/>
          <p:cNvCxnSpPr>
            <a:stCxn id="3383" idx="2"/>
            <a:endCxn id="338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92" name="Google Shape;3392;p105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393" name="Google Shape;3393;p105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94" name="Google Shape;3394;p105"/>
            <p:cNvCxnSpPr>
              <a:stCxn id="3393" idx="0"/>
              <a:endCxn id="339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6" name="Google Shape;3396;p105"/>
            <p:cNvCxnSpPr>
              <a:stCxn id="3386" idx="2"/>
              <a:endCxn id="339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95" name="Google Shape;3395;p105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97" name="Google Shape;3397;p105"/>
            <p:cNvCxnSpPr>
              <a:stCxn id="3393" idx="2"/>
              <a:endCxn id="338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p106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403" name="Google Shape;3403;p10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404" name="Google Shape;3404;p106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5" name="Google Shape;3405;p106"/>
          <p:cNvSpPr/>
          <p:nvPr/>
        </p:nvSpPr>
        <p:spPr>
          <a:xfrm>
            <a:off x="38842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6" name="Google Shape;3406;p106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7" name="Google Shape;3407;p106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8" name="Google Shape;3408;p106"/>
          <p:cNvSpPr/>
          <p:nvPr/>
        </p:nvSpPr>
        <p:spPr>
          <a:xfrm>
            <a:off x="5276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9" name="Google Shape;3409;p106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0" name="Google Shape;3410;p106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1" name="Google Shape;3411;p106"/>
          <p:cNvSpPr/>
          <p:nvPr/>
        </p:nvSpPr>
        <p:spPr>
          <a:xfrm>
            <a:off x="22059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2" name="Google Shape;3412;p106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3" name="Google Shape;3413;p106"/>
          <p:cNvSpPr/>
          <p:nvPr/>
        </p:nvSpPr>
        <p:spPr>
          <a:xfrm>
            <a:off x="72408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14" name="Google Shape;3414;p106"/>
          <p:cNvCxnSpPr/>
          <p:nvPr/>
        </p:nvCxnSpPr>
        <p:spPr>
          <a:xfrm rot="10800000">
            <a:off x="2285250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5" name="Google Shape;3415;p106"/>
          <p:cNvCxnSpPr/>
          <p:nvPr/>
        </p:nvCxnSpPr>
        <p:spPr>
          <a:xfrm rot="10800000">
            <a:off x="601900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6" name="Google Shape;3416;p106"/>
          <p:cNvCxnSpPr/>
          <p:nvPr/>
        </p:nvCxnSpPr>
        <p:spPr>
          <a:xfrm rot="10800000">
            <a:off x="395848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7" name="Google Shape;3417;p106"/>
          <p:cNvCxnSpPr/>
          <p:nvPr/>
        </p:nvCxnSpPr>
        <p:spPr>
          <a:xfrm rot="10800000">
            <a:off x="564183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8" name="Google Shape;3418;p106"/>
          <p:cNvCxnSpPr/>
          <p:nvPr/>
        </p:nvCxnSpPr>
        <p:spPr>
          <a:xfrm rot="10800000">
            <a:off x="731508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9" name="Google Shape;3419;p106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0" name="Google Shape;3420;p106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1" name="Google Shape;3421;p106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2" name="Google Shape;3422;p106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3" name="Google Shape;3423;p106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4" name="Google Shape;3424;p106"/>
          <p:cNvCxnSpPr>
            <a:stCxn id="3423" idx="2"/>
            <a:endCxn id="342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5" name="Google Shape;3425;p106"/>
          <p:cNvCxnSpPr>
            <a:stCxn id="3421" idx="2"/>
            <a:endCxn id="342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6" name="Google Shape;3426;p106"/>
          <p:cNvCxnSpPr>
            <a:stCxn id="3420" idx="2"/>
            <a:endCxn id="342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7" name="Google Shape;3427;p106"/>
          <p:cNvCxnSpPr>
            <a:stCxn id="3419" idx="2"/>
            <a:endCxn id="342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28" name="Google Shape;3428;p106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429" name="Google Shape;3429;p106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30" name="Google Shape;3430;p106"/>
            <p:cNvCxnSpPr>
              <a:stCxn id="3429" idx="0"/>
              <a:endCxn id="343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2" name="Google Shape;3432;p106"/>
            <p:cNvCxnSpPr>
              <a:stCxn id="3422" idx="2"/>
              <a:endCxn id="343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31" name="Google Shape;3431;p106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33" name="Google Shape;3433;p106"/>
            <p:cNvCxnSpPr>
              <a:stCxn id="3429" idx="2"/>
              <a:endCxn id="341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7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p107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439" name="Google Shape;3439;p1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440" name="Google Shape;3440;p107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1" name="Google Shape;3441;p107"/>
          <p:cNvSpPr/>
          <p:nvPr/>
        </p:nvSpPr>
        <p:spPr>
          <a:xfrm>
            <a:off x="2134812" y="20881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2" name="Google Shape;3442;p107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3" name="Google Shape;3443;p107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4" name="Google Shape;3444;p107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5" name="Google Shape;3445;p107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6" name="Google Shape;3446;p107"/>
          <p:cNvSpPr/>
          <p:nvPr/>
        </p:nvSpPr>
        <p:spPr>
          <a:xfrm>
            <a:off x="45146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7" name="Google Shape;3447;p107"/>
          <p:cNvSpPr/>
          <p:nvPr/>
        </p:nvSpPr>
        <p:spPr>
          <a:xfrm>
            <a:off x="3808062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8" name="Google Shape;3448;p107"/>
          <p:cNvSpPr/>
          <p:nvPr/>
        </p:nvSpPr>
        <p:spPr>
          <a:xfrm>
            <a:off x="5488225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9" name="Google Shape;3449;p107"/>
          <p:cNvSpPr/>
          <p:nvPr/>
        </p:nvSpPr>
        <p:spPr>
          <a:xfrm>
            <a:off x="7159575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0" name="Google Shape;3450;p107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1" name="Google Shape;3451;p107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2" name="Google Shape;3452;p107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3" name="Google Shape;3453;p107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4" name="Google Shape;3454;p107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5" name="Google Shape;3455;p107"/>
          <p:cNvCxnSpPr>
            <a:stCxn id="3454" idx="2"/>
            <a:endCxn id="3453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6" name="Google Shape;3456;p107"/>
          <p:cNvCxnSpPr>
            <a:stCxn id="3452" idx="2"/>
            <a:endCxn id="3454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7" name="Google Shape;3457;p107"/>
          <p:cNvCxnSpPr>
            <a:stCxn id="3451" idx="2"/>
            <a:endCxn id="3452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8" name="Google Shape;3458;p107"/>
          <p:cNvCxnSpPr>
            <a:stCxn id="3450" idx="2"/>
            <a:endCxn id="3451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59" name="Google Shape;3459;p107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460" name="Google Shape;3460;p107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61" name="Google Shape;3461;p107"/>
            <p:cNvCxnSpPr>
              <a:stCxn id="3460" idx="0"/>
              <a:endCxn id="3462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3" name="Google Shape;3463;p107"/>
            <p:cNvCxnSpPr>
              <a:stCxn id="3453" idx="2"/>
              <a:endCxn id="3462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62" name="Google Shape;3462;p107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64" name="Google Shape;3464;p107"/>
            <p:cNvCxnSpPr>
              <a:stCxn id="3460" idx="2"/>
              <a:endCxn id="3450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8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Google Shape;3469;p108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470" name="Google Shape;3470;p10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471" name="Google Shape;3471;p108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2" name="Google Shape;3472;p108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3" name="Google Shape;3473;p108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4" name="Google Shape;3474;p108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5" name="Google Shape;3475;p108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6" name="Google Shape;3476;p108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7" name="Google Shape;3477;p108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8" name="Google Shape;3478;p108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9" name="Google Shape;3479;p108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0" name="Google Shape;3480;p108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81" name="Google Shape;3481;p108"/>
          <p:cNvCxnSpPr>
            <a:stCxn id="3480" idx="2"/>
            <a:endCxn id="347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2" name="Google Shape;3482;p108"/>
          <p:cNvCxnSpPr>
            <a:stCxn id="3478" idx="2"/>
            <a:endCxn id="348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3" name="Google Shape;3483;p108"/>
          <p:cNvCxnSpPr>
            <a:stCxn id="3477" idx="2"/>
            <a:endCxn id="347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4" name="Google Shape;3484;p108"/>
          <p:cNvCxnSpPr>
            <a:stCxn id="3476" idx="2"/>
            <a:endCxn id="347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85" name="Google Shape;3485;p108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486" name="Google Shape;3486;p108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87" name="Google Shape;3487;p108"/>
            <p:cNvCxnSpPr>
              <a:stCxn id="3486" idx="0"/>
              <a:endCxn id="348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9" name="Google Shape;3489;p108"/>
            <p:cNvCxnSpPr>
              <a:stCxn id="3479" idx="2"/>
              <a:endCxn id="348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88" name="Google Shape;3488;p108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90" name="Google Shape;3490;p108"/>
            <p:cNvCxnSpPr>
              <a:stCxn id="3486" idx="2"/>
              <a:endCxn id="347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4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p109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496" name="Google Shape;3496;p10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497" name="Google Shape;3497;p109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8" name="Google Shape;3498;p109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9" name="Google Shape;3499;p109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0" name="Google Shape;3500;p109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1" name="Google Shape;3501;p109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02" name="Google Shape;3502;p109"/>
          <p:cNvCxnSpPr/>
          <p:nvPr/>
        </p:nvCxnSpPr>
        <p:spPr>
          <a:xfrm rot="10800000">
            <a:off x="601900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3" name="Google Shape;3503;p109"/>
          <p:cNvCxnSpPr/>
          <p:nvPr/>
        </p:nvCxnSpPr>
        <p:spPr>
          <a:xfrm rot="10800000">
            <a:off x="2285250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4" name="Google Shape;3504;p109"/>
          <p:cNvCxnSpPr/>
          <p:nvPr/>
        </p:nvCxnSpPr>
        <p:spPr>
          <a:xfrm rot="10800000">
            <a:off x="564183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5" name="Google Shape;3505;p109"/>
          <p:cNvCxnSpPr/>
          <p:nvPr/>
        </p:nvCxnSpPr>
        <p:spPr>
          <a:xfrm rot="10800000">
            <a:off x="395848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6" name="Google Shape;3506;p109"/>
          <p:cNvCxnSpPr/>
          <p:nvPr/>
        </p:nvCxnSpPr>
        <p:spPr>
          <a:xfrm rot="10800000">
            <a:off x="731508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7" name="Google Shape;3507;p109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8" name="Google Shape;3508;p109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9" name="Google Shape;3509;p109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0" name="Google Shape;3510;p109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1" name="Google Shape;3511;p109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2" name="Google Shape;3512;p109"/>
          <p:cNvCxnSpPr>
            <a:stCxn id="3511" idx="2"/>
            <a:endCxn id="351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3" name="Google Shape;3513;p109"/>
          <p:cNvCxnSpPr>
            <a:stCxn id="3509" idx="2"/>
            <a:endCxn id="351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4" name="Google Shape;3514;p109"/>
          <p:cNvCxnSpPr>
            <a:stCxn id="3508" idx="2"/>
            <a:endCxn id="350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5" name="Google Shape;3515;p109"/>
          <p:cNvCxnSpPr>
            <a:stCxn id="3507" idx="2"/>
            <a:endCxn id="350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16" name="Google Shape;3516;p109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517" name="Google Shape;3517;p109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18" name="Google Shape;3518;p109"/>
            <p:cNvCxnSpPr>
              <a:stCxn id="3517" idx="0"/>
              <a:endCxn id="351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0" name="Google Shape;3520;p109"/>
            <p:cNvCxnSpPr>
              <a:stCxn id="3510" idx="2"/>
              <a:endCxn id="351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19" name="Google Shape;3519;p109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21" name="Google Shape;3521;p109"/>
            <p:cNvCxnSpPr>
              <a:stCxn id="3517" idx="2"/>
              <a:endCxn id="350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5" name="Shape 3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Google Shape;3526;p110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527" name="Google Shape;3527;p1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528" name="Google Shape;3528;p110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9" name="Google Shape;3529;p110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0" name="Google Shape;3530;p110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1" name="Google Shape;3531;p110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2" name="Google Shape;3532;p110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3" name="Google Shape;3533;p110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4" name="Google Shape;3534;p110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5" name="Google Shape;3535;p110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6" name="Google Shape;3536;p110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7" name="Google Shape;3537;p110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38" name="Google Shape;3538;p110"/>
          <p:cNvCxnSpPr/>
          <p:nvPr/>
        </p:nvCxnSpPr>
        <p:spPr>
          <a:xfrm rot="10800000">
            <a:off x="228525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9" name="Google Shape;3539;p110"/>
          <p:cNvCxnSpPr/>
          <p:nvPr/>
        </p:nvCxnSpPr>
        <p:spPr>
          <a:xfrm rot="10800000">
            <a:off x="601900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0" name="Google Shape;3540;p110"/>
          <p:cNvCxnSpPr/>
          <p:nvPr/>
        </p:nvCxnSpPr>
        <p:spPr>
          <a:xfrm rot="10800000">
            <a:off x="564183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1" name="Google Shape;3541;p110"/>
          <p:cNvCxnSpPr/>
          <p:nvPr/>
        </p:nvCxnSpPr>
        <p:spPr>
          <a:xfrm rot="10800000">
            <a:off x="395848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2" name="Google Shape;3542;p110"/>
          <p:cNvCxnSpPr/>
          <p:nvPr/>
        </p:nvCxnSpPr>
        <p:spPr>
          <a:xfrm rot="10800000">
            <a:off x="73150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3" name="Google Shape;3543;p110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4" name="Google Shape;3544;p110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5" name="Google Shape;3545;p110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6" name="Google Shape;3546;p110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7" name="Google Shape;3547;p110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8" name="Google Shape;3548;p110"/>
          <p:cNvCxnSpPr>
            <a:stCxn id="3547" idx="2"/>
            <a:endCxn id="354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9" name="Google Shape;3549;p110"/>
          <p:cNvCxnSpPr>
            <a:stCxn id="3545" idx="2"/>
            <a:endCxn id="354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0" name="Google Shape;3550;p110"/>
          <p:cNvCxnSpPr>
            <a:stCxn id="3544" idx="2"/>
            <a:endCxn id="354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1" name="Google Shape;3551;p110"/>
          <p:cNvCxnSpPr>
            <a:stCxn id="3543" idx="2"/>
            <a:endCxn id="354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52" name="Google Shape;3552;p110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553" name="Google Shape;3553;p11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54" name="Google Shape;3554;p110"/>
            <p:cNvCxnSpPr>
              <a:stCxn id="3553" idx="0"/>
              <a:endCxn id="355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6" name="Google Shape;3556;p110"/>
            <p:cNvCxnSpPr>
              <a:stCxn id="3546" idx="2"/>
              <a:endCxn id="355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55" name="Google Shape;3555;p11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57" name="Google Shape;3557;p110"/>
            <p:cNvCxnSpPr>
              <a:stCxn id="3553" idx="2"/>
              <a:endCxn id="354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111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563" name="Google Shape;3563;p1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564" name="Google Shape;3564;p111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5" name="Google Shape;3565;p111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6" name="Google Shape;3566;p111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7" name="Google Shape;3567;p111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8" name="Google Shape;3568;p111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9" name="Google Shape;3569;p111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0" name="Google Shape;3570;p111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1" name="Google Shape;3571;p111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2" name="Google Shape;3572;p111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3" name="Google Shape;3573;p111"/>
          <p:cNvSpPr/>
          <p:nvPr/>
        </p:nvSpPr>
        <p:spPr>
          <a:xfrm>
            <a:off x="527662" y="261302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4" name="Google Shape;3574;p111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5" name="Google Shape;3575;p111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6" name="Google Shape;3576;p111"/>
          <p:cNvSpPr/>
          <p:nvPr/>
        </p:nvSpPr>
        <p:spPr>
          <a:xfrm>
            <a:off x="38842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7" name="Google Shape;3577;p111"/>
          <p:cNvSpPr/>
          <p:nvPr/>
        </p:nvSpPr>
        <p:spPr>
          <a:xfrm>
            <a:off x="55644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8" name="Google Shape;3578;p111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79" name="Google Shape;3579;p111"/>
          <p:cNvCxnSpPr/>
          <p:nvPr/>
        </p:nvCxnSpPr>
        <p:spPr>
          <a:xfrm rot="10800000">
            <a:off x="228525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0" name="Google Shape;3580;p111"/>
          <p:cNvCxnSpPr/>
          <p:nvPr/>
        </p:nvCxnSpPr>
        <p:spPr>
          <a:xfrm rot="10800000">
            <a:off x="60190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1" name="Google Shape;3581;p111"/>
          <p:cNvCxnSpPr/>
          <p:nvPr/>
        </p:nvCxnSpPr>
        <p:spPr>
          <a:xfrm rot="10800000">
            <a:off x="564183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2" name="Google Shape;3582;p111"/>
          <p:cNvCxnSpPr/>
          <p:nvPr/>
        </p:nvCxnSpPr>
        <p:spPr>
          <a:xfrm rot="10800000">
            <a:off x="395848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3" name="Google Shape;3583;p111"/>
          <p:cNvCxnSpPr/>
          <p:nvPr/>
        </p:nvCxnSpPr>
        <p:spPr>
          <a:xfrm rot="10800000">
            <a:off x="731508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4" name="Google Shape;3584;p111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5" name="Google Shape;3585;p111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6" name="Google Shape;3586;p111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7" name="Google Shape;3587;p111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8" name="Google Shape;3588;p111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9" name="Google Shape;3589;p111"/>
          <p:cNvCxnSpPr>
            <a:stCxn id="3588" idx="2"/>
            <a:endCxn id="3587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0" name="Google Shape;3590;p111"/>
          <p:cNvCxnSpPr>
            <a:stCxn id="3586" idx="2"/>
            <a:endCxn id="3588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1" name="Google Shape;3591;p111"/>
          <p:cNvCxnSpPr>
            <a:stCxn id="3585" idx="2"/>
            <a:endCxn id="3586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2" name="Google Shape;3592;p111"/>
          <p:cNvCxnSpPr>
            <a:stCxn id="3584" idx="2"/>
            <a:endCxn id="3585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93" name="Google Shape;3593;p111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594" name="Google Shape;3594;p111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95" name="Google Shape;3595;p111"/>
            <p:cNvCxnSpPr>
              <a:stCxn id="3594" idx="0"/>
              <a:endCxn id="3596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7" name="Google Shape;3597;p111"/>
            <p:cNvCxnSpPr>
              <a:stCxn id="3587" idx="2"/>
              <a:endCxn id="3596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6" name="Google Shape;3596;p111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98" name="Google Shape;3598;p111"/>
            <p:cNvCxnSpPr>
              <a:stCxn id="3594" idx="2"/>
              <a:endCxn id="3584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2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p112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604" name="Google Shape;3604;p1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605" name="Google Shape;3605;p112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6" name="Google Shape;3606;p112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7" name="Google Shape;3607;p112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8" name="Google Shape;3608;p112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9" name="Google Shape;3609;p112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0" name="Google Shape;3610;p112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1" name="Google Shape;3611;p112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2" name="Google Shape;3612;p112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3" name="Google Shape;3613;p112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4" name="Google Shape;3614;p112"/>
          <p:cNvSpPr/>
          <p:nvPr/>
        </p:nvSpPr>
        <p:spPr>
          <a:xfrm>
            <a:off x="527662" y="261302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5" name="Google Shape;3615;p112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6" name="Google Shape;3616;p112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7" name="Google Shape;3617;p112"/>
          <p:cNvSpPr/>
          <p:nvPr/>
        </p:nvSpPr>
        <p:spPr>
          <a:xfrm>
            <a:off x="38842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8" name="Google Shape;3618;p112"/>
          <p:cNvSpPr/>
          <p:nvPr/>
        </p:nvSpPr>
        <p:spPr>
          <a:xfrm>
            <a:off x="55644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9" name="Google Shape;3619;p112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20" name="Google Shape;3620;p112"/>
          <p:cNvCxnSpPr/>
          <p:nvPr/>
        </p:nvCxnSpPr>
        <p:spPr>
          <a:xfrm rot="10800000">
            <a:off x="2285250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1" name="Google Shape;3621;p112"/>
          <p:cNvCxnSpPr/>
          <p:nvPr/>
        </p:nvCxnSpPr>
        <p:spPr>
          <a:xfrm rot="10800000">
            <a:off x="60190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2" name="Google Shape;3622;p112"/>
          <p:cNvCxnSpPr/>
          <p:nvPr/>
        </p:nvCxnSpPr>
        <p:spPr>
          <a:xfrm rot="10800000">
            <a:off x="564183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3" name="Google Shape;3623;p112"/>
          <p:cNvCxnSpPr/>
          <p:nvPr/>
        </p:nvCxnSpPr>
        <p:spPr>
          <a:xfrm rot="10800000">
            <a:off x="39584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4" name="Google Shape;3624;p112"/>
          <p:cNvCxnSpPr/>
          <p:nvPr/>
        </p:nvCxnSpPr>
        <p:spPr>
          <a:xfrm rot="10800000">
            <a:off x="731508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5" name="Google Shape;3625;p112"/>
          <p:cNvSpPr/>
          <p:nvPr/>
        </p:nvSpPr>
        <p:spPr>
          <a:xfrm>
            <a:off x="5276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6" name="Google Shape;3626;p112"/>
          <p:cNvSpPr/>
          <p:nvPr/>
        </p:nvSpPr>
        <p:spPr>
          <a:xfrm>
            <a:off x="221100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7" name="Google Shape;3627;p112"/>
          <p:cNvSpPr/>
          <p:nvPr/>
        </p:nvSpPr>
        <p:spPr>
          <a:xfrm>
            <a:off x="3881725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8" name="Google Shape;3628;p112"/>
          <p:cNvSpPr/>
          <p:nvPr/>
        </p:nvSpPr>
        <p:spPr>
          <a:xfrm>
            <a:off x="55619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9" name="Google Shape;3629;p112"/>
          <p:cNvSpPr/>
          <p:nvPr/>
        </p:nvSpPr>
        <p:spPr>
          <a:xfrm>
            <a:off x="723578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0" name="Google Shape;3630;p112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1" name="Google Shape;3631;p112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2" name="Google Shape;3632;p112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3" name="Google Shape;3633;p112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4" name="Google Shape;3634;p112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5" name="Google Shape;3635;p112"/>
          <p:cNvCxnSpPr>
            <a:stCxn id="3634" idx="2"/>
            <a:endCxn id="3633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6" name="Google Shape;3636;p112"/>
          <p:cNvCxnSpPr>
            <a:stCxn id="3632" idx="2"/>
            <a:endCxn id="3634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7" name="Google Shape;3637;p112"/>
          <p:cNvCxnSpPr>
            <a:stCxn id="3631" idx="2"/>
            <a:endCxn id="3632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8" name="Google Shape;3638;p112"/>
          <p:cNvCxnSpPr>
            <a:stCxn id="3630" idx="2"/>
            <a:endCxn id="3631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39" name="Google Shape;3639;p112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640" name="Google Shape;3640;p112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41" name="Google Shape;3641;p112"/>
            <p:cNvCxnSpPr>
              <a:stCxn id="3640" idx="0"/>
              <a:endCxn id="3642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3" name="Google Shape;3643;p112"/>
            <p:cNvCxnSpPr>
              <a:stCxn id="3633" idx="2"/>
              <a:endCxn id="3642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42" name="Google Shape;3642;p112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44" name="Google Shape;3644;p112"/>
            <p:cNvCxnSpPr>
              <a:stCxn id="3640" idx="2"/>
              <a:endCxn id="3630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113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650" name="Google Shape;3650;p11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651" name="Google Shape;3651;p113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2" name="Google Shape;3652;p113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3" name="Google Shape;3653;p113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4" name="Google Shape;3654;p113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5" name="Google Shape;3655;p113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6" name="Google Shape;3656;p113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7" name="Google Shape;3657;p113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8" name="Google Shape;3658;p113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9" name="Google Shape;3659;p113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0" name="Google Shape;3660;p113"/>
          <p:cNvSpPr/>
          <p:nvPr/>
        </p:nvSpPr>
        <p:spPr>
          <a:xfrm>
            <a:off x="527662" y="261302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1" name="Google Shape;3661;p113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2" name="Google Shape;3662;p113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3" name="Google Shape;3663;p113"/>
          <p:cNvSpPr/>
          <p:nvPr/>
        </p:nvSpPr>
        <p:spPr>
          <a:xfrm>
            <a:off x="38842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4" name="Google Shape;3664;p113"/>
          <p:cNvSpPr/>
          <p:nvPr/>
        </p:nvSpPr>
        <p:spPr>
          <a:xfrm>
            <a:off x="55644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5" name="Google Shape;3665;p113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6" name="Google Shape;3666;p113"/>
          <p:cNvSpPr/>
          <p:nvPr/>
        </p:nvSpPr>
        <p:spPr>
          <a:xfrm>
            <a:off x="5276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7" name="Google Shape;3667;p113"/>
          <p:cNvSpPr/>
          <p:nvPr/>
        </p:nvSpPr>
        <p:spPr>
          <a:xfrm>
            <a:off x="221100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8" name="Google Shape;3668;p113"/>
          <p:cNvSpPr/>
          <p:nvPr/>
        </p:nvSpPr>
        <p:spPr>
          <a:xfrm>
            <a:off x="3881725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9" name="Google Shape;3669;p113"/>
          <p:cNvSpPr/>
          <p:nvPr/>
        </p:nvSpPr>
        <p:spPr>
          <a:xfrm>
            <a:off x="55619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0" name="Google Shape;3670;p113"/>
          <p:cNvSpPr/>
          <p:nvPr/>
        </p:nvSpPr>
        <p:spPr>
          <a:xfrm>
            <a:off x="723578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1" name="Google Shape;3671;p113"/>
          <p:cNvSpPr/>
          <p:nvPr/>
        </p:nvSpPr>
        <p:spPr>
          <a:xfrm>
            <a:off x="5276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2" name="Google Shape;3672;p113"/>
          <p:cNvSpPr/>
          <p:nvPr/>
        </p:nvSpPr>
        <p:spPr>
          <a:xfrm>
            <a:off x="2211000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3" name="Google Shape;3673;p113"/>
          <p:cNvSpPr/>
          <p:nvPr/>
        </p:nvSpPr>
        <p:spPr>
          <a:xfrm>
            <a:off x="55619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4" name="Google Shape;3674;p113"/>
          <p:cNvSpPr/>
          <p:nvPr/>
        </p:nvSpPr>
        <p:spPr>
          <a:xfrm>
            <a:off x="723578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5" name="Google Shape;3675;p113"/>
          <p:cNvSpPr/>
          <p:nvPr/>
        </p:nvSpPr>
        <p:spPr>
          <a:xfrm>
            <a:off x="3884262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6" name="Google Shape;3676;p113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7" name="Google Shape;3677;p113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8" name="Google Shape;3678;p113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9" name="Google Shape;3679;p113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0" name="Google Shape;3680;p113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81" name="Google Shape;3681;p113"/>
          <p:cNvCxnSpPr>
            <a:stCxn id="3680" idx="2"/>
            <a:endCxn id="367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2" name="Google Shape;3682;p113"/>
          <p:cNvCxnSpPr>
            <a:stCxn id="3678" idx="2"/>
            <a:endCxn id="368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3" name="Google Shape;3683;p113"/>
          <p:cNvCxnSpPr>
            <a:stCxn id="3677" idx="2"/>
            <a:endCxn id="367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4" name="Google Shape;3684;p113"/>
          <p:cNvCxnSpPr>
            <a:stCxn id="3676" idx="2"/>
            <a:endCxn id="367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85" name="Google Shape;3685;p113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686" name="Google Shape;3686;p113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87" name="Google Shape;3687;p113"/>
            <p:cNvCxnSpPr>
              <a:stCxn id="3686" idx="0"/>
              <a:endCxn id="368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9" name="Google Shape;3689;p113"/>
            <p:cNvCxnSpPr>
              <a:stCxn id="3679" idx="2"/>
              <a:endCxn id="368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88" name="Google Shape;3688;p113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90" name="Google Shape;3690;p113"/>
            <p:cNvCxnSpPr>
              <a:stCxn id="3686" idx="2"/>
              <a:endCxn id="367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11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Ring Topology: Efficiency</a:t>
            </a:r>
            <a:endParaRPr/>
          </a:p>
        </p:txBody>
      </p:sp>
      <p:sp>
        <p:nvSpPr>
          <p:cNvPr id="3696" name="Google Shape;3696;p114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receives 1 vector (</a:t>
            </a:r>
            <a:r>
              <a:rPr i="1" lang="en"/>
              <a:t>D</a:t>
            </a:r>
            <a:r>
              <a:rPr lang="en"/>
              <a:t> bytes) from the right.</a:t>
            </a:r>
            <a:br>
              <a:rPr lang="en"/>
            </a:br>
            <a:r>
              <a:rPr lang="en"/>
              <a:t>				Each node sends 1 vector (</a:t>
            </a:r>
            <a:r>
              <a:rPr i="1" lang="en"/>
              <a:t>D</a:t>
            </a:r>
            <a:r>
              <a:rPr lang="en"/>
              <a:t> bytes) to the left.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Vector must travel around all </a:t>
            </a:r>
            <a:r>
              <a:rPr i="1" lang="en"/>
              <a:t>p</a:t>
            </a:r>
            <a:r>
              <a:rPr lang="en"/>
              <a:t> nodes in the ring.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	Each node receives 1 element (</a:t>
            </a:r>
            <a:r>
              <a:rPr i="1" lang="en"/>
              <a:t>D</a:t>
            </a:r>
            <a:r>
              <a:rPr lang="en"/>
              <a:t>/</a:t>
            </a:r>
            <a:r>
              <a:rPr i="1" lang="en"/>
              <a:t>p</a:t>
            </a:r>
            <a:r>
              <a:rPr lang="en"/>
              <a:t> bytes) </a:t>
            </a:r>
            <a:r>
              <a:rPr lang="en"/>
              <a:t>from the right.</a:t>
            </a:r>
            <a:br>
              <a:rPr lang="en"/>
            </a:br>
            <a:r>
              <a:rPr lang="en"/>
              <a:t>					Each node sends 1 element </a:t>
            </a:r>
            <a:r>
              <a:rPr lang="en"/>
              <a:t>(</a:t>
            </a:r>
            <a:r>
              <a:rPr i="1" lang="en"/>
              <a:t>D</a:t>
            </a:r>
            <a:r>
              <a:rPr lang="en"/>
              <a:t>/</a:t>
            </a:r>
            <a:r>
              <a:rPr i="1" lang="en"/>
              <a:t>p</a:t>
            </a:r>
            <a:r>
              <a:rPr lang="en"/>
              <a:t> bytes) </a:t>
            </a:r>
            <a:r>
              <a:rPr lang="en"/>
              <a:t>to the left.</a:t>
            </a:r>
            <a:endParaRPr/>
          </a:p>
        </p:txBody>
      </p:sp>
      <p:graphicFrame>
        <p:nvGraphicFramePr>
          <p:cNvPr id="3697" name="Google Shape;3697;p114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{BC310EB8-C2AF-400A-815C-831D97E5454B}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log(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Ring (Naive)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Ring (Optimized)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1" name="Shape 3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" name="Google Shape;3702;p11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3" name="Google Shape;3703;p11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Overlay/Underlay Topologies</a:t>
            </a:r>
            <a:endParaRPr/>
          </a:p>
        </p:txBody>
      </p:sp>
      <p:sp>
        <p:nvSpPr>
          <p:cNvPr id="3704" name="Google Shape;3704;p11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9" name="Google Shape;3709;p116"/>
          <p:cNvCxnSpPr>
            <a:stCxn id="3710" idx="2"/>
            <a:endCxn id="3711" idx="6"/>
          </p:cNvCxnSpPr>
          <p:nvPr/>
        </p:nvCxnSpPr>
        <p:spPr>
          <a:xfrm flipH="1">
            <a:off x="1732588" y="21563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2" name="Google Shape;3712;p116"/>
          <p:cNvCxnSpPr>
            <a:stCxn id="3713" idx="2"/>
            <a:endCxn id="3711" idx="6"/>
          </p:cNvCxnSpPr>
          <p:nvPr/>
        </p:nvCxnSpPr>
        <p:spPr>
          <a:xfrm rot="10800000">
            <a:off x="1732588" y="27659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4" name="Google Shape;3714;p116"/>
          <p:cNvCxnSpPr>
            <a:stCxn id="3715" idx="2"/>
            <a:endCxn id="3713" idx="7"/>
          </p:cNvCxnSpPr>
          <p:nvPr/>
        </p:nvCxnSpPr>
        <p:spPr>
          <a:xfrm flipH="1">
            <a:off x="6415288" y="2156325"/>
            <a:ext cx="975900" cy="50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6" name="Google Shape;3716;p116"/>
          <p:cNvCxnSpPr>
            <a:stCxn id="3715" idx="2"/>
            <a:endCxn id="3710" idx="6"/>
          </p:cNvCxnSpPr>
          <p:nvPr/>
        </p:nvCxnSpPr>
        <p:spPr>
          <a:xfrm rot="10800000">
            <a:off x="2951788" y="21563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7" name="Google Shape;3717;p116"/>
          <p:cNvCxnSpPr>
            <a:stCxn id="3718" idx="3"/>
            <a:endCxn id="3719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0" name="Google Shape;3720;p116"/>
          <p:cNvCxnSpPr>
            <a:stCxn id="3719" idx="3"/>
            <a:endCxn id="3721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2" name="Google Shape;3722;p116"/>
          <p:cNvCxnSpPr>
            <a:stCxn id="3721" idx="3"/>
            <a:endCxn id="3723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4" name="Google Shape;3724;p116"/>
          <p:cNvCxnSpPr>
            <a:stCxn id="3725" idx="3"/>
            <a:endCxn id="3726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7" name="Google Shape;3727;p116"/>
          <p:cNvCxnSpPr>
            <a:stCxn id="3728" idx="3"/>
            <a:endCxn id="3725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9" name="Google Shape;3729;p116"/>
          <p:cNvCxnSpPr>
            <a:stCxn id="3730" idx="3"/>
            <a:endCxn id="3728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1" name="Google Shape;3731;p116"/>
          <p:cNvCxnSpPr>
            <a:stCxn id="3732" idx="3"/>
            <a:endCxn id="3733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4" name="Google Shape;3734;p116"/>
          <p:cNvCxnSpPr>
            <a:stCxn id="3733" idx="3"/>
            <a:endCxn id="3735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6" name="Google Shape;3736;p116"/>
          <p:cNvCxnSpPr>
            <a:stCxn id="3735" idx="3"/>
            <a:endCxn id="3737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8" name="Google Shape;3738;p116"/>
          <p:cNvCxnSpPr>
            <a:stCxn id="3723" idx="3"/>
            <a:endCxn id="3726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9" name="Google Shape;3739;p116"/>
          <p:cNvCxnSpPr>
            <a:stCxn id="3726" idx="3"/>
            <a:endCxn id="3737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0" name="Google Shape;3740;p116"/>
          <p:cNvCxnSpPr>
            <a:stCxn id="3721" idx="3"/>
            <a:endCxn id="3725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1" name="Google Shape;3741;p116"/>
          <p:cNvCxnSpPr>
            <a:stCxn id="3725" idx="3"/>
            <a:endCxn id="3735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2" name="Google Shape;3742;p116"/>
          <p:cNvCxnSpPr>
            <a:stCxn id="3728" idx="3"/>
            <a:endCxn id="3733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3" name="Google Shape;3743;p116"/>
          <p:cNvCxnSpPr>
            <a:stCxn id="3719" idx="3"/>
            <a:endCxn id="3728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4" name="Google Shape;3744;p116"/>
          <p:cNvCxnSpPr>
            <a:stCxn id="3718" idx="3"/>
            <a:endCxn id="3730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5" name="Google Shape;3745;p116"/>
          <p:cNvCxnSpPr>
            <a:stCxn id="3730" idx="3"/>
            <a:endCxn id="3732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6" name="Google Shape;3746;p116"/>
          <p:cNvSpPr txBox="1"/>
          <p:nvPr>
            <p:ph idx="1" type="body"/>
          </p:nvPr>
        </p:nvSpPr>
        <p:spPr>
          <a:xfrm>
            <a:off x="107050" y="402200"/>
            <a:ext cx="8909700" cy="11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Hosts A, B, C, D want to run an AllReduce operation.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A, B, C, D are not in a ring topology. But, we can add virtual links to create a ring!</a:t>
            </a:r>
            <a:endParaRPr/>
          </a:p>
        </p:txBody>
      </p:sp>
      <p:sp>
        <p:nvSpPr>
          <p:cNvPr id="3747" name="Google Shape;3747;p11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and Underlay Topologies</a:t>
            </a:r>
            <a:endParaRPr/>
          </a:p>
        </p:txBody>
      </p:sp>
      <p:sp>
        <p:nvSpPr>
          <p:cNvPr id="3718" name="Google Shape;3718;p116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9" name="Google Shape;3719;p116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1" name="Google Shape;3721;p116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3" name="Google Shape;3723;p116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0" name="Google Shape;3730;p116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8" name="Google Shape;3728;p116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5" name="Google Shape;3725;p116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6" name="Google Shape;3726;p116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2" name="Google Shape;3732;p116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3" name="Google Shape;3733;p116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5" name="Google Shape;3735;p116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7" name="Google Shape;3737;p116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1" name="Google Shape;3711;p116"/>
          <p:cNvSpPr/>
          <p:nvPr/>
        </p:nvSpPr>
        <p:spPr>
          <a:xfrm>
            <a:off x="14475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48" name="Google Shape;3748;p116"/>
          <p:cNvCxnSpPr>
            <a:stCxn id="3718" idx="0"/>
            <a:endCxn id="3711" idx="4"/>
          </p:cNvCxnSpPr>
          <p:nvPr/>
        </p:nvCxnSpPr>
        <p:spPr>
          <a:xfrm rot="10800000">
            <a:off x="15901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0" name="Google Shape;3710;p116"/>
          <p:cNvSpPr/>
          <p:nvPr/>
        </p:nvSpPr>
        <p:spPr>
          <a:xfrm>
            <a:off x="26667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49" name="Google Shape;3749;p116"/>
          <p:cNvCxnSpPr>
            <a:stCxn id="3732" idx="0"/>
            <a:endCxn id="3710" idx="4"/>
          </p:cNvCxnSpPr>
          <p:nvPr/>
        </p:nvCxnSpPr>
        <p:spPr>
          <a:xfrm rot="10800000">
            <a:off x="28093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3" name="Google Shape;3713;p116"/>
          <p:cNvSpPr/>
          <p:nvPr/>
        </p:nvSpPr>
        <p:spPr>
          <a:xfrm>
            <a:off x="61719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0" name="Google Shape;3750;p116"/>
          <p:cNvCxnSpPr>
            <a:stCxn id="3723" idx="0"/>
            <a:endCxn id="3713" idx="4"/>
          </p:cNvCxnSpPr>
          <p:nvPr/>
        </p:nvCxnSpPr>
        <p:spPr>
          <a:xfrm rot="10800000">
            <a:off x="63145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5" name="Google Shape;3715;p116"/>
          <p:cNvSpPr/>
          <p:nvPr/>
        </p:nvSpPr>
        <p:spPr>
          <a:xfrm>
            <a:off x="73911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1" name="Google Shape;3751;p116"/>
          <p:cNvCxnSpPr>
            <a:stCxn id="3737" idx="0"/>
            <a:endCxn id="3715" idx="4"/>
          </p:cNvCxnSpPr>
          <p:nvPr/>
        </p:nvCxnSpPr>
        <p:spPr>
          <a:xfrm rot="10800000">
            <a:off x="75337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5" name="Shape 3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6" name="Google Shape;3756;p117"/>
          <p:cNvSpPr txBox="1"/>
          <p:nvPr>
            <p:ph idx="1" type="body"/>
          </p:nvPr>
        </p:nvSpPr>
        <p:spPr>
          <a:xfrm>
            <a:off x="107050" y="402200"/>
            <a:ext cx="8909700" cy="14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Hosts A, B, C, D want to run an AllReduce operation.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best performance, in what order should we connect the hosts in a ring?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(The way we number the nodes affects the ring we draw.)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7" name="Google Shape;3757;p11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Overlay Topologies</a:t>
            </a:r>
            <a:endParaRPr/>
          </a:p>
        </p:txBody>
      </p:sp>
      <p:cxnSp>
        <p:nvCxnSpPr>
          <p:cNvPr id="3758" name="Google Shape;3758;p117"/>
          <p:cNvCxnSpPr>
            <a:stCxn id="3759" idx="2"/>
            <a:endCxn id="3760" idx="6"/>
          </p:cNvCxnSpPr>
          <p:nvPr/>
        </p:nvCxnSpPr>
        <p:spPr>
          <a:xfrm rot="10800000">
            <a:off x="26472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1" name="Google Shape;3761;p117"/>
          <p:cNvCxnSpPr>
            <a:stCxn id="3762" idx="2"/>
            <a:endCxn id="3763" idx="6"/>
          </p:cNvCxnSpPr>
          <p:nvPr/>
        </p:nvCxnSpPr>
        <p:spPr>
          <a:xfrm rot="10800000">
            <a:off x="73716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4" name="Google Shape;3764;p117"/>
          <p:cNvCxnSpPr>
            <a:stCxn id="3763" idx="2"/>
            <a:endCxn id="3759" idx="6"/>
          </p:cNvCxnSpPr>
          <p:nvPr/>
        </p:nvCxnSpPr>
        <p:spPr>
          <a:xfrm rot="10800000">
            <a:off x="3866488" y="26876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5" name="Google Shape;3765;p117"/>
          <p:cNvSpPr/>
          <p:nvPr/>
        </p:nvSpPr>
        <p:spPr>
          <a:xfrm>
            <a:off x="2610050" y="23155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60" name="Google Shape;3760;p117"/>
          <p:cNvSpPr/>
          <p:nvPr/>
        </p:nvSpPr>
        <p:spPr>
          <a:xfrm>
            <a:off x="23622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9" name="Google Shape;3759;p117"/>
          <p:cNvSpPr/>
          <p:nvPr/>
        </p:nvSpPr>
        <p:spPr>
          <a:xfrm>
            <a:off x="35814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3" name="Google Shape;3763;p117"/>
          <p:cNvSpPr/>
          <p:nvPr/>
        </p:nvSpPr>
        <p:spPr>
          <a:xfrm>
            <a:off x="70866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2" name="Google Shape;3762;p117"/>
          <p:cNvSpPr/>
          <p:nvPr/>
        </p:nvSpPr>
        <p:spPr>
          <a:xfrm>
            <a:off x="83058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66" name="Google Shape;3766;p117"/>
          <p:cNvCxnSpPr>
            <a:stCxn id="3767" idx="2"/>
            <a:endCxn id="3768" idx="6"/>
          </p:cNvCxnSpPr>
          <p:nvPr/>
        </p:nvCxnSpPr>
        <p:spPr>
          <a:xfrm flipH="1">
            <a:off x="26472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9" name="Google Shape;3769;p117"/>
          <p:cNvCxnSpPr>
            <a:stCxn id="3770" idx="2"/>
            <a:endCxn id="3771" idx="6"/>
          </p:cNvCxnSpPr>
          <p:nvPr/>
        </p:nvCxnSpPr>
        <p:spPr>
          <a:xfrm flipH="1">
            <a:off x="73716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2" name="Google Shape;3772;p117"/>
          <p:cNvCxnSpPr>
            <a:stCxn id="3770" idx="2"/>
            <a:endCxn id="3767" idx="6"/>
          </p:cNvCxnSpPr>
          <p:nvPr/>
        </p:nvCxnSpPr>
        <p:spPr>
          <a:xfrm rot="10800000">
            <a:off x="3866488" y="39830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8" name="Google Shape;3768;p117"/>
          <p:cNvSpPr/>
          <p:nvPr/>
        </p:nvSpPr>
        <p:spPr>
          <a:xfrm>
            <a:off x="23622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7" name="Google Shape;3767;p117"/>
          <p:cNvSpPr/>
          <p:nvPr/>
        </p:nvSpPr>
        <p:spPr>
          <a:xfrm>
            <a:off x="35814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1" name="Google Shape;3771;p117"/>
          <p:cNvSpPr/>
          <p:nvPr/>
        </p:nvSpPr>
        <p:spPr>
          <a:xfrm>
            <a:off x="70866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0" name="Google Shape;3770;p117"/>
          <p:cNvSpPr/>
          <p:nvPr/>
        </p:nvSpPr>
        <p:spPr>
          <a:xfrm>
            <a:off x="83058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3" name="Google Shape;3773;p117"/>
          <p:cNvCxnSpPr>
            <a:stCxn id="3771" idx="2"/>
            <a:endCxn id="3768" idx="6"/>
          </p:cNvCxnSpPr>
          <p:nvPr/>
        </p:nvCxnSpPr>
        <p:spPr>
          <a:xfrm rot="10800000">
            <a:off x="2647288" y="45926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4" name="Google Shape;3774;p117"/>
          <p:cNvSpPr txBox="1"/>
          <p:nvPr/>
        </p:nvSpPr>
        <p:spPr>
          <a:xfrm>
            <a:off x="21653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5" name="Google Shape;3775;p117"/>
          <p:cNvSpPr txBox="1"/>
          <p:nvPr/>
        </p:nvSpPr>
        <p:spPr>
          <a:xfrm>
            <a:off x="3384550" y="2842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6" name="Google Shape;3776;p117"/>
          <p:cNvSpPr txBox="1"/>
          <p:nvPr/>
        </p:nvSpPr>
        <p:spPr>
          <a:xfrm>
            <a:off x="68897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7" name="Google Shape;3777;p117"/>
          <p:cNvSpPr txBox="1"/>
          <p:nvPr/>
        </p:nvSpPr>
        <p:spPr>
          <a:xfrm>
            <a:off x="81089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8" name="Google Shape;3778;p117"/>
          <p:cNvSpPr txBox="1"/>
          <p:nvPr/>
        </p:nvSpPr>
        <p:spPr>
          <a:xfrm>
            <a:off x="21653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9" name="Google Shape;3779;p117"/>
          <p:cNvSpPr txBox="1"/>
          <p:nvPr/>
        </p:nvSpPr>
        <p:spPr>
          <a:xfrm>
            <a:off x="3384550" y="3604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0" name="Google Shape;3780;p117"/>
          <p:cNvSpPr txBox="1"/>
          <p:nvPr/>
        </p:nvSpPr>
        <p:spPr>
          <a:xfrm>
            <a:off x="68897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1" name="Google Shape;3781;p117"/>
          <p:cNvSpPr txBox="1"/>
          <p:nvPr/>
        </p:nvSpPr>
        <p:spPr>
          <a:xfrm>
            <a:off x="8108950" y="3604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2" name="Google Shape;3782;p117"/>
          <p:cNvSpPr txBox="1"/>
          <p:nvPr/>
        </p:nvSpPr>
        <p:spPr>
          <a:xfrm>
            <a:off x="335950" y="1980200"/>
            <a:ext cx="1745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3" name="Google Shape;3783;p117"/>
          <p:cNvSpPr txBox="1"/>
          <p:nvPr/>
        </p:nvSpPr>
        <p:spPr>
          <a:xfrm>
            <a:off x="335950" y="3885200"/>
            <a:ext cx="1745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7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8" name="Google Shape;3788;p118"/>
          <p:cNvCxnSpPr>
            <a:stCxn id="3789" idx="3"/>
            <a:endCxn id="3790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1" name="Google Shape;3791;p118"/>
          <p:cNvCxnSpPr>
            <a:stCxn id="3790" idx="3"/>
            <a:endCxn id="3792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3" name="Google Shape;3793;p118"/>
          <p:cNvCxnSpPr>
            <a:stCxn id="3792" idx="3"/>
            <a:endCxn id="3794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5" name="Google Shape;3795;p118"/>
          <p:cNvCxnSpPr>
            <a:stCxn id="3796" idx="3"/>
            <a:endCxn id="3797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8" name="Google Shape;3798;p118"/>
          <p:cNvCxnSpPr>
            <a:stCxn id="3799" idx="3"/>
            <a:endCxn id="3796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0" name="Google Shape;3800;p118"/>
          <p:cNvCxnSpPr>
            <a:stCxn id="3801" idx="3"/>
            <a:endCxn id="3799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2" name="Google Shape;3802;p118"/>
          <p:cNvCxnSpPr>
            <a:stCxn id="3803" idx="3"/>
            <a:endCxn id="3804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5" name="Google Shape;3805;p118"/>
          <p:cNvCxnSpPr>
            <a:stCxn id="3804" idx="3"/>
            <a:endCxn id="3806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7" name="Google Shape;3807;p118"/>
          <p:cNvCxnSpPr>
            <a:stCxn id="3806" idx="3"/>
            <a:endCxn id="3808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9" name="Google Shape;3809;p118"/>
          <p:cNvCxnSpPr>
            <a:stCxn id="3794" idx="3"/>
            <a:endCxn id="3797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0" name="Google Shape;3810;p118"/>
          <p:cNvCxnSpPr>
            <a:stCxn id="3797" idx="3"/>
            <a:endCxn id="3808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1" name="Google Shape;3811;p118"/>
          <p:cNvCxnSpPr>
            <a:stCxn id="3792" idx="3"/>
            <a:endCxn id="3796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2" name="Google Shape;3812;p118"/>
          <p:cNvCxnSpPr>
            <a:stCxn id="3796" idx="3"/>
            <a:endCxn id="3806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3" name="Google Shape;3813;p118"/>
          <p:cNvCxnSpPr>
            <a:stCxn id="3799" idx="3"/>
            <a:endCxn id="3804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4" name="Google Shape;3814;p118"/>
          <p:cNvCxnSpPr>
            <a:stCxn id="3790" idx="3"/>
            <a:endCxn id="3799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5" name="Google Shape;3815;p118"/>
          <p:cNvCxnSpPr>
            <a:stCxn id="3789" idx="3"/>
            <a:endCxn id="3801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6" name="Google Shape;3816;p118"/>
          <p:cNvCxnSpPr>
            <a:stCxn id="3801" idx="3"/>
            <a:endCxn id="3803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7" name="Google Shape;3817;p118"/>
          <p:cNvCxnSpPr>
            <a:stCxn id="3818" idx="2"/>
            <a:endCxn id="3819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0" name="Google Shape;3820;p118"/>
          <p:cNvCxnSpPr>
            <a:stCxn id="3821" idx="2"/>
            <a:endCxn id="3822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3" name="Google Shape;3823;p118"/>
          <p:cNvCxnSpPr>
            <a:stCxn id="3822" idx="2"/>
            <a:endCxn id="3818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4" name="Google Shape;3824;p118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25" name="Google Shape;3825;p118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826" name="Google Shape;3826;p11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Ring Topology #1</a:t>
            </a:r>
            <a:endParaRPr/>
          </a:p>
        </p:txBody>
      </p:sp>
      <p:sp>
        <p:nvSpPr>
          <p:cNvPr id="3789" name="Google Shape;3789;p118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0" name="Google Shape;3790;p118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2" name="Google Shape;3792;p118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4" name="Google Shape;3794;p118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1" name="Google Shape;3801;p118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9" name="Google Shape;3799;p118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6" name="Google Shape;3796;p118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7" name="Google Shape;3797;p118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3" name="Google Shape;3803;p118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4" name="Google Shape;3804;p118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6" name="Google Shape;3806;p118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8" name="Google Shape;3808;p118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9" name="Google Shape;3819;p118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7" name="Google Shape;3827;p118"/>
          <p:cNvCxnSpPr>
            <a:stCxn id="3789" idx="0"/>
            <a:endCxn id="3819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8" name="Google Shape;3818;p118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8" name="Google Shape;3828;p118"/>
          <p:cNvCxnSpPr>
            <a:stCxn id="3803" idx="0"/>
            <a:endCxn id="3818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2" name="Google Shape;3822;p118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9" name="Google Shape;3829;p118"/>
          <p:cNvCxnSpPr>
            <a:stCxn id="3794" idx="0"/>
            <a:endCxn id="3822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1" name="Google Shape;3821;p118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30" name="Google Shape;3830;p118"/>
          <p:cNvCxnSpPr>
            <a:stCxn id="3808" idx="0"/>
            <a:endCxn id="3821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4" name="Shape 3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5" name="Google Shape;3835;p119"/>
          <p:cNvCxnSpPr>
            <a:stCxn id="3836" idx="3"/>
            <a:endCxn id="3837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8" name="Google Shape;3838;p119"/>
          <p:cNvCxnSpPr>
            <a:stCxn id="3837" idx="3"/>
            <a:endCxn id="3839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0" name="Google Shape;3840;p119"/>
          <p:cNvCxnSpPr>
            <a:stCxn id="3839" idx="3"/>
            <a:endCxn id="3841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2" name="Google Shape;3842;p119"/>
          <p:cNvCxnSpPr>
            <a:stCxn id="3843" idx="3"/>
            <a:endCxn id="384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5" name="Google Shape;3845;p119"/>
          <p:cNvCxnSpPr>
            <a:stCxn id="3846" idx="3"/>
            <a:endCxn id="3843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7" name="Google Shape;3847;p119"/>
          <p:cNvCxnSpPr>
            <a:stCxn id="3848" idx="3"/>
            <a:endCxn id="384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9" name="Google Shape;3849;p119"/>
          <p:cNvCxnSpPr>
            <a:stCxn id="3850" idx="3"/>
            <a:endCxn id="3851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2" name="Google Shape;3852;p119"/>
          <p:cNvCxnSpPr>
            <a:stCxn id="3851" idx="3"/>
            <a:endCxn id="3853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4" name="Google Shape;3854;p119"/>
          <p:cNvCxnSpPr>
            <a:stCxn id="3853" idx="3"/>
            <a:endCxn id="3855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6" name="Google Shape;3856;p119"/>
          <p:cNvCxnSpPr>
            <a:stCxn id="3841" idx="3"/>
            <a:endCxn id="384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7" name="Google Shape;3857;p119"/>
          <p:cNvCxnSpPr>
            <a:stCxn id="3844" idx="3"/>
            <a:endCxn id="3855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8" name="Google Shape;3858;p119"/>
          <p:cNvCxnSpPr>
            <a:stCxn id="3839" idx="3"/>
            <a:endCxn id="3843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9" name="Google Shape;3859;p119"/>
          <p:cNvCxnSpPr>
            <a:stCxn id="3843" idx="3"/>
            <a:endCxn id="3853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0" name="Google Shape;3860;p119"/>
          <p:cNvCxnSpPr>
            <a:stCxn id="3846" idx="3"/>
            <a:endCxn id="3851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1" name="Google Shape;3861;p119"/>
          <p:cNvCxnSpPr>
            <a:stCxn id="3837" idx="3"/>
            <a:endCxn id="384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2" name="Google Shape;3862;p119"/>
          <p:cNvCxnSpPr>
            <a:stCxn id="3836" idx="3"/>
            <a:endCxn id="3848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3" name="Google Shape;3863;p119"/>
          <p:cNvCxnSpPr>
            <a:stCxn id="3848" idx="3"/>
            <a:endCxn id="3850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4" name="Google Shape;3864;p119"/>
          <p:cNvCxnSpPr>
            <a:stCxn id="3865" idx="2"/>
            <a:endCxn id="3866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7" name="Google Shape;3867;p119"/>
          <p:cNvCxnSpPr>
            <a:stCxn id="3868" idx="2"/>
            <a:endCxn id="3869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0" name="Google Shape;3870;p119"/>
          <p:cNvCxnSpPr>
            <a:stCxn id="3869" idx="2"/>
            <a:endCxn id="3865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1" name="Google Shape;3871;p119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72" name="Google Shape;3872;p119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873" name="Google Shape;3873;p11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836" name="Google Shape;3836;p119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7" name="Google Shape;3837;p119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9" name="Google Shape;3839;p119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1" name="Google Shape;3841;p119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8" name="Google Shape;3848;p119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6" name="Google Shape;3846;p119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3" name="Google Shape;3843;p119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4" name="Google Shape;3844;p119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0" name="Google Shape;3850;p119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1" name="Google Shape;3851;p119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3" name="Google Shape;3853;p119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5" name="Google Shape;3855;p119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6" name="Google Shape;3866;p119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4" name="Google Shape;3874;p119"/>
          <p:cNvCxnSpPr>
            <a:stCxn id="3836" idx="0"/>
            <a:endCxn id="3866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5" name="Google Shape;3865;p119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5" name="Google Shape;3875;p119"/>
          <p:cNvCxnSpPr>
            <a:stCxn id="3850" idx="0"/>
            <a:endCxn id="3865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9" name="Google Shape;3869;p119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6" name="Google Shape;3876;p119"/>
          <p:cNvCxnSpPr>
            <a:stCxn id="3841" idx="0"/>
            <a:endCxn id="3869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8" name="Google Shape;3868;p119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7" name="Google Shape;3877;p119"/>
          <p:cNvCxnSpPr>
            <a:stCxn id="3855" idx="0"/>
            <a:endCxn id="3868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8" name="Google Shape;3878;p119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2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3" name="Google Shape;3883;p120"/>
          <p:cNvCxnSpPr>
            <a:stCxn id="3884" idx="3"/>
            <a:endCxn id="3885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6" name="Google Shape;3886;p120"/>
          <p:cNvCxnSpPr>
            <a:stCxn id="3885" idx="3"/>
            <a:endCxn id="3887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8" name="Google Shape;3888;p120"/>
          <p:cNvCxnSpPr>
            <a:stCxn id="3884" idx="3"/>
            <a:endCxn id="3889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0" name="Google Shape;3890;p120"/>
          <p:cNvCxnSpPr>
            <a:stCxn id="3889" idx="3"/>
            <a:endCxn id="3891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2" name="Google Shape;3892;p120"/>
          <p:cNvCxnSpPr>
            <a:stCxn id="3893" idx="3"/>
            <a:endCxn id="389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5" name="Google Shape;3895;p120"/>
          <p:cNvCxnSpPr>
            <a:stCxn id="3885" idx="3"/>
            <a:endCxn id="389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7" name="Google Shape;3897;p120"/>
          <p:cNvCxnSpPr>
            <a:stCxn id="3898" idx="3"/>
            <a:endCxn id="3899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0" name="Google Shape;3900;p120"/>
          <p:cNvCxnSpPr>
            <a:stCxn id="3899" idx="3"/>
            <a:endCxn id="3901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2" name="Google Shape;3902;p120"/>
          <p:cNvCxnSpPr>
            <a:stCxn id="3903" idx="3"/>
            <a:endCxn id="389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4" name="Google Shape;3904;p120"/>
          <p:cNvCxnSpPr>
            <a:stCxn id="3894" idx="3"/>
            <a:endCxn id="3901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5" name="Google Shape;3905;p120"/>
          <p:cNvCxnSpPr>
            <a:stCxn id="3893" idx="3"/>
            <a:endCxn id="3899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6" name="Google Shape;3906;p120"/>
          <p:cNvCxnSpPr>
            <a:stCxn id="3889" idx="3"/>
            <a:endCxn id="389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7" name="Google Shape;3907;p120"/>
          <p:cNvCxnSpPr>
            <a:stCxn id="3891" idx="3"/>
            <a:endCxn id="3903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8" name="Google Shape;3908;p120"/>
          <p:cNvCxnSpPr>
            <a:stCxn id="3896" idx="3"/>
            <a:endCxn id="3893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9" name="Google Shape;3909;p120"/>
          <p:cNvCxnSpPr>
            <a:stCxn id="3887" idx="3"/>
            <a:endCxn id="3898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0" name="Google Shape;3910;p120"/>
          <p:cNvCxnSpPr>
            <a:stCxn id="3891" idx="3"/>
            <a:endCxn id="3893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1" name="Google Shape;3911;p120"/>
          <p:cNvCxnSpPr>
            <a:stCxn id="3896" idx="3"/>
            <a:endCxn id="3898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2" name="Google Shape;3912;p120"/>
          <p:cNvCxnSpPr>
            <a:stCxn id="3913" idx="2"/>
            <a:endCxn id="3914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5" name="Google Shape;3915;p120"/>
          <p:cNvCxnSpPr>
            <a:stCxn id="3916" idx="2"/>
            <a:endCxn id="3917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8" name="Google Shape;3918;p120"/>
          <p:cNvCxnSpPr>
            <a:stCxn id="3917" idx="2"/>
            <a:endCxn id="3913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9" name="Google Shape;3919;p120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20" name="Google Shape;3920;p120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921" name="Google Shape;3921;p12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884" name="Google Shape;3884;p120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9" name="Google Shape;3889;p120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1" name="Google Shape;3891;p120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3" name="Google Shape;3903;p120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5" name="Google Shape;3885;p120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6" name="Google Shape;3896;p120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3" name="Google Shape;3893;p120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4" name="Google Shape;3894;p120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7" name="Google Shape;3887;p120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8" name="Google Shape;3898;p120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9" name="Google Shape;3899;p120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1" name="Google Shape;3901;p120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4" name="Google Shape;3914;p120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2" name="Google Shape;3922;p120"/>
          <p:cNvCxnSpPr>
            <a:stCxn id="3884" idx="0"/>
            <a:endCxn id="3914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3" name="Google Shape;3913;p120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3" name="Google Shape;3923;p120"/>
          <p:cNvCxnSpPr>
            <a:stCxn id="3887" idx="0"/>
            <a:endCxn id="3913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7" name="Google Shape;3917;p120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4" name="Google Shape;3924;p120"/>
          <p:cNvCxnSpPr>
            <a:stCxn id="3903" idx="0"/>
            <a:endCxn id="3917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6" name="Google Shape;3916;p120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5" name="Google Shape;3925;p120"/>
          <p:cNvCxnSpPr>
            <a:stCxn id="3901" idx="0"/>
            <a:endCxn id="3916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6" name="Google Shape;3926;p120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7" name="Google Shape;3927;p120"/>
          <p:cNvSpPr txBox="1"/>
          <p:nvPr/>
        </p:nvSpPr>
        <p:spPr>
          <a:xfrm>
            <a:off x="4104900" y="19277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1" name="Shape 3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2" name="Google Shape;3932;p121"/>
          <p:cNvCxnSpPr>
            <a:stCxn id="3933" idx="3"/>
            <a:endCxn id="393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5" name="Google Shape;3935;p121"/>
          <p:cNvCxnSpPr>
            <a:stCxn id="3934" idx="3"/>
            <a:endCxn id="3936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7" name="Google Shape;3937;p121"/>
          <p:cNvCxnSpPr>
            <a:stCxn id="3938" idx="3"/>
            <a:endCxn id="3939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0" name="Google Shape;3940;p121"/>
          <p:cNvCxnSpPr>
            <a:stCxn id="3939" idx="3"/>
            <a:endCxn id="3941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2" name="Google Shape;3942;p121"/>
          <p:cNvCxnSpPr>
            <a:stCxn id="3941" idx="3"/>
            <a:endCxn id="3933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3" name="Google Shape;3943;p121"/>
          <p:cNvCxnSpPr>
            <a:stCxn id="3944" idx="3"/>
            <a:endCxn id="393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5" name="Google Shape;3945;p121"/>
          <p:cNvCxnSpPr>
            <a:stCxn id="3946" idx="3"/>
            <a:endCxn id="3944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7" name="Google Shape;3947;p121"/>
          <p:cNvCxnSpPr>
            <a:stCxn id="3948" idx="3"/>
            <a:endCxn id="394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9" name="Google Shape;3949;p121"/>
          <p:cNvCxnSpPr>
            <a:stCxn id="3950" idx="3"/>
            <a:endCxn id="3951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2" name="Google Shape;3952;p121"/>
          <p:cNvCxnSpPr>
            <a:stCxn id="3951" idx="3"/>
            <a:endCxn id="3953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4" name="Google Shape;3954;p121"/>
          <p:cNvCxnSpPr>
            <a:stCxn id="3953" idx="3"/>
            <a:endCxn id="3936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5" name="Google Shape;3955;p121"/>
          <p:cNvCxnSpPr>
            <a:stCxn id="3941" idx="3"/>
            <a:endCxn id="3944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6" name="Google Shape;3956;p121"/>
          <p:cNvCxnSpPr>
            <a:stCxn id="3944" idx="3"/>
            <a:endCxn id="3953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7" name="Google Shape;3957;p121"/>
          <p:cNvCxnSpPr>
            <a:stCxn id="3946" idx="3"/>
            <a:endCxn id="3951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8" name="Google Shape;3958;p121"/>
          <p:cNvCxnSpPr>
            <a:stCxn id="3939" idx="3"/>
            <a:endCxn id="394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9" name="Google Shape;3959;p121"/>
          <p:cNvCxnSpPr>
            <a:stCxn id="3938" idx="3"/>
            <a:endCxn id="3948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0" name="Google Shape;3960;p121"/>
          <p:cNvCxnSpPr>
            <a:stCxn id="3948" idx="3"/>
            <a:endCxn id="3950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1" name="Google Shape;3961;p121"/>
          <p:cNvCxnSpPr>
            <a:stCxn id="3962" idx="2"/>
            <a:endCxn id="3963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4" name="Google Shape;3964;p121"/>
          <p:cNvCxnSpPr>
            <a:stCxn id="3965" idx="2"/>
            <a:endCxn id="3966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7" name="Google Shape;3967;p121"/>
          <p:cNvCxnSpPr>
            <a:stCxn id="3966" idx="2"/>
            <a:endCxn id="3962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8" name="Google Shape;3968;p121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69" name="Google Shape;3969;p121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970" name="Google Shape;3970;p12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938" name="Google Shape;3938;p121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9" name="Google Shape;3939;p121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1" name="Google Shape;3941;p121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3" name="Google Shape;3933;p121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8" name="Google Shape;3948;p121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6" name="Google Shape;3946;p121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4" name="Google Shape;3944;p121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4" name="Google Shape;3934;p121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0" name="Google Shape;3950;p121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1" name="Google Shape;3951;p121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3" name="Google Shape;3953;p121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6" name="Google Shape;3936;p121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3" name="Google Shape;3963;p121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1" name="Google Shape;3971;p121"/>
          <p:cNvCxnSpPr>
            <a:stCxn id="3938" idx="0"/>
            <a:endCxn id="3963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2" name="Google Shape;3962;p121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2" name="Google Shape;3972;p121"/>
          <p:cNvCxnSpPr>
            <a:stCxn id="3950" idx="0"/>
            <a:endCxn id="3962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6" name="Google Shape;3966;p121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3" name="Google Shape;3973;p121"/>
          <p:cNvCxnSpPr>
            <a:stCxn id="3933" idx="0"/>
            <a:endCxn id="3966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5" name="Google Shape;3965;p121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4" name="Google Shape;3974;p121"/>
          <p:cNvCxnSpPr>
            <a:stCxn id="3936" idx="0"/>
            <a:endCxn id="3965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5" name="Google Shape;3975;p121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6" name="Google Shape;3976;p121"/>
          <p:cNvSpPr txBox="1"/>
          <p:nvPr/>
        </p:nvSpPr>
        <p:spPr>
          <a:xfrm>
            <a:off x="4104900" y="19277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7" name="Google Shape;3977;p121"/>
          <p:cNvSpPr txBox="1"/>
          <p:nvPr/>
        </p:nvSpPr>
        <p:spPr>
          <a:xfrm>
            <a:off x="64570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2" name="Google Shape;3982;p122"/>
          <p:cNvCxnSpPr>
            <a:stCxn id="3983" idx="3"/>
            <a:endCxn id="3984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5" name="Google Shape;3985;p122"/>
          <p:cNvCxnSpPr>
            <a:stCxn id="3984" idx="3"/>
            <a:endCxn id="3986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7" name="Google Shape;3987;p122"/>
          <p:cNvCxnSpPr>
            <a:stCxn id="3986" idx="3"/>
            <a:endCxn id="3988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9" name="Google Shape;3989;p122"/>
          <p:cNvCxnSpPr>
            <a:stCxn id="3990" idx="3"/>
            <a:endCxn id="3991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2" name="Google Shape;3992;p122"/>
          <p:cNvCxnSpPr>
            <a:stCxn id="3991" idx="3"/>
            <a:endCxn id="3983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3" name="Google Shape;3993;p122"/>
          <p:cNvCxnSpPr>
            <a:stCxn id="3990" idx="3"/>
            <a:endCxn id="3994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5" name="Google Shape;3995;p122"/>
          <p:cNvCxnSpPr>
            <a:stCxn id="3994" idx="3"/>
            <a:endCxn id="3996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7" name="Google Shape;3997;p122"/>
          <p:cNvCxnSpPr>
            <a:stCxn id="3996" idx="3"/>
            <a:endCxn id="3998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9" name="Google Shape;3999;p122"/>
          <p:cNvCxnSpPr>
            <a:stCxn id="4000" idx="3"/>
            <a:endCxn id="4001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2" name="Google Shape;4002;p122"/>
          <p:cNvCxnSpPr>
            <a:stCxn id="4003" idx="3"/>
            <a:endCxn id="4000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4" name="Google Shape;4004;p122"/>
          <p:cNvCxnSpPr>
            <a:stCxn id="3991" idx="3"/>
            <a:endCxn id="4003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5" name="Google Shape;4005;p122"/>
          <p:cNvCxnSpPr>
            <a:stCxn id="3998" idx="3"/>
            <a:endCxn id="4001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6" name="Google Shape;4006;p122"/>
          <p:cNvCxnSpPr>
            <a:stCxn id="4001" idx="3"/>
            <a:endCxn id="3988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7" name="Google Shape;4007;p122"/>
          <p:cNvCxnSpPr>
            <a:stCxn id="3996" idx="3"/>
            <a:endCxn id="4000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8" name="Google Shape;4008;p122"/>
          <p:cNvCxnSpPr>
            <a:stCxn id="4000" idx="3"/>
            <a:endCxn id="3986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9" name="Google Shape;4009;p122"/>
          <p:cNvCxnSpPr>
            <a:stCxn id="4003" idx="3"/>
            <a:endCxn id="3984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0" name="Google Shape;4010;p122"/>
          <p:cNvCxnSpPr>
            <a:stCxn id="3994" idx="3"/>
            <a:endCxn id="4003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1" name="Google Shape;4011;p122"/>
          <p:cNvCxnSpPr>
            <a:stCxn id="4012" idx="2"/>
            <a:endCxn id="4013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4" name="Google Shape;4014;p122"/>
          <p:cNvCxnSpPr>
            <a:stCxn id="4015" idx="2"/>
            <a:endCxn id="4016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7" name="Google Shape;4017;p122"/>
          <p:cNvCxnSpPr>
            <a:stCxn id="4016" idx="2"/>
            <a:endCxn id="4012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8" name="Google Shape;4018;p122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19" name="Google Shape;4019;p122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020" name="Google Shape;4020;p12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990" name="Google Shape;3990;p122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4" name="Google Shape;3994;p122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6" name="Google Shape;3996;p122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8" name="Google Shape;3998;p122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1" name="Google Shape;3991;p122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3" name="Google Shape;4003;p122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0" name="Google Shape;4000;p122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1" name="Google Shape;4001;p122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3" name="Google Shape;3983;p122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4" name="Google Shape;3984;p122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6" name="Google Shape;3986;p122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8" name="Google Shape;3988;p122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3" name="Google Shape;4013;p122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1" name="Google Shape;4021;p122"/>
          <p:cNvCxnSpPr>
            <a:stCxn id="3990" idx="0"/>
            <a:endCxn id="4013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2" name="Google Shape;4012;p122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2" name="Google Shape;4022;p122"/>
          <p:cNvCxnSpPr>
            <a:stCxn id="3983" idx="0"/>
            <a:endCxn id="4012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6" name="Google Shape;4016;p122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3" name="Google Shape;4023;p122"/>
          <p:cNvCxnSpPr>
            <a:stCxn id="3998" idx="0"/>
            <a:endCxn id="4016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5" name="Google Shape;4015;p122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4" name="Google Shape;4024;p122"/>
          <p:cNvCxnSpPr>
            <a:stCxn id="3988" idx="0"/>
            <a:endCxn id="4015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5" name="Google Shape;4025;p122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6" name="Google Shape;4026;p122"/>
          <p:cNvSpPr txBox="1"/>
          <p:nvPr/>
        </p:nvSpPr>
        <p:spPr>
          <a:xfrm>
            <a:off x="4104900" y="19277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7" name="Google Shape;4027;p122"/>
          <p:cNvSpPr txBox="1"/>
          <p:nvPr/>
        </p:nvSpPr>
        <p:spPr>
          <a:xfrm>
            <a:off x="64570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8" name="Google Shape;4028;p122"/>
          <p:cNvSpPr txBox="1"/>
          <p:nvPr/>
        </p:nvSpPr>
        <p:spPr>
          <a:xfrm>
            <a:off x="4104900" y="1241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9" name="Google Shape;4029;p122"/>
          <p:cNvSpPr txBox="1"/>
          <p:nvPr/>
        </p:nvSpPr>
        <p:spPr>
          <a:xfrm>
            <a:off x="7381300" y="4635075"/>
            <a:ext cx="167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(2+5+2+5)/4 = 3.5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3" name="Shape 4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34" name="Google Shape;4034;p123"/>
          <p:cNvCxnSpPr>
            <a:stCxn id="4035" idx="3"/>
            <a:endCxn id="4036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7" name="Google Shape;4037;p123"/>
          <p:cNvCxnSpPr>
            <a:stCxn id="4036" idx="3"/>
            <a:endCxn id="4038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9" name="Google Shape;4039;p123"/>
          <p:cNvCxnSpPr>
            <a:stCxn id="4038" idx="3"/>
            <a:endCxn id="4040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1" name="Google Shape;4041;p123"/>
          <p:cNvCxnSpPr>
            <a:stCxn id="4042" idx="3"/>
            <a:endCxn id="4043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4" name="Google Shape;4044;p123"/>
          <p:cNvCxnSpPr>
            <a:stCxn id="4045" idx="3"/>
            <a:endCxn id="4042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6" name="Google Shape;4046;p123"/>
          <p:cNvCxnSpPr>
            <a:stCxn id="4047" idx="3"/>
            <a:endCxn id="4045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8" name="Google Shape;4048;p123"/>
          <p:cNvCxnSpPr>
            <a:stCxn id="4049" idx="3"/>
            <a:endCxn id="4050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1" name="Google Shape;4051;p123"/>
          <p:cNvCxnSpPr>
            <a:stCxn id="4050" idx="3"/>
            <a:endCxn id="4052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3" name="Google Shape;4053;p123"/>
          <p:cNvCxnSpPr>
            <a:stCxn id="4052" idx="3"/>
            <a:endCxn id="4054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5" name="Google Shape;4055;p123"/>
          <p:cNvCxnSpPr>
            <a:stCxn id="4040" idx="3"/>
            <a:endCxn id="4043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6" name="Google Shape;4056;p123"/>
          <p:cNvCxnSpPr>
            <a:stCxn id="4043" idx="3"/>
            <a:endCxn id="4054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7" name="Google Shape;4057;p123"/>
          <p:cNvCxnSpPr>
            <a:stCxn id="4038" idx="3"/>
            <a:endCxn id="4042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8" name="Google Shape;4058;p123"/>
          <p:cNvCxnSpPr>
            <a:stCxn id="4042" idx="3"/>
            <a:endCxn id="4052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9" name="Google Shape;4059;p123"/>
          <p:cNvCxnSpPr>
            <a:stCxn id="4045" idx="3"/>
            <a:endCxn id="4050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0" name="Google Shape;4060;p123"/>
          <p:cNvCxnSpPr>
            <a:stCxn id="4036" idx="3"/>
            <a:endCxn id="4045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1" name="Google Shape;4061;p123"/>
          <p:cNvCxnSpPr>
            <a:stCxn id="4035" idx="3"/>
            <a:endCxn id="4047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2" name="Google Shape;4062;p123"/>
          <p:cNvCxnSpPr>
            <a:stCxn id="4047" idx="3"/>
            <a:endCxn id="4049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3" name="Google Shape;4063;p123"/>
          <p:cNvCxnSpPr>
            <a:stCxn id="4064" idx="2"/>
            <a:endCxn id="4065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6" name="Google Shape;4066;p123"/>
          <p:cNvCxnSpPr>
            <a:stCxn id="4067" idx="2"/>
            <a:endCxn id="4068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9" name="Google Shape;4069;p123"/>
          <p:cNvCxnSpPr>
            <a:stCxn id="4067" idx="2"/>
            <a:endCxn id="4064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0" name="Google Shape;4070;p123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071" name="Google Shape;4071;p12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035" name="Google Shape;4035;p123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6" name="Google Shape;4036;p123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8" name="Google Shape;4038;p123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0" name="Google Shape;4040;p123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7" name="Google Shape;4047;p123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5" name="Google Shape;4045;p123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2" name="Google Shape;4042;p123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3" name="Google Shape;4043;p123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9" name="Google Shape;4049;p123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0" name="Google Shape;4050;p123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2" name="Google Shape;4052;p123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4" name="Google Shape;4054;p123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5" name="Google Shape;4065;p123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2" name="Google Shape;4072;p123"/>
          <p:cNvCxnSpPr>
            <a:stCxn id="4035" idx="0"/>
            <a:endCxn id="4065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4" name="Google Shape;4064;p123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3" name="Google Shape;4073;p123"/>
          <p:cNvCxnSpPr>
            <a:stCxn id="4049" idx="0"/>
            <a:endCxn id="4064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8" name="Google Shape;4068;p123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4" name="Google Shape;4074;p123"/>
          <p:cNvCxnSpPr>
            <a:stCxn id="4040" idx="0"/>
            <a:endCxn id="4068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7" name="Google Shape;4067;p123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5" name="Google Shape;4075;p123"/>
          <p:cNvCxnSpPr>
            <a:stCxn id="4054" idx="0"/>
            <a:endCxn id="4067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6" name="Google Shape;4076;p123"/>
          <p:cNvCxnSpPr>
            <a:stCxn id="4068" idx="2"/>
            <a:endCxn id="4065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0" name="Shape 4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1" name="Google Shape;4081;p124"/>
          <p:cNvCxnSpPr>
            <a:stCxn id="4082" idx="3"/>
            <a:endCxn id="4083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4" name="Google Shape;4084;p124"/>
          <p:cNvCxnSpPr>
            <a:stCxn id="4083" idx="3"/>
            <a:endCxn id="4085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6" name="Google Shape;4086;p124"/>
          <p:cNvCxnSpPr>
            <a:stCxn id="4082" idx="3"/>
            <a:endCxn id="4087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8" name="Google Shape;4088;p124"/>
          <p:cNvCxnSpPr>
            <a:stCxn id="4087" idx="3"/>
            <a:endCxn id="4089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0" name="Google Shape;4090;p124"/>
          <p:cNvCxnSpPr>
            <a:stCxn id="4089" idx="3"/>
            <a:endCxn id="4091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2" name="Google Shape;4092;p124"/>
          <p:cNvCxnSpPr>
            <a:stCxn id="4093" idx="3"/>
            <a:endCxn id="409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5" name="Google Shape;4095;p124"/>
          <p:cNvCxnSpPr>
            <a:stCxn id="4096" idx="3"/>
            <a:endCxn id="4093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7" name="Google Shape;4097;p124"/>
          <p:cNvCxnSpPr>
            <a:stCxn id="4083" idx="3"/>
            <a:endCxn id="409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8" name="Google Shape;4098;p124"/>
          <p:cNvCxnSpPr>
            <a:stCxn id="4085" idx="3"/>
            <a:endCxn id="4099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0" name="Google Shape;4100;p124"/>
          <p:cNvCxnSpPr>
            <a:stCxn id="4099" idx="3"/>
            <a:endCxn id="4101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2" name="Google Shape;4102;p124"/>
          <p:cNvCxnSpPr>
            <a:stCxn id="4101" idx="3"/>
            <a:endCxn id="4103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4" name="Google Shape;4104;p124"/>
          <p:cNvCxnSpPr>
            <a:stCxn id="4091" idx="3"/>
            <a:endCxn id="409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5" name="Google Shape;4105;p124"/>
          <p:cNvCxnSpPr>
            <a:stCxn id="4094" idx="3"/>
            <a:endCxn id="4103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6" name="Google Shape;4106;p124"/>
          <p:cNvCxnSpPr>
            <a:stCxn id="4089" idx="3"/>
            <a:endCxn id="4093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7" name="Google Shape;4107;p124"/>
          <p:cNvCxnSpPr>
            <a:stCxn id="4093" idx="3"/>
            <a:endCxn id="4101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8" name="Google Shape;4108;p124"/>
          <p:cNvCxnSpPr>
            <a:stCxn id="4096" idx="3"/>
            <a:endCxn id="4099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124"/>
          <p:cNvCxnSpPr>
            <a:stCxn id="4087" idx="3"/>
            <a:endCxn id="409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0" name="Google Shape;4110;p124"/>
          <p:cNvCxnSpPr>
            <a:stCxn id="4111" idx="2"/>
            <a:endCxn id="4112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3" name="Google Shape;4113;p124"/>
          <p:cNvCxnSpPr>
            <a:stCxn id="4114" idx="2"/>
            <a:endCxn id="4115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6" name="Google Shape;4116;p124"/>
          <p:cNvCxnSpPr>
            <a:stCxn id="4114" idx="2"/>
            <a:endCxn id="4111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7" name="Google Shape;4117;p124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118" name="Google Shape;4118;p12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082" name="Google Shape;4082;p124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7" name="Google Shape;4087;p124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9" name="Google Shape;4089;p124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1" name="Google Shape;4091;p124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3" name="Google Shape;4083;p124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6" name="Google Shape;4096;p124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3" name="Google Shape;4093;p124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4" name="Google Shape;4094;p124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5" name="Google Shape;4085;p124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9" name="Google Shape;4099;p124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1" name="Google Shape;4101;p124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3" name="Google Shape;4103;p124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2" name="Google Shape;4112;p124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9" name="Google Shape;4119;p124"/>
          <p:cNvCxnSpPr>
            <a:stCxn id="4082" idx="0"/>
            <a:endCxn id="4112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1" name="Google Shape;4111;p124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0" name="Google Shape;4120;p124"/>
          <p:cNvCxnSpPr>
            <a:stCxn id="4085" idx="0"/>
            <a:endCxn id="4111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5" name="Google Shape;4115;p124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1" name="Google Shape;4121;p124"/>
          <p:cNvCxnSpPr>
            <a:stCxn id="4091" idx="0"/>
            <a:endCxn id="4115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4" name="Google Shape;4114;p124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2" name="Google Shape;4122;p124"/>
          <p:cNvCxnSpPr>
            <a:stCxn id="4103" idx="0"/>
            <a:endCxn id="4114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3" name="Google Shape;4123;p124"/>
          <p:cNvCxnSpPr>
            <a:stCxn id="4115" idx="2"/>
            <a:endCxn id="4112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4" name="Google Shape;4124;p124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8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9" name="Google Shape;4129;p125"/>
          <p:cNvCxnSpPr>
            <a:stCxn id="4130" idx="3"/>
            <a:endCxn id="4131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2" name="Google Shape;4132;p125"/>
          <p:cNvCxnSpPr>
            <a:stCxn id="4131" idx="3"/>
            <a:endCxn id="4133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125"/>
          <p:cNvCxnSpPr>
            <a:stCxn id="4133" idx="3"/>
            <a:endCxn id="4135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6" name="Google Shape;4136;p125"/>
          <p:cNvCxnSpPr>
            <a:stCxn id="4137" idx="3"/>
            <a:endCxn id="4138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9" name="Google Shape;4139;p125"/>
          <p:cNvCxnSpPr>
            <a:stCxn id="4138" idx="3"/>
            <a:endCxn id="4140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1" name="Google Shape;4141;p125"/>
          <p:cNvCxnSpPr>
            <a:stCxn id="4140" idx="3"/>
            <a:endCxn id="4142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3" name="Google Shape;4143;p125"/>
          <p:cNvCxnSpPr>
            <a:stCxn id="4144" idx="3"/>
            <a:endCxn id="4145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125"/>
          <p:cNvCxnSpPr>
            <a:stCxn id="4147" idx="3"/>
            <a:endCxn id="4144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8" name="Google Shape;4148;p125"/>
          <p:cNvCxnSpPr>
            <a:stCxn id="4149" idx="3"/>
            <a:endCxn id="4147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0" name="Google Shape;4150;p125"/>
          <p:cNvCxnSpPr>
            <a:stCxn id="4142" idx="3"/>
            <a:endCxn id="4145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1" name="Google Shape;4151;p125"/>
          <p:cNvCxnSpPr>
            <a:stCxn id="4145" idx="3"/>
            <a:endCxn id="4135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2" name="Google Shape;4152;p125"/>
          <p:cNvCxnSpPr>
            <a:stCxn id="4140" idx="3"/>
            <a:endCxn id="4144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3" name="Google Shape;4153;p125"/>
          <p:cNvCxnSpPr>
            <a:stCxn id="4144" idx="3"/>
            <a:endCxn id="4133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4" name="Google Shape;4154;p125"/>
          <p:cNvCxnSpPr>
            <a:stCxn id="4147" idx="3"/>
            <a:endCxn id="4131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5" name="Google Shape;4155;p125"/>
          <p:cNvCxnSpPr>
            <a:stCxn id="4138" idx="3"/>
            <a:endCxn id="4147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6" name="Google Shape;4156;p125"/>
          <p:cNvCxnSpPr>
            <a:stCxn id="4137" idx="3"/>
            <a:endCxn id="4149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7" name="Google Shape;4157;p125"/>
          <p:cNvCxnSpPr>
            <a:stCxn id="4149" idx="3"/>
            <a:endCxn id="4130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8" name="Google Shape;4158;p125"/>
          <p:cNvCxnSpPr>
            <a:stCxn id="4159" idx="2"/>
            <a:endCxn id="4160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1" name="Google Shape;4161;p125"/>
          <p:cNvCxnSpPr>
            <a:stCxn id="4162" idx="2"/>
            <a:endCxn id="4163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4" name="Google Shape;4164;p125"/>
          <p:cNvCxnSpPr>
            <a:stCxn id="4162" idx="2"/>
            <a:endCxn id="4159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5" name="Google Shape;4165;p125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166" name="Google Shape;4166;p12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137" name="Google Shape;4137;p125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8" name="Google Shape;4138;p125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0" name="Google Shape;4140;p125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2" name="Google Shape;4142;p125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9" name="Google Shape;4149;p125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7" name="Google Shape;4147;p125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4" name="Google Shape;4144;p125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5" name="Google Shape;4145;p125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0" name="Google Shape;4130;p125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1" name="Google Shape;4131;p125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3" name="Google Shape;4133;p125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5" name="Google Shape;4135;p125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0" name="Google Shape;4160;p125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7" name="Google Shape;4167;p125"/>
          <p:cNvCxnSpPr>
            <a:stCxn id="4137" idx="0"/>
            <a:endCxn id="4160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9" name="Google Shape;4159;p125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8" name="Google Shape;4168;p125"/>
          <p:cNvCxnSpPr>
            <a:stCxn id="4130" idx="0"/>
            <a:endCxn id="4159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3" name="Google Shape;4163;p125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9" name="Google Shape;4169;p125"/>
          <p:cNvCxnSpPr>
            <a:stCxn id="4142" idx="0"/>
            <a:endCxn id="4163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2" name="Google Shape;4162;p125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0" name="Google Shape;4170;p125"/>
          <p:cNvCxnSpPr>
            <a:stCxn id="4135" idx="0"/>
            <a:endCxn id="4162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1" name="Google Shape;4171;p125"/>
          <p:cNvCxnSpPr>
            <a:stCxn id="4163" idx="2"/>
            <a:endCxn id="4160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2" name="Google Shape;4172;p125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3" name="Google Shape;4173;p125"/>
          <p:cNvSpPr txBox="1"/>
          <p:nvPr/>
        </p:nvSpPr>
        <p:spPr>
          <a:xfrm>
            <a:off x="4714300" y="1559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7" name="Shape 4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78" name="Google Shape;4178;p126"/>
          <p:cNvCxnSpPr>
            <a:stCxn id="4179" idx="3"/>
            <a:endCxn id="4180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1" name="Google Shape;4181;p126"/>
          <p:cNvCxnSpPr>
            <a:stCxn id="4180" idx="3"/>
            <a:endCxn id="4182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3" name="Google Shape;4183;p126"/>
          <p:cNvCxnSpPr>
            <a:stCxn id="4184" idx="3"/>
            <a:endCxn id="4185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6" name="Google Shape;4186;p126"/>
          <p:cNvCxnSpPr>
            <a:stCxn id="4185" idx="3"/>
            <a:endCxn id="4187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8" name="Google Shape;4188;p126"/>
          <p:cNvCxnSpPr>
            <a:stCxn id="4187" idx="3"/>
            <a:endCxn id="4179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9" name="Google Shape;4189;p126"/>
          <p:cNvCxnSpPr>
            <a:stCxn id="4190" idx="3"/>
            <a:endCxn id="4180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1" name="Google Shape;4191;p126"/>
          <p:cNvCxnSpPr>
            <a:stCxn id="4192" idx="3"/>
            <a:endCxn id="4190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3" name="Google Shape;4193;p126"/>
          <p:cNvCxnSpPr>
            <a:stCxn id="4194" idx="3"/>
            <a:endCxn id="4192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5" name="Google Shape;4195;p126"/>
          <p:cNvCxnSpPr>
            <a:stCxn id="4196" idx="3"/>
            <a:endCxn id="4197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8" name="Google Shape;4198;p126"/>
          <p:cNvCxnSpPr>
            <a:stCxn id="4197" idx="3"/>
            <a:endCxn id="4199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0" name="Google Shape;4200;p126"/>
          <p:cNvCxnSpPr>
            <a:stCxn id="4199" idx="3"/>
            <a:endCxn id="4182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1" name="Google Shape;4201;p126"/>
          <p:cNvCxnSpPr>
            <a:stCxn id="4187" idx="3"/>
            <a:endCxn id="4190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2" name="Google Shape;4202;p126"/>
          <p:cNvCxnSpPr>
            <a:stCxn id="4190" idx="3"/>
            <a:endCxn id="4199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3" name="Google Shape;4203;p126"/>
          <p:cNvCxnSpPr>
            <a:stCxn id="4192" idx="3"/>
            <a:endCxn id="4197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4" name="Google Shape;4204;p126"/>
          <p:cNvCxnSpPr>
            <a:stCxn id="4185" idx="3"/>
            <a:endCxn id="4192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5" name="Google Shape;4205;p126"/>
          <p:cNvCxnSpPr>
            <a:stCxn id="4184" idx="3"/>
            <a:endCxn id="4194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6" name="Google Shape;4206;p126"/>
          <p:cNvCxnSpPr>
            <a:stCxn id="4194" idx="3"/>
            <a:endCxn id="4196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7" name="Google Shape;4207;p126"/>
          <p:cNvCxnSpPr>
            <a:stCxn id="4208" idx="2"/>
            <a:endCxn id="4209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0" name="Google Shape;4210;p126"/>
          <p:cNvCxnSpPr>
            <a:stCxn id="4211" idx="2"/>
            <a:endCxn id="4212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3" name="Google Shape;4213;p126"/>
          <p:cNvCxnSpPr>
            <a:stCxn id="4211" idx="2"/>
            <a:endCxn id="4208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4" name="Google Shape;4214;p126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215" name="Google Shape;4215;p1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184" name="Google Shape;4184;p126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5" name="Google Shape;4185;p126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7" name="Google Shape;4187;p126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9" name="Google Shape;4179;p126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4" name="Google Shape;4194;p126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2" name="Google Shape;4192;p126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0" name="Google Shape;4190;p126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0" name="Google Shape;4180;p126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6" name="Google Shape;4196;p126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7" name="Google Shape;4197;p126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9" name="Google Shape;4199;p126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2" name="Google Shape;4182;p126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9" name="Google Shape;4209;p126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6" name="Google Shape;4216;p126"/>
          <p:cNvCxnSpPr>
            <a:stCxn id="4184" idx="0"/>
            <a:endCxn id="4209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8" name="Google Shape;4208;p126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7" name="Google Shape;4217;p126"/>
          <p:cNvCxnSpPr>
            <a:stCxn id="4196" idx="0"/>
            <a:endCxn id="4208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2" name="Google Shape;4212;p126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8" name="Google Shape;4218;p126"/>
          <p:cNvCxnSpPr>
            <a:stCxn id="4179" idx="0"/>
            <a:endCxn id="4212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1" name="Google Shape;4211;p126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9" name="Google Shape;4219;p126"/>
          <p:cNvCxnSpPr>
            <a:stCxn id="4182" idx="0"/>
            <a:endCxn id="4211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0" name="Google Shape;4220;p126"/>
          <p:cNvCxnSpPr>
            <a:stCxn id="4212" idx="2"/>
            <a:endCxn id="4209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1" name="Google Shape;4221;p126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2" name="Google Shape;4222;p126"/>
          <p:cNvSpPr txBox="1"/>
          <p:nvPr/>
        </p:nvSpPr>
        <p:spPr>
          <a:xfrm>
            <a:off x="5923600" y="20039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3" name="Google Shape;4223;p126"/>
          <p:cNvSpPr txBox="1"/>
          <p:nvPr/>
        </p:nvSpPr>
        <p:spPr>
          <a:xfrm>
            <a:off x="4714300" y="1559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7" name="Shape 4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28" name="Google Shape;4228;p127"/>
          <p:cNvCxnSpPr>
            <a:stCxn id="4229" idx="3"/>
            <a:endCxn id="4230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1" name="Google Shape;4231;p127"/>
          <p:cNvCxnSpPr>
            <a:stCxn id="4230" idx="3"/>
            <a:endCxn id="4232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127"/>
          <p:cNvCxnSpPr>
            <a:stCxn id="4232" idx="3"/>
            <a:endCxn id="4234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5" name="Google Shape;4235;p127"/>
          <p:cNvCxnSpPr>
            <a:stCxn id="4236" idx="3"/>
            <a:endCxn id="4237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8" name="Google Shape;4238;p127"/>
          <p:cNvCxnSpPr>
            <a:stCxn id="4239" idx="3"/>
            <a:endCxn id="4236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0" name="Google Shape;4240;p127"/>
          <p:cNvCxnSpPr>
            <a:stCxn id="4241" idx="3"/>
            <a:endCxn id="4239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2" name="Google Shape;4242;p127"/>
          <p:cNvCxnSpPr>
            <a:stCxn id="4243" idx="3"/>
            <a:endCxn id="4244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5" name="Google Shape;4245;p127"/>
          <p:cNvCxnSpPr>
            <a:stCxn id="4244" idx="3"/>
            <a:endCxn id="4246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127"/>
          <p:cNvCxnSpPr>
            <a:stCxn id="4246" idx="3"/>
            <a:endCxn id="4248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9" name="Google Shape;4249;p127"/>
          <p:cNvCxnSpPr>
            <a:stCxn id="4234" idx="3"/>
            <a:endCxn id="4237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0" name="Google Shape;4250;p127"/>
          <p:cNvCxnSpPr>
            <a:stCxn id="4237" idx="3"/>
            <a:endCxn id="4248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1" name="Google Shape;4251;p127"/>
          <p:cNvCxnSpPr>
            <a:stCxn id="4232" idx="3"/>
            <a:endCxn id="4236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127"/>
          <p:cNvCxnSpPr>
            <a:stCxn id="4236" idx="3"/>
            <a:endCxn id="4246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3" name="Google Shape;4253;p127"/>
          <p:cNvCxnSpPr>
            <a:stCxn id="4239" idx="3"/>
            <a:endCxn id="4244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127"/>
          <p:cNvCxnSpPr>
            <a:stCxn id="4230" idx="3"/>
            <a:endCxn id="4239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127"/>
          <p:cNvCxnSpPr>
            <a:stCxn id="4229" idx="3"/>
            <a:endCxn id="4241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6" name="Google Shape;4256;p127"/>
          <p:cNvCxnSpPr>
            <a:stCxn id="4241" idx="3"/>
            <a:endCxn id="4243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7" name="Google Shape;4257;p127"/>
          <p:cNvCxnSpPr>
            <a:stCxn id="4258" idx="2"/>
            <a:endCxn id="4259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0" name="Google Shape;4260;p127"/>
          <p:cNvCxnSpPr>
            <a:stCxn id="4261" idx="2"/>
            <a:endCxn id="4262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3" name="Google Shape;4263;p127"/>
          <p:cNvCxnSpPr>
            <a:stCxn id="4261" idx="2"/>
            <a:endCxn id="4258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4" name="Google Shape;4264;p127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265" name="Google Shape;4265;p1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229" name="Google Shape;4229;p127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0" name="Google Shape;4230;p127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2" name="Google Shape;4232;p127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4" name="Google Shape;4234;p127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1" name="Google Shape;4241;p127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9" name="Google Shape;4239;p127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6" name="Google Shape;4236;p127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7" name="Google Shape;4237;p127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3" name="Google Shape;4243;p127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4" name="Google Shape;4244;p127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6" name="Google Shape;4246;p127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8" name="Google Shape;4248;p127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9" name="Google Shape;4259;p127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6" name="Google Shape;4266;p127"/>
          <p:cNvCxnSpPr>
            <a:stCxn id="4229" idx="0"/>
            <a:endCxn id="4259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8" name="Google Shape;4258;p127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7" name="Google Shape;4267;p127"/>
          <p:cNvCxnSpPr>
            <a:stCxn id="4243" idx="0"/>
            <a:endCxn id="4258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2" name="Google Shape;4262;p127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8" name="Google Shape;4268;p127"/>
          <p:cNvCxnSpPr>
            <a:stCxn id="4234" idx="0"/>
            <a:endCxn id="4262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1" name="Google Shape;4261;p127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9" name="Google Shape;4269;p127"/>
          <p:cNvCxnSpPr>
            <a:stCxn id="4248" idx="0"/>
            <a:endCxn id="4261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0" name="Google Shape;4270;p127"/>
          <p:cNvCxnSpPr>
            <a:stCxn id="4262" idx="2"/>
            <a:endCxn id="4259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1" name="Google Shape;4271;p127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2" name="Google Shape;4272;p127"/>
          <p:cNvSpPr txBox="1"/>
          <p:nvPr/>
        </p:nvSpPr>
        <p:spPr>
          <a:xfrm>
            <a:off x="3485200" y="25373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3" name="Google Shape;4273;p127"/>
          <p:cNvSpPr txBox="1"/>
          <p:nvPr/>
        </p:nvSpPr>
        <p:spPr>
          <a:xfrm>
            <a:off x="5923600" y="20039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4" name="Google Shape;4274;p127"/>
          <p:cNvSpPr txBox="1"/>
          <p:nvPr/>
        </p:nvSpPr>
        <p:spPr>
          <a:xfrm>
            <a:off x="4714300" y="1559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5" name="Google Shape;4275;p127"/>
          <p:cNvSpPr txBox="1"/>
          <p:nvPr/>
        </p:nvSpPr>
        <p:spPr>
          <a:xfrm>
            <a:off x="7381300" y="4635075"/>
            <a:ext cx="167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(2+3+2+3)/4 =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9" name="Shape 4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Google Shape;4280;p128"/>
          <p:cNvSpPr txBox="1"/>
          <p:nvPr>
            <p:ph idx="1" type="body"/>
          </p:nvPr>
        </p:nvSpPr>
        <p:spPr>
          <a:xfrm>
            <a:off x="107050" y="402200"/>
            <a:ext cx="89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Topology 2 achieves better average stretch (i.e. better matches the underlay).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Takeaway: How you draw the overlay network (e.g. the order you connect the hosts) has a big impact on performance.</a:t>
            </a:r>
            <a:endParaRPr/>
          </a:p>
        </p:txBody>
      </p:sp>
      <p:sp>
        <p:nvSpPr>
          <p:cNvPr id="4281" name="Google Shape;4281;p1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Overlay Topologies</a:t>
            </a:r>
            <a:endParaRPr/>
          </a:p>
        </p:txBody>
      </p:sp>
      <p:cxnSp>
        <p:nvCxnSpPr>
          <p:cNvPr id="4282" name="Google Shape;4282;p128"/>
          <p:cNvCxnSpPr>
            <a:stCxn id="4283" idx="2"/>
            <a:endCxn id="4284" idx="6"/>
          </p:cNvCxnSpPr>
          <p:nvPr/>
        </p:nvCxnSpPr>
        <p:spPr>
          <a:xfrm rot="10800000">
            <a:off x="26472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5" name="Google Shape;4285;p128"/>
          <p:cNvCxnSpPr>
            <a:stCxn id="4286" idx="2"/>
            <a:endCxn id="4287" idx="6"/>
          </p:cNvCxnSpPr>
          <p:nvPr/>
        </p:nvCxnSpPr>
        <p:spPr>
          <a:xfrm rot="10800000">
            <a:off x="73716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8" name="Google Shape;4288;p128"/>
          <p:cNvCxnSpPr>
            <a:stCxn id="4287" idx="2"/>
            <a:endCxn id="4283" idx="6"/>
          </p:cNvCxnSpPr>
          <p:nvPr/>
        </p:nvCxnSpPr>
        <p:spPr>
          <a:xfrm rot="10800000">
            <a:off x="3866488" y="26876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9" name="Google Shape;4289;p128"/>
          <p:cNvSpPr/>
          <p:nvPr/>
        </p:nvSpPr>
        <p:spPr>
          <a:xfrm>
            <a:off x="2610050" y="23155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84" name="Google Shape;4284;p128"/>
          <p:cNvSpPr/>
          <p:nvPr/>
        </p:nvSpPr>
        <p:spPr>
          <a:xfrm>
            <a:off x="23622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3" name="Google Shape;4283;p128"/>
          <p:cNvSpPr/>
          <p:nvPr/>
        </p:nvSpPr>
        <p:spPr>
          <a:xfrm>
            <a:off x="35814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7" name="Google Shape;4287;p128"/>
          <p:cNvSpPr/>
          <p:nvPr/>
        </p:nvSpPr>
        <p:spPr>
          <a:xfrm>
            <a:off x="70866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6" name="Google Shape;4286;p128"/>
          <p:cNvSpPr/>
          <p:nvPr/>
        </p:nvSpPr>
        <p:spPr>
          <a:xfrm>
            <a:off x="83058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0" name="Google Shape;4290;p128"/>
          <p:cNvCxnSpPr>
            <a:stCxn id="4291" idx="2"/>
            <a:endCxn id="4292" idx="6"/>
          </p:cNvCxnSpPr>
          <p:nvPr/>
        </p:nvCxnSpPr>
        <p:spPr>
          <a:xfrm flipH="1">
            <a:off x="26472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3" name="Google Shape;4293;p128"/>
          <p:cNvCxnSpPr>
            <a:stCxn id="4294" idx="2"/>
            <a:endCxn id="4295" idx="6"/>
          </p:cNvCxnSpPr>
          <p:nvPr/>
        </p:nvCxnSpPr>
        <p:spPr>
          <a:xfrm flipH="1">
            <a:off x="73716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6" name="Google Shape;4296;p128"/>
          <p:cNvCxnSpPr>
            <a:stCxn id="4294" idx="2"/>
            <a:endCxn id="4291" idx="6"/>
          </p:cNvCxnSpPr>
          <p:nvPr/>
        </p:nvCxnSpPr>
        <p:spPr>
          <a:xfrm rot="10800000">
            <a:off x="3866488" y="39830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2" name="Google Shape;4292;p128"/>
          <p:cNvSpPr/>
          <p:nvPr/>
        </p:nvSpPr>
        <p:spPr>
          <a:xfrm>
            <a:off x="23622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1" name="Google Shape;4291;p128"/>
          <p:cNvSpPr/>
          <p:nvPr/>
        </p:nvSpPr>
        <p:spPr>
          <a:xfrm>
            <a:off x="35814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5" name="Google Shape;4295;p128"/>
          <p:cNvSpPr/>
          <p:nvPr/>
        </p:nvSpPr>
        <p:spPr>
          <a:xfrm>
            <a:off x="70866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4" name="Google Shape;4294;p128"/>
          <p:cNvSpPr/>
          <p:nvPr/>
        </p:nvSpPr>
        <p:spPr>
          <a:xfrm>
            <a:off x="83058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7" name="Google Shape;4297;p128"/>
          <p:cNvCxnSpPr>
            <a:stCxn id="4295" idx="2"/>
            <a:endCxn id="4292" idx="6"/>
          </p:cNvCxnSpPr>
          <p:nvPr/>
        </p:nvCxnSpPr>
        <p:spPr>
          <a:xfrm rot="10800000">
            <a:off x="2647288" y="45926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8" name="Google Shape;4298;p128"/>
          <p:cNvSpPr txBox="1"/>
          <p:nvPr/>
        </p:nvSpPr>
        <p:spPr>
          <a:xfrm>
            <a:off x="21653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9" name="Google Shape;4299;p128"/>
          <p:cNvSpPr txBox="1"/>
          <p:nvPr/>
        </p:nvSpPr>
        <p:spPr>
          <a:xfrm>
            <a:off x="3384550" y="2842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0" name="Google Shape;4300;p128"/>
          <p:cNvSpPr txBox="1"/>
          <p:nvPr/>
        </p:nvSpPr>
        <p:spPr>
          <a:xfrm>
            <a:off x="68897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1" name="Google Shape;4301;p128"/>
          <p:cNvSpPr txBox="1"/>
          <p:nvPr/>
        </p:nvSpPr>
        <p:spPr>
          <a:xfrm>
            <a:off x="81089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2" name="Google Shape;4302;p128"/>
          <p:cNvSpPr txBox="1"/>
          <p:nvPr/>
        </p:nvSpPr>
        <p:spPr>
          <a:xfrm>
            <a:off x="21653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3" name="Google Shape;4303;p128"/>
          <p:cNvSpPr txBox="1"/>
          <p:nvPr/>
        </p:nvSpPr>
        <p:spPr>
          <a:xfrm>
            <a:off x="3384550" y="3604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4" name="Google Shape;4304;p128"/>
          <p:cNvSpPr txBox="1"/>
          <p:nvPr/>
        </p:nvSpPr>
        <p:spPr>
          <a:xfrm>
            <a:off x="68897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5" name="Google Shape;4305;p128"/>
          <p:cNvSpPr txBox="1"/>
          <p:nvPr/>
        </p:nvSpPr>
        <p:spPr>
          <a:xfrm>
            <a:off x="8108950" y="3604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6" name="Google Shape;4306;p128"/>
          <p:cNvSpPr txBox="1"/>
          <p:nvPr/>
        </p:nvSpPr>
        <p:spPr>
          <a:xfrm>
            <a:off x="335950" y="1904000"/>
            <a:ext cx="174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3.5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7" name="Google Shape;4307;p128"/>
          <p:cNvSpPr txBox="1"/>
          <p:nvPr/>
        </p:nvSpPr>
        <p:spPr>
          <a:xfrm>
            <a:off x="335950" y="3732800"/>
            <a:ext cx="174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2.5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1" name="Shape 4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2" name="Google Shape;4312;p1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Layers of Abstraction</a:t>
            </a:r>
            <a:endParaRPr/>
          </a:p>
        </p:txBody>
      </p:sp>
      <p:sp>
        <p:nvSpPr>
          <p:cNvPr id="4313" name="Google Shape;4313;p129"/>
          <p:cNvSpPr txBox="1"/>
          <p:nvPr>
            <p:ph idx="1" type="body"/>
          </p:nvPr>
        </p:nvSpPr>
        <p:spPr>
          <a:xfrm>
            <a:off x="107050" y="402200"/>
            <a:ext cx="89097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thought about collectives at 3 different layers of abstraction: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Definitions: Users just need to know the input/outputs to use the operations.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4314" name="Google Shape;4314;p129"/>
          <p:cNvSpPr/>
          <p:nvPr/>
        </p:nvSpPr>
        <p:spPr>
          <a:xfrm>
            <a:off x="1749531" y="3277486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5" name="Google Shape;4315;p129"/>
          <p:cNvSpPr/>
          <p:nvPr/>
        </p:nvSpPr>
        <p:spPr>
          <a:xfrm>
            <a:off x="1749525" y="3026287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6" name="Google Shape;4316;p129"/>
          <p:cNvSpPr/>
          <p:nvPr/>
        </p:nvSpPr>
        <p:spPr>
          <a:xfrm>
            <a:off x="1749535" y="277508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7" name="Google Shape;4317;p129"/>
          <p:cNvSpPr/>
          <p:nvPr/>
        </p:nvSpPr>
        <p:spPr>
          <a:xfrm>
            <a:off x="1749529" y="2523889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8" name="Google Shape;4318;p129"/>
          <p:cNvSpPr/>
          <p:nvPr/>
        </p:nvSpPr>
        <p:spPr>
          <a:xfrm>
            <a:off x="2800056" y="3277474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9" name="Google Shape;4319;p129"/>
          <p:cNvSpPr/>
          <p:nvPr/>
        </p:nvSpPr>
        <p:spPr>
          <a:xfrm>
            <a:off x="2800050" y="302627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0" name="Google Shape;4320;p129"/>
          <p:cNvSpPr/>
          <p:nvPr/>
        </p:nvSpPr>
        <p:spPr>
          <a:xfrm>
            <a:off x="2800060" y="277507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1" name="Google Shape;4321;p129"/>
          <p:cNvSpPr/>
          <p:nvPr/>
        </p:nvSpPr>
        <p:spPr>
          <a:xfrm>
            <a:off x="2800054" y="2523876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2" name="Google Shape;4322;p129"/>
          <p:cNvSpPr/>
          <p:nvPr/>
        </p:nvSpPr>
        <p:spPr>
          <a:xfrm>
            <a:off x="3850575" y="32774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3" name="Google Shape;4323;p129"/>
          <p:cNvSpPr/>
          <p:nvPr/>
        </p:nvSpPr>
        <p:spPr>
          <a:xfrm>
            <a:off x="3850569" y="302627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4" name="Google Shape;4324;p129"/>
          <p:cNvSpPr/>
          <p:nvPr/>
        </p:nvSpPr>
        <p:spPr>
          <a:xfrm>
            <a:off x="3850579" y="277507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5" name="Google Shape;4325;p129"/>
          <p:cNvSpPr/>
          <p:nvPr/>
        </p:nvSpPr>
        <p:spPr>
          <a:xfrm>
            <a:off x="3850573" y="2523876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6" name="Google Shape;4326;p129"/>
          <p:cNvSpPr/>
          <p:nvPr/>
        </p:nvSpPr>
        <p:spPr>
          <a:xfrm>
            <a:off x="4901094" y="3277474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7" name="Google Shape;4327;p129"/>
          <p:cNvSpPr/>
          <p:nvPr/>
        </p:nvSpPr>
        <p:spPr>
          <a:xfrm>
            <a:off x="4901088" y="302627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8" name="Google Shape;4328;p129"/>
          <p:cNvSpPr/>
          <p:nvPr/>
        </p:nvSpPr>
        <p:spPr>
          <a:xfrm>
            <a:off x="4901098" y="277507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9" name="Google Shape;4329;p129"/>
          <p:cNvSpPr/>
          <p:nvPr/>
        </p:nvSpPr>
        <p:spPr>
          <a:xfrm>
            <a:off x="4901092" y="2523876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0" name="Google Shape;4330;p129"/>
          <p:cNvSpPr txBox="1"/>
          <p:nvPr/>
        </p:nvSpPr>
        <p:spPr>
          <a:xfrm>
            <a:off x="1895609" y="367600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1" name="Google Shape;4331;p129"/>
          <p:cNvSpPr txBox="1"/>
          <p:nvPr/>
        </p:nvSpPr>
        <p:spPr>
          <a:xfrm>
            <a:off x="2946153" y="367599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2" name="Google Shape;4332;p129"/>
          <p:cNvSpPr txBox="1"/>
          <p:nvPr/>
        </p:nvSpPr>
        <p:spPr>
          <a:xfrm>
            <a:off x="3996660" y="367599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3" name="Google Shape;4333;p129"/>
          <p:cNvSpPr txBox="1"/>
          <p:nvPr/>
        </p:nvSpPr>
        <p:spPr>
          <a:xfrm>
            <a:off x="5047166" y="367599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4" name="Google Shape;4334;p129"/>
          <p:cNvSpPr/>
          <p:nvPr/>
        </p:nvSpPr>
        <p:spPr>
          <a:xfrm>
            <a:off x="1749531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5" name="Google Shape;4335;p129"/>
          <p:cNvSpPr/>
          <p:nvPr/>
        </p:nvSpPr>
        <p:spPr>
          <a:xfrm>
            <a:off x="1749525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6" name="Google Shape;4336;p129"/>
          <p:cNvSpPr/>
          <p:nvPr/>
        </p:nvSpPr>
        <p:spPr>
          <a:xfrm>
            <a:off x="1749535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7" name="Google Shape;4337;p129"/>
          <p:cNvSpPr/>
          <p:nvPr/>
        </p:nvSpPr>
        <p:spPr>
          <a:xfrm>
            <a:off x="1749529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8" name="Google Shape;4338;p129"/>
          <p:cNvSpPr/>
          <p:nvPr/>
        </p:nvSpPr>
        <p:spPr>
          <a:xfrm>
            <a:off x="2798073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9" name="Google Shape;4339;p129"/>
          <p:cNvSpPr/>
          <p:nvPr/>
        </p:nvSpPr>
        <p:spPr>
          <a:xfrm>
            <a:off x="2798067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0" name="Google Shape;4340;p129"/>
          <p:cNvSpPr/>
          <p:nvPr/>
        </p:nvSpPr>
        <p:spPr>
          <a:xfrm>
            <a:off x="2798077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1" name="Google Shape;4341;p129"/>
          <p:cNvSpPr/>
          <p:nvPr/>
        </p:nvSpPr>
        <p:spPr>
          <a:xfrm>
            <a:off x="2798072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2" name="Google Shape;4342;p129"/>
          <p:cNvSpPr/>
          <p:nvPr/>
        </p:nvSpPr>
        <p:spPr>
          <a:xfrm>
            <a:off x="3846640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3" name="Google Shape;4343;p129"/>
          <p:cNvSpPr/>
          <p:nvPr/>
        </p:nvSpPr>
        <p:spPr>
          <a:xfrm>
            <a:off x="3846635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4" name="Google Shape;4344;p129"/>
          <p:cNvSpPr/>
          <p:nvPr/>
        </p:nvSpPr>
        <p:spPr>
          <a:xfrm>
            <a:off x="3846645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5" name="Google Shape;4345;p129"/>
          <p:cNvSpPr/>
          <p:nvPr/>
        </p:nvSpPr>
        <p:spPr>
          <a:xfrm>
            <a:off x="3846639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6" name="Google Shape;4346;p129"/>
          <p:cNvSpPr/>
          <p:nvPr/>
        </p:nvSpPr>
        <p:spPr>
          <a:xfrm>
            <a:off x="4901095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7" name="Google Shape;4347;p129"/>
          <p:cNvSpPr/>
          <p:nvPr/>
        </p:nvSpPr>
        <p:spPr>
          <a:xfrm>
            <a:off x="4901089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8" name="Google Shape;4348;p129"/>
          <p:cNvSpPr/>
          <p:nvPr/>
        </p:nvSpPr>
        <p:spPr>
          <a:xfrm>
            <a:off x="4901100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9" name="Google Shape;4349;p129"/>
          <p:cNvSpPr/>
          <p:nvPr/>
        </p:nvSpPr>
        <p:spPr>
          <a:xfrm>
            <a:off x="4901094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50" name="Google Shape;4350;p129"/>
          <p:cNvCxnSpPr/>
          <p:nvPr/>
        </p:nvCxnSpPr>
        <p:spPr>
          <a:xfrm flipH="1">
            <a:off x="5982137" y="3188904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1" name="Google Shape;4351;p129"/>
          <p:cNvSpPr txBox="1"/>
          <p:nvPr/>
        </p:nvSpPr>
        <p:spPr>
          <a:xfrm>
            <a:off x="6258580" y="3783200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2" name="Google Shape;4352;p129"/>
          <p:cNvSpPr txBox="1"/>
          <p:nvPr/>
        </p:nvSpPr>
        <p:spPr>
          <a:xfrm>
            <a:off x="1895609" y="233919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3" name="Google Shape;4353;p129"/>
          <p:cNvSpPr txBox="1"/>
          <p:nvPr/>
        </p:nvSpPr>
        <p:spPr>
          <a:xfrm>
            <a:off x="2946153" y="233918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4" name="Google Shape;4354;p129"/>
          <p:cNvSpPr txBox="1"/>
          <p:nvPr/>
        </p:nvSpPr>
        <p:spPr>
          <a:xfrm>
            <a:off x="3996660" y="233918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5" name="Google Shape;4355;p129"/>
          <p:cNvSpPr txBox="1"/>
          <p:nvPr/>
        </p:nvSpPr>
        <p:spPr>
          <a:xfrm>
            <a:off x="5047166" y="233918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9" name="Shape 4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0" name="Google Shape;4360;p1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Layers of Abstraction</a:t>
            </a:r>
            <a:endParaRPr/>
          </a:p>
        </p:txBody>
      </p:sp>
      <p:sp>
        <p:nvSpPr>
          <p:cNvPr id="4361" name="Google Shape;4361;p130"/>
          <p:cNvSpPr txBox="1"/>
          <p:nvPr>
            <p:ph idx="1" type="body"/>
          </p:nvPr>
        </p:nvSpPr>
        <p:spPr>
          <a:xfrm>
            <a:off x="107050" y="402200"/>
            <a:ext cx="89097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thought about collectives at 3 different layers of abstraction: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Definitions: Users just need to know the input/outputs to use the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Overlay: The data exchanged over virtual links.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4362" name="Google Shape;4362;p130"/>
          <p:cNvSpPr/>
          <p:nvPr/>
        </p:nvSpPr>
        <p:spPr>
          <a:xfrm>
            <a:off x="7729268" y="3980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3" name="Google Shape;4363;p130"/>
          <p:cNvSpPr/>
          <p:nvPr/>
        </p:nvSpPr>
        <p:spPr>
          <a:xfrm>
            <a:off x="6052868" y="39805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4" name="Google Shape;4364;p130"/>
          <p:cNvSpPr/>
          <p:nvPr/>
        </p:nvSpPr>
        <p:spPr>
          <a:xfrm>
            <a:off x="4376468" y="3980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5" name="Google Shape;4365;p130"/>
          <p:cNvSpPr/>
          <p:nvPr/>
        </p:nvSpPr>
        <p:spPr>
          <a:xfrm>
            <a:off x="1023668" y="39805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6" name="Google Shape;4366;p130"/>
          <p:cNvSpPr/>
          <p:nvPr/>
        </p:nvSpPr>
        <p:spPr>
          <a:xfrm>
            <a:off x="2700068" y="39805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7" name="Google Shape;4367;p130"/>
          <p:cNvCxnSpPr>
            <a:stCxn id="4366" idx="2"/>
            <a:endCxn id="4365" idx="6"/>
          </p:cNvCxnSpPr>
          <p:nvPr/>
        </p:nvCxnSpPr>
        <p:spPr>
          <a:xfrm rot="10800000">
            <a:off x="14172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8" name="Google Shape;4368;p130"/>
          <p:cNvCxnSpPr>
            <a:stCxn id="4364" idx="2"/>
            <a:endCxn id="4366" idx="6"/>
          </p:cNvCxnSpPr>
          <p:nvPr/>
        </p:nvCxnSpPr>
        <p:spPr>
          <a:xfrm rot="10800000">
            <a:off x="30936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9" name="Google Shape;4369;p130"/>
          <p:cNvCxnSpPr>
            <a:stCxn id="4363" idx="2"/>
            <a:endCxn id="4364" idx="6"/>
          </p:cNvCxnSpPr>
          <p:nvPr/>
        </p:nvCxnSpPr>
        <p:spPr>
          <a:xfrm rot="10800000">
            <a:off x="47700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0" name="Google Shape;4370;p130"/>
          <p:cNvCxnSpPr>
            <a:stCxn id="4362" idx="2"/>
            <a:endCxn id="4363" idx="6"/>
          </p:cNvCxnSpPr>
          <p:nvPr/>
        </p:nvCxnSpPr>
        <p:spPr>
          <a:xfrm rot="10800000">
            <a:off x="64464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1" name="Google Shape;4371;p130"/>
          <p:cNvGrpSpPr/>
          <p:nvPr/>
        </p:nvGrpSpPr>
        <p:grpSpPr>
          <a:xfrm>
            <a:off x="432175" y="3745075"/>
            <a:ext cx="8282200" cy="432300"/>
            <a:chOff x="432175" y="3745075"/>
            <a:chExt cx="8282200" cy="432300"/>
          </a:xfrm>
        </p:grpSpPr>
        <p:sp>
          <p:nvSpPr>
            <p:cNvPr id="4372" name="Google Shape;4372;p13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73" name="Google Shape;4373;p130"/>
            <p:cNvCxnSpPr>
              <a:stCxn id="4372" idx="0"/>
              <a:endCxn id="4374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5" name="Google Shape;4375;p130"/>
            <p:cNvCxnSpPr>
              <a:stCxn id="4365" idx="2"/>
              <a:endCxn id="4374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74" name="Google Shape;4374;p13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76" name="Google Shape;4376;p130"/>
            <p:cNvCxnSpPr>
              <a:stCxn id="4372" idx="2"/>
              <a:endCxn id="4362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0" name="Shape 4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1" name="Google Shape;4381;p1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Layers of Abstraction</a:t>
            </a:r>
            <a:endParaRPr/>
          </a:p>
        </p:txBody>
      </p:sp>
      <p:sp>
        <p:nvSpPr>
          <p:cNvPr id="4382" name="Google Shape;4382;p131"/>
          <p:cNvSpPr txBox="1"/>
          <p:nvPr>
            <p:ph idx="1" type="body"/>
          </p:nvPr>
        </p:nvSpPr>
        <p:spPr>
          <a:xfrm>
            <a:off x="107050" y="402200"/>
            <a:ext cx="89097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thought about collectives at 3 different layers of abstraction: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Definitions: Users just need to know the input/outputs to use the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Overlay: The data exchanged over virtual links.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Underlay: How the virtual links correspond to actual physical links.</a:t>
            </a:r>
            <a:endParaRPr b="1">
              <a:solidFill>
                <a:schemeClr val="accent3"/>
              </a:solidFill>
            </a:endParaRPr>
          </a:p>
        </p:txBody>
      </p:sp>
      <p:cxnSp>
        <p:nvCxnSpPr>
          <p:cNvPr id="4383" name="Google Shape;4383;p131"/>
          <p:cNvCxnSpPr>
            <a:stCxn id="4384" idx="2"/>
            <a:endCxn id="4385" idx="6"/>
          </p:cNvCxnSpPr>
          <p:nvPr/>
        </p:nvCxnSpPr>
        <p:spPr>
          <a:xfrm flipH="1">
            <a:off x="1732588" y="21563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86" name="Google Shape;4386;p131"/>
          <p:cNvCxnSpPr>
            <a:stCxn id="4387" idx="2"/>
            <a:endCxn id="4385" idx="6"/>
          </p:cNvCxnSpPr>
          <p:nvPr/>
        </p:nvCxnSpPr>
        <p:spPr>
          <a:xfrm rot="10800000">
            <a:off x="1732588" y="27659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88" name="Google Shape;4388;p131"/>
          <p:cNvCxnSpPr>
            <a:stCxn id="4389" idx="2"/>
            <a:endCxn id="4387" idx="7"/>
          </p:cNvCxnSpPr>
          <p:nvPr/>
        </p:nvCxnSpPr>
        <p:spPr>
          <a:xfrm flipH="1">
            <a:off x="6415288" y="2156325"/>
            <a:ext cx="975900" cy="50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0" name="Google Shape;4390;p131"/>
          <p:cNvCxnSpPr>
            <a:stCxn id="4389" idx="2"/>
            <a:endCxn id="4384" idx="6"/>
          </p:cNvCxnSpPr>
          <p:nvPr/>
        </p:nvCxnSpPr>
        <p:spPr>
          <a:xfrm rot="10800000">
            <a:off x="2951788" y="21563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1" name="Google Shape;4391;p131"/>
          <p:cNvCxnSpPr>
            <a:stCxn id="4392" idx="3"/>
            <a:endCxn id="4393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4" name="Google Shape;4394;p131"/>
          <p:cNvCxnSpPr>
            <a:stCxn id="4393" idx="3"/>
            <a:endCxn id="4395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6" name="Google Shape;4396;p131"/>
          <p:cNvCxnSpPr>
            <a:stCxn id="4395" idx="3"/>
            <a:endCxn id="4397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8" name="Google Shape;4398;p131"/>
          <p:cNvCxnSpPr>
            <a:stCxn id="4399" idx="3"/>
            <a:endCxn id="4400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1" name="Google Shape;4401;p131"/>
          <p:cNvCxnSpPr>
            <a:stCxn id="4402" idx="3"/>
            <a:endCxn id="4399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3" name="Google Shape;4403;p131"/>
          <p:cNvCxnSpPr>
            <a:stCxn id="4404" idx="3"/>
            <a:endCxn id="4402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5" name="Google Shape;4405;p131"/>
          <p:cNvCxnSpPr>
            <a:stCxn id="4406" idx="3"/>
            <a:endCxn id="4407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8" name="Google Shape;4408;p131"/>
          <p:cNvCxnSpPr>
            <a:stCxn id="4407" idx="3"/>
            <a:endCxn id="4409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0" name="Google Shape;4410;p131"/>
          <p:cNvCxnSpPr>
            <a:stCxn id="4409" idx="3"/>
            <a:endCxn id="4411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2" name="Google Shape;4412;p131"/>
          <p:cNvCxnSpPr>
            <a:stCxn id="4397" idx="3"/>
            <a:endCxn id="4400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3" name="Google Shape;4413;p131"/>
          <p:cNvCxnSpPr>
            <a:stCxn id="4400" idx="3"/>
            <a:endCxn id="4411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4" name="Google Shape;4414;p131"/>
          <p:cNvCxnSpPr>
            <a:stCxn id="4395" idx="3"/>
            <a:endCxn id="4399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5" name="Google Shape;4415;p131"/>
          <p:cNvCxnSpPr>
            <a:stCxn id="4399" idx="3"/>
            <a:endCxn id="4409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6" name="Google Shape;4416;p131"/>
          <p:cNvCxnSpPr>
            <a:stCxn id="4402" idx="3"/>
            <a:endCxn id="4407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7" name="Google Shape;4417;p131"/>
          <p:cNvCxnSpPr>
            <a:stCxn id="4393" idx="3"/>
            <a:endCxn id="4402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8" name="Google Shape;4418;p131"/>
          <p:cNvCxnSpPr>
            <a:stCxn id="4392" idx="3"/>
            <a:endCxn id="4404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9" name="Google Shape;4419;p131"/>
          <p:cNvCxnSpPr>
            <a:stCxn id="4404" idx="3"/>
            <a:endCxn id="4406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2" name="Google Shape;4392;p131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3" name="Google Shape;4393;p131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5" name="Google Shape;4395;p131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7" name="Google Shape;4397;p131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4" name="Google Shape;4404;p131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2" name="Google Shape;4402;p131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9" name="Google Shape;4399;p131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0" name="Google Shape;4400;p131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6" name="Google Shape;4406;p131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7" name="Google Shape;4407;p131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9" name="Google Shape;4409;p131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1" name="Google Shape;4411;p131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5" name="Google Shape;4385;p131"/>
          <p:cNvSpPr/>
          <p:nvPr/>
        </p:nvSpPr>
        <p:spPr>
          <a:xfrm>
            <a:off x="14475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0" name="Google Shape;4420;p131"/>
          <p:cNvCxnSpPr>
            <a:stCxn id="4392" idx="0"/>
            <a:endCxn id="4385" idx="4"/>
          </p:cNvCxnSpPr>
          <p:nvPr/>
        </p:nvCxnSpPr>
        <p:spPr>
          <a:xfrm rot="10800000">
            <a:off x="15901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4" name="Google Shape;4384;p131"/>
          <p:cNvSpPr/>
          <p:nvPr/>
        </p:nvSpPr>
        <p:spPr>
          <a:xfrm>
            <a:off x="26667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1" name="Google Shape;4421;p131"/>
          <p:cNvCxnSpPr>
            <a:stCxn id="4406" idx="0"/>
            <a:endCxn id="4384" idx="4"/>
          </p:cNvCxnSpPr>
          <p:nvPr/>
        </p:nvCxnSpPr>
        <p:spPr>
          <a:xfrm rot="10800000">
            <a:off x="28093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7" name="Google Shape;4387;p131"/>
          <p:cNvSpPr/>
          <p:nvPr/>
        </p:nvSpPr>
        <p:spPr>
          <a:xfrm>
            <a:off x="61719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2" name="Google Shape;4422;p131"/>
          <p:cNvCxnSpPr>
            <a:stCxn id="4397" idx="0"/>
            <a:endCxn id="4387" idx="4"/>
          </p:cNvCxnSpPr>
          <p:nvPr/>
        </p:nvCxnSpPr>
        <p:spPr>
          <a:xfrm rot="10800000">
            <a:off x="63145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9" name="Google Shape;4389;p131"/>
          <p:cNvSpPr/>
          <p:nvPr/>
        </p:nvSpPr>
        <p:spPr>
          <a:xfrm>
            <a:off x="73911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3" name="Google Shape;4423;p131"/>
          <p:cNvCxnSpPr>
            <a:stCxn id="4411" idx="0"/>
            <a:endCxn id="4389" idx="4"/>
          </p:cNvCxnSpPr>
          <p:nvPr/>
        </p:nvCxnSpPr>
        <p:spPr>
          <a:xfrm rot="10800000">
            <a:off x="75337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1E71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