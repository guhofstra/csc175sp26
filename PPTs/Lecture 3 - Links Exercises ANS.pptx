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8"/>
  </p:notesMasterIdLst>
  <p:sldIdLst>
    <p:sldId id="257" r:id="rId2"/>
    <p:sldId id="1004" r:id="rId3"/>
    <p:sldId id="1263" r:id="rId4"/>
    <p:sldId id="1266" r:id="rId5"/>
    <p:sldId id="1259" r:id="rId6"/>
    <p:sldId id="1265" r:id="rId7"/>
  </p:sldIdLst>
  <p:sldSz cx="9144000" cy="5143500" type="screen16x9"/>
  <p:notesSz cx="6858000" cy="9144000"/>
  <p:embeddedFontLst>
    <p:embeddedFont>
      <p:font typeface="ＭＳ Ｐゴシック" panose="020B0600070205080204" pitchFamily="34" charset="-128"/>
      <p:regular r:id="rId9"/>
    </p:embeddedFont>
    <p:embeddedFont>
      <p:font typeface="Cambria Math" panose="02040503050406030204" pitchFamily="18" charset="0"/>
      <p:regular r:id="rId10"/>
    </p:embeddedFont>
    <p:embeddedFont>
      <p:font typeface="Roboto" panose="02000000000000000000" pitchFamily="2" charset="0"/>
      <p:regular r:id="rId11"/>
      <p:bold r:id="rId12"/>
      <p:italic r:id="rId13"/>
      <p:boldItalic r:id="rId14"/>
    </p:embeddedFont>
    <p:embeddedFont>
      <p:font typeface="Roboto Light" panose="02000000000000000000" pitchFamily="2" charset="0"/>
      <p:regular r:id="rId15"/>
      <p:bold r:id="rId16"/>
      <p:italic r:id="rId17"/>
      <p:boldItalic r:id="rId18"/>
    </p:embeddedFont>
    <p:embeddedFont>
      <p:font typeface="Roboto Medium" panose="02000000000000000000" pitchFamily="2" charset="0"/>
      <p:regular r:id="rId19"/>
      <p:bold r:id="rId20"/>
      <p:italic r:id="rId21"/>
      <p:boldItalic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39B89F-B73B-4A52-B89B-C3185D261259}" v="40" dt="2026-01-30T02:11:47.6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82092" autoAdjust="0"/>
  </p:normalViewPr>
  <p:slideViewPr>
    <p:cSldViewPr snapToGrid="0">
      <p:cViewPr varScale="1">
        <p:scale>
          <a:sx n="89" d="100"/>
          <a:sy n="89" d="100"/>
        </p:scale>
        <p:origin x="1282" y="62"/>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font" Target="fonts/font5.fntdata"/><Relationship Id="rId18" Type="http://schemas.openxmlformats.org/officeDocument/2006/relationships/font" Target="fonts/font10.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13.fntdata"/><Relationship Id="rId7" Type="http://schemas.openxmlformats.org/officeDocument/2006/relationships/slide" Target="slides/slide6.xml"/><Relationship Id="rId12" Type="http://schemas.openxmlformats.org/officeDocument/2006/relationships/font" Target="fonts/font4.fntdata"/><Relationship Id="rId17" Type="http://schemas.openxmlformats.org/officeDocument/2006/relationships/font" Target="fonts/font9.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8.fntdata"/><Relationship Id="rId20"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3.fntdata"/><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7.fntdata"/><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font" Target="fonts/font2.fntdata"/><Relationship Id="rId19"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font" Target="fonts/font1.fntdata"/><Relationship Id="rId14" Type="http://schemas.openxmlformats.org/officeDocument/2006/relationships/font" Target="fonts/font6.fntdata"/><Relationship Id="rId22" Type="http://schemas.openxmlformats.org/officeDocument/2006/relationships/font" Target="fonts/font14.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pc:chgData name="Zonghua Gu" userId="9a7e1853e1951ef5" providerId="LiveId" clId="{CF1FAA12-072C-4ED5-BA76-0FFFAEFDB88A}" dt="2026-01-30T02:14:01.754" v="340" actId="47"/>
      <pc:docMkLst>
        <pc:docMk/>
      </pc:docMkLst>
      <pc:sldChg chg="modSp mod">
        <pc:chgData name="Zonghua Gu" userId="9a7e1853e1951ef5" providerId="LiveId" clId="{CF1FAA12-072C-4ED5-BA76-0FFFAEFDB88A}" dt="2026-01-30T01:51:21.447" v="16" actId="108"/>
        <pc:sldMkLst>
          <pc:docMk/>
          <pc:sldMk cId="0" sldId="257"/>
        </pc:sldMkLst>
        <pc:spChg chg="mod">
          <ac:chgData name="Zonghua Gu" userId="9a7e1853e1951ef5" providerId="LiveId" clId="{CF1FAA12-072C-4ED5-BA76-0FFFAEFDB88A}" dt="2026-01-30T01:51:21.447" v="16" actId="108"/>
          <ac:spMkLst>
            <pc:docMk/>
            <pc:sldMk cId="0" sldId="257"/>
            <ac:spMk id="167" creationId="{00000000-0000-0000-0000-000000000000}"/>
          </ac:spMkLst>
        </pc:spChg>
        <pc:spChg chg="mod">
          <ac:chgData name="Zonghua Gu" userId="9a7e1853e1951ef5" providerId="LiveId" clId="{CF1FAA12-072C-4ED5-BA76-0FFFAEFDB88A}" dt="2026-01-30T01:51:09.254" v="15" actId="20577"/>
          <ac:spMkLst>
            <pc:docMk/>
            <pc:sldMk cId="0" sldId="257"/>
            <ac:spMk id="168" creationId="{00000000-0000-0000-0000-000000000000}"/>
          </ac:spMkLst>
        </pc:spChg>
      </pc:sldChg>
      <pc:sldChg chg="del">
        <pc:chgData name="Zonghua Gu" userId="9a7e1853e1951ef5" providerId="LiveId" clId="{CF1FAA12-072C-4ED5-BA76-0FFFAEFDB88A}" dt="2026-01-30T01:51:02.624" v="1" actId="47"/>
        <pc:sldMkLst>
          <pc:docMk/>
          <pc:sldMk cId="0" sldId="258"/>
        </pc:sldMkLst>
      </pc:sldChg>
      <pc:sldChg chg="del">
        <pc:chgData name="Zonghua Gu" userId="9a7e1853e1951ef5" providerId="LiveId" clId="{CF1FAA12-072C-4ED5-BA76-0FFFAEFDB88A}" dt="2026-01-30T01:51:02.624" v="1" actId="47"/>
        <pc:sldMkLst>
          <pc:docMk/>
          <pc:sldMk cId="0" sldId="259"/>
        </pc:sldMkLst>
      </pc:sldChg>
      <pc:sldChg chg="del">
        <pc:chgData name="Zonghua Gu" userId="9a7e1853e1951ef5" providerId="LiveId" clId="{CF1FAA12-072C-4ED5-BA76-0FFFAEFDB88A}" dt="2026-01-30T01:51:02.624" v="1" actId="47"/>
        <pc:sldMkLst>
          <pc:docMk/>
          <pc:sldMk cId="0" sldId="260"/>
        </pc:sldMkLst>
      </pc:sldChg>
      <pc:sldChg chg="del">
        <pc:chgData name="Zonghua Gu" userId="9a7e1853e1951ef5" providerId="LiveId" clId="{CF1FAA12-072C-4ED5-BA76-0FFFAEFDB88A}" dt="2026-01-30T01:51:02.624" v="1" actId="47"/>
        <pc:sldMkLst>
          <pc:docMk/>
          <pc:sldMk cId="0" sldId="261"/>
        </pc:sldMkLst>
      </pc:sldChg>
      <pc:sldChg chg="del">
        <pc:chgData name="Zonghua Gu" userId="9a7e1853e1951ef5" providerId="LiveId" clId="{CF1FAA12-072C-4ED5-BA76-0FFFAEFDB88A}" dt="2026-01-30T01:51:02.624" v="1" actId="47"/>
        <pc:sldMkLst>
          <pc:docMk/>
          <pc:sldMk cId="0" sldId="262"/>
        </pc:sldMkLst>
      </pc:sldChg>
      <pc:sldChg chg="del">
        <pc:chgData name="Zonghua Gu" userId="9a7e1853e1951ef5" providerId="LiveId" clId="{CF1FAA12-072C-4ED5-BA76-0FFFAEFDB88A}" dt="2026-01-30T01:51:02.624" v="1" actId="47"/>
        <pc:sldMkLst>
          <pc:docMk/>
          <pc:sldMk cId="0" sldId="263"/>
        </pc:sldMkLst>
      </pc:sldChg>
      <pc:sldChg chg="del">
        <pc:chgData name="Zonghua Gu" userId="9a7e1853e1951ef5" providerId="LiveId" clId="{CF1FAA12-072C-4ED5-BA76-0FFFAEFDB88A}" dt="2026-01-30T01:51:02.624" v="1" actId="47"/>
        <pc:sldMkLst>
          <pc:docMk/>
          <pc:sldMk cId="0" sldId="264"/>
        </pc:sldMkLst>
      </pc:sldChg>
      <pc:sldChg chg="del">
        <pc:chgData name="Zonghua Gu" userId="9a7e1853e1951ef5" providerId="LiveId" clId="{CF1FAA12-072C-4ED5-BA76-0FFFAEFDB88A}" dt="2026-01-30T01:51:02.624" v="1" actId="47"/>
        <pc:sldMkLst>
          <pc:docMk/>
          <pc:sldMk cId="0" sldId="265"/>
        </pc:sldMkLst>
      </pc:sldChg>
      <pc:sldChg chg="del">
        <pc:chgData name="Zonghua Gu" userId="9a7e1853e1951ef5" providerId="LiveId" clId="{CF1FAA12-072C-4ED5-BA76-0FFFAEFDB88A}" dt="2026-01-30T01:51:02.624" v="1" actId="47"/>
        <pc:sldMkLst>
          <pc:docMk/>
          <pc:sldMk cId="0" sldId="266"/>
        </pc:sldMkLst>
      </pc:sldChg>
      <pc:sldChg chg="del">
        <pc:chgData name="Zonghua Gu" userId="9a7e1853e1951ef5" providerId="LiveId" clId="{CF1FAA12-072C-4ED5-BA76-0FFFAEFDB88A}" dt="2026-01-30T01:51:02.624" v="1" actId="47"/>
        <pc:sldMkLst>
          <pc:docMk/>
          <pc:sldMk cId="0" sldId="267"/>
        </pc:sldMkLst>
      </pc:sldChg>
      <pc:sldChg chg="del">
        <pc:chgData name="Zonghua Gu" userId="9a7e1853e1951ef5" providerId="LiveId" clId="{CF1FAA12-072C-4ED5-BA76-0FFFAEFDB88A}" dt="2026-01-30T01:51:02.624" v="1" actId="47"/>
        <pc:sldMkLst>
          <pc:docMk/>
          <pc:sldMk cId="0" sldId="268"/>
        </pc:sldMkLst>
      </pc:sldChg>
      <pc:sldChg chg="del">
        <pc:chgData name="Zonghua Gu" userId="9a7e1853e1951ef5" providerId="LiveId" clId="{CF1FAA12-072C-4ED5-BA76-0FFFAEFDB88A}" dt="2026-01-30T01:51:02.624" v="1" actId="47"/>
        <pc:sldMkLst>
          <pc:docMk/>
          <pc:sldMk cId="0" sldId="271"/>
        </pc:sldMkLst>
      </pc:sldChg>
      <pc:sldChg chg="del">
        <pc:chgData name="Zonghua Gu" userId="9a7e1853e1951ef5" providerId="LiveId" clId="{CF1FAA12-072C-4ED5-BA76-0FFFAEFDB88A}" dt="2026-01-30T01:51:02.624" v="1" actId="47"/>
        <pc:sldMkLst>
          <pc:docMk/>
          <pc:sldMk cId="0" sldId="272"/>
        </pc:sldMkLst>
      </pc:sldChg>
      <pc:sldChg chg="del">
        <pc:chgData name="Zonghua Gu" userId="9a7e1853e1951ef5" providerId="LiveId" clId="{CF1FAA12-072C-4ED5-BA76-0FFFAEFDB88A}" dt="2026-01-30T01:51:02.624" v="1" actId="47"/>
        <pc:sldMkLst>
          <pc:docMk/>
          <pc:sldMk cId="0" sldId="273"/>
        </pc:sldMkLst>
      </pc:sldChg>
      <pc:sldChg chg="del">
        <pc:chgData name="Zonghua Gu" userId="9a7e1853e1951ef5" providerId="LiveId" clId="{CF1FAA12-072C-4ED5-BA76-0FFFAEFDB88A}" dt="2026-01-30T01:51:02.624" v="1" actId="47"/>
        <pc:sldMkLst>
          <pc:docMk/>
          <pc:sldMk cId="0" sldId="274"/>
        </pc:sldMkLst>
      </pc:sldChg>
      <pc:sldChg chg="del">
        <pc:chgData name="Zonghua Gu" userId="9a7e1853e1951ef5" providerId="LiveId" clId="{CF1FAA12-072C-4ED5-BA76-0FFFAEFDB88A}" dt="2026-01-30T01:51:02.624" v="1" actId="47"/>
        <pc:sldMkLst>
          <pc:docMk/>
          <pc:sldMk cId="0" sldId="275"/>
        </pc:sldMkLst>
      </pc:sldChg>
      <pc:sldChg chg="del">
        <pc:chgData name="Zonghua Gu" userId="9a7e1853e1951ef5" providerId="LiveId" clId="{CF1FAA12-072C-4ED5-BA76-0FFFAEFDB88A}" dt="2026-01-30T01:51:02.624" v="1" actId="47"/>
        <pc:sldMkLst>
          <pc:docMk/>
          <pc:sldMk cId="0" sldId="276"/>
        </pc:sldMkLst>
      </pc:sldChg>
      <pc:sldChg chg="del">
        <pc:chgData name="Zonghua Gu" userId="9a7e1853e1951ef5" providerId="LiveId" clId="{CF1FAA12-072C-4ED5-BA76-0FFFAEFDB88A}" dt="2026-01-30T01:51:02.624" v="1" actId="47"/>
        <pc:sldMkLst>
          <pc:docMk/>
          <pc:sldMk cId="0" sldId="277"/>
        </pc:sldMkLst>
      </pc:sldChg>
      <pc:sldChg chg="del">
        <pc:chgData name="Zonghua Gu" userId="9a7e1853e1951ef5" providerId="LiveId" clId="{CF1FAA12-072C-4ED5-BA76-0FFFAEFDB88A}" dt="2026-01-30T01:51:02.624" v="1" actId="47"/>
        <pc:sldMkLst>
          <pc:docMk/>
          <pc:sldMk cId="0" sldId="278"/>
        </pc:sldMkLst>
      </pc:sldChg>
      <pc:sldChg chg="del">
        <pc:chgData name="Zonghua Gu" userId="9a7e1853e1951ef5" providerId="LiveId" clId="{CF1FAA12-072C-4ED5-BA76-0FFFAEFDB88A}" dt="2026-01-30T01:51:02.624" v="1" actId="47"/>
        <pc:sldMkLst>
          <pc:docMk/>
          <pc:sldMk cId="0" sldId="279"/>
        </pc:sldMkLst>
      </pc:sldChg>
      <pc:sldChg chg="del">
        <pc:chgData name="Zonghua Gu" userId="9a7e1853e1951ef5" providerId="LiveId" clId="{CF1FAA12-072C-4ED5-BA76-0FFFAEFDB88A}" dt="2026-01-30T01:51:02.624" v="1" actId="47"/>
        <pc:sldMkLst>
          <pc:docMk/>
          <pc:sldMk cId="0" sldId="280"/>
        </pc:sldMkLst>
      </pc:sldChg>
      <pc:sldChg chg="del">
        <pc:chgData name="Zonghua Gu" userId="9a7e1853e1951ef5" providerId="LiveId" clId="{CF1FAA12-072C-4ED5-BA76-0FFFAEFDB88A}" dt="2026-01-30T01:51:02.624" v="1" actId="47"/>
        <pc:sldMkLst>
          <pc:docMk/>
          <pc:sldMk cId="0" sldId="281"/>
        </pc:sldMkLst>
      </pc:sldChg>
      <pc:sldChg chg="del">
        <pc:chgData name="Zonghua Gu" userId="9a7e1853e1951ef5" providerId="LiveId" clId="{CF1FAA12-072C-4ED5-BA76-0FFFAEFDB88A}" dt="2026-01-30T01:51:02.624" v="1" actId="47"/>
        <pc:sldMkLst>
          <pc:docMk/>
          <pc:sldMk cId="0" sldId="282"/>
        </pc:sldMkLst>
      </pc:sldChg>
      <pc:sldChg chg="del">
        <pc:chgData name="Zonghua Gu" userId="9a7e1853e1951ef5" providerId="LiveId" clId="{CF1FAA12-072C-4ED5-BA76-0FFFAEFDB88A}" dt="2026-01-30T01:50:57.647" v="0" actId="47"/>
        <pc:sldMkLst>
          <pc:docMk/>
          <pc:sldMk cId="0" sldId="283"/>
        </pc:sldMkLst>
      </pc:sldChg>
      <pc:sldChg chg="del">
        <pc:chgData name="Zonghua Gu" userId="9a7e1853e1951ef5" providerId="LiveId" clId="{CF1FAA12-072C-4ED5-BA76-0FFFAEFDB88A}" dt="2026-01-30T01:50:57.647" v="0" actId="47"/>
        <pc:sldMkLst>
          <pc:docMk/>
          <pc:sldMk cId="0" sldId="284"/>
        </pc:sldMkLst>
      </pc:sldChg>
      <pc:sldChg chg="del">
        <pc:chgData name="Zonghua Gu" userId="9a7e1853e1951ef5" providerId="LiveId" clId="{CF1FAA12-072C-4ED5-BA76-0FFFAEFDB88A}" dt="2026-01-30T01:50:57.647" v="0" actId="47"/>
        <pc:sldMkLst>
          <pc:docMk/>
          <pc:sldMk cId="0" sldId="285"/>
        </pc:sldMkLst>
      </pc:sldChg>
      <pc:sldChg chg="del">
        <pc:chgData name="Zonghua Gu" userId="9a7e1853e1951ef5" providerId="LiveId" clId="{CF1FAA12-072C-4ED5-BA76-0FFFAEFDB88A}" dt="2026-01-30T01:50:57.647" v="0" actId="47"/>
        <pc:sldMkLst>
          <pc:docMk/>
          <pc:sldMk cId="0" sldId="286"/>
        </pc:sldMkLst>
      </pc:sldChg>
      <pc:sldChg chg="del">
        <pc:chgData name="Zonghua Gu" userId="9a7e1853e1951ef5" providerId="LiveId" clId="{CF1FAA12-072C-4ED5-BA76-0FFFAEFDB88A}" dt="2026-01-30T01:50:57.647" v="0" actId="47"/>
        <pc:sldMkLst>
          <pc:docMk/>
          <pc:sldMk cId="0" sldId="287"/>
        </pc:sldMkLst>
      </pc:sldChg>
      <pc:sldChg chg="modSp">
        <pc:chgData name="Zonghua Gu" userId="9a7e1853e1951ef5" providerId="LiveId" clId="{CF1FAA12-072C-4ED5-BA76-0FFFAEFDB88A}" dt="2026-01-30T02:09:38.284" v="298" actId="20577"/>
        <pc:sldMkLst>
          <pc:docMk/>
          <pc:sldMk cId="453457216" sldId="1004"/>
        </pc:sldMkLst>
        <pc:spChg chg="mod">
          <ac:chgData name="Zonghua Gu" userId="9a7e1853e1951ef5" providerId="LiveId" clId="{CF1FAA12-072C-4ED5-BA76-0FFFAEFDB88A}" dt="2026-01-30T02:09:34.361" v="297" actId="20577"/>
          <ac:spMkLst>
            <pc:docMk/>
            <pc:sldMk cId="453457216" sldId="1004"/>
            <ac:spMk id="52" creationId="{A295C9C7-DA39-ED42-847F-83EE93D04F56}"/>
          </ac:spMkLst>
        </pc:spChg>
        <pc:spChg chg="mod">
          <ac:chgData name="Zonghua Gu" userId="9a7e1853e1951ef5" providerId="LiveId" clId="{CF1FAA12-072C-4ED5-BA76-0FFFAEFDB88A}" dt="2026-01-30T02:09:38.284" v="298" actId="20577"/>
          <ac:spMkLst>
            <pc:docMk/>
            <pc:sldMk cId="453457216" sldId="1004"/>
            <ac:spMk id="75" creationId="{9033E5DB-6EA3-CE4C-B1A8-C9C804BDCB3F}"/>
          </ac:spMkLst>
        </pc:spChg>
      </pc:sldChg>
      <pc:sldChg chg="modSp new del mod">
        <pc:chgData name="Zonghua Gu" userId="9a7e1853e1951ef5" providerId="LiveId" clId="{CF1FAA12-072C-4ED5-BA76-0FFFAEFDB88A}" dt="2026-01-30T02:14:01.754" v="340" actId="47"/>
        <pc:sldMkLst>
          <pc:docMk/>
          <pc:sldMk cId="776083228" sldId="1005"/>
        </pc:sldMkLst>
        <pc:spChg chg="mod">
          <ac:chgData name="Zonghua Gu" userId="9a7e1853e1951ef5" providerId="LiveId" clId="{CF1FAA12-072C-4ED5-BA76-0FFFAEFDB88A}" dt="2026-01-30T01:52:14.813" v="25" actId="27636"/>
          <ac:spMkLst>
            <pc:docMk/>
            <pc:sldMk cId="776083228" sldId="1005"/>
            <ac:spMk id="2" creationId="{B5ACEECD-F4AB-B661-4F1E-15A8C345B081}"/>
          </ac:spMkLst>
        </pc:spChg>
      </pc:sldChg>
      <pc:sldChg chg="del">
        <pc:chgData name="Zonghua Gu" userId="9a7e1853e1951ef5" providerId="LiveId" clId="{CF1FAA12-072C-4ED5-BA76-0FFFAEFDB88A}" dt="2026-01-30T01:51:02.624" v="1" actId="47"/>
        <pc:sldMkLst>
          <pc:docMk/>
          <pc:sldMk cId="90131839" sldId="1006"/>
        </pc:sldMkLst>
      </pc:sldChg>
      <pc:sldChg chg="new del">
        <pc:chgData name="Zonghua Gu" userId="9a7e1853e1951ef5" providerId="LiveId" clId="{CF1FAA12-072C-4ED5-BA76-0FFFAEFDB88A}" dt="2026-01-30T01:51:45.166" v="19" actId="680"/>
        <pc:sldMkLst>
          <pc:docMk/>
          <pc:sldMk cId="3098061888" sldId="1006"/>
        </pc:sldMkLst>
      </pc:sldChg>
      <pc:sldChg chg="addSp delSp modSp add mod">
        <pc:chgData name="Zonghua Gu" userId="9a7e1853e1951ef5" providerId="LiveId" clId="{CF1FAA12-072C-4ED5-BA76-0FFFAEFDB88A}" dt="2026-01-30T02:05:33.921" v="261" actId="20577"/>
        <pc:sldMkLst>
          <pc:docMk/>
          <pc:sldMk cId="1533311895" sldId="1259"/>
        </pc:sldMkLst>
        <pc:spChg chg="mod">
          <ac:chgData name="Zonghua Gu" userId="9a7e1853e1951ef5" providerId="LiveId" clId="{CF1FAA12-072C-4ED5-BA76-0FFFAEFDB88A}" dt="2026-01-30T02:05:33.921" v="261" actId="20577"/>
          <ac:spMkLst>
            <pc:docMk/>
            <pc:sldMk cId="1533311895" sldId="1259"/>
            <ac:spMk id="2" creationId="{897F22ED-37E6-4035-812B-1E8BC9C40AD6}"/>
          </ac:spMkLst>
        </pc:spChg>
        <pc:spChg chg="mod">
          <ac:chgData name="Zonghua Gu" userId="9a7e1853e1951ef5" providerId="LiveId" clId="{CF1FAA12-072C-4ED5-BA76-0FFFAEFDB88A}" dt="2026-01-30T02:02:04.786" v="132" actId="27636"/>
          <ac:spMkLst>
            <pc:docMk/>
            <pc:sldMk cId="1533311895" sldId="1259"/>
            <ac:spMk id="3" creationId="{F2B8676C-9679-44F2-BCB3-BE98A23F06B6}"/>
          </ac:spMkLst>
        </pc:spChg>
        <pc:spChg chg="del mod">
          <ac:chgData name="Zonghua Gu" userId="9a7e1853e1951ef5" providerId="LiveId" clId="{CF1FAA12-072C-4ED5-BA76-0FFFAEFDB88A}" dt="2026-01-30T02:01:51.420" v="123" actId="478"/>
          <ac:spMkLst>
            <pc:docMk/>
            <pc:sldMk cId="1533311895" sldId="1259"/>
            <ac:spMk id="4" creationId="{F7F685AB-D027-4B53-B120-FDB2B98FA496}"/>
          </ac:spMkLst>
        </pc:spChg>
        <pc:spChg chg="del mod">
          <ac:chgData name="Zonghua Gu" userId="9a7e1853e1951ef5" providerId="LiveId" clId="{CF1FAA12-072C-4ED5-BA76-0FFFAEFDB88A}" dt="2026-01-30T02:01:59.543" v="129" actId="478"/>
          <ac:spMkLst>
            <pc:docMk/>
            <pc:sldMk cId="1533311895" sldId="1259"/>
            <ac:spMk id="5" creationId="{C26BE9EC-68F9-4414-BE16-054B52230776}"/>
          </ac:spMkLst>
        </pc:spChg>
        <pc:spChg chg="add del mod">
          <ac:chgData name="Zonghua Gu" userId="9a7e1853e1951ef5" providerId="LiveId" clId="{CF1FAA12-072C-4ED5-BA76-0FFFAEFDB88A}" dt="2026-01-30T02:01:53.311" v="124" actId="478"/>
          <ac:spMkLst>
            <pc:docMk/>
            <pc:sldMk cId="1533311895" sldId="1259"/>
            <ac:spMk id="11" creationId="{8C31141E-3B9F-F981-66F5-4ADF3E806281}"/>
          </ac:spMkLst>
        </pc:spChg>
        <pc:picChg chg="mod">
          <ac:chgData name="Zonghua Gu" userId="9a7e1853e1951ef5" providerId="LiveId" clId="{CF1FAA12-072C-4ED5-BA76-0FFFAEFDB88A}" dt="2026-01-30T02:02:01.430" v="130" actId="1076"/>
          <ac:picMkLst>
            <pc:docMk/>
            <pc:sldMk cId="1533311895" sldId="1259"/>
            <ac:picMk id="16" creationId="{AC1F5761-15A8-42FC-ACC1-15EF84C22131}"/>
          </ac:picMkLst>
        </pc:picChg>
      </pc:sldChg>
      <pc:sldChg chg="addSp delSp modSp add mod modNotes">
        <pc:chgData name="Zonghua Gu" userId="9a7e1853e1951ef5" providerId="LiveId" clId="{CF1FAA12-072C-4ED5-BA76-0FFFAEFDB88A}" dt="2026-01-30T02:05:53.011" v="267" actId="1076"/>
        <pc:sldMkLst>
          <pc:docMk/>
          <pc:sldMk cId="1660582021" sldId="1263"/>
        </pc:sldMkLst>
        <pc:spChg chg="mod">
          <ac:chgData name="Zonghua Gu" userId="9a7e1853e1951ef5" providerId="LiveId" clId="{CF1FAA12-072C-4ED5-BA76-0FFFAEFDB88A}" dt="2026-01-30T02:05:53.011" v="267" actId="1076"/>
          <ac:spMkLst>
            <pc:docMk/>
            <pc:sldMk cId="1660582021" sldId="1263"/>
            <ac:spMk id="2" creationId="{EAC914B2-C161-4BFE-80A6-71DC7F5DA392}"/>
          </ac:spMkLst>
        </pc:spChg>
        <pc:spChg chg="mod">
          <ac:chgData name="Zonghua Gu" userId="9a7e1853e1951ef5" providerId="LiveId" clId="{CF1FAA12-072C-4ED5-BA76-0FFFAEFDB88A}" dt="2026-01-30T02:05:47.857" v="266" actId="27636"/>
          <ac:spMkLst>
            <pc:docMk/>
            <pc:sldMk cId="1660582021" sldId="1263"/>
            <ac:spMk id="3" creationId="{14A8C199-202B-428F-BCFF-DE6A5AABCDCD}"/>
          </ac:spMkLst>
        </pc:spChg>
        <pc:spChg chg="add del mod">
          <ac:chgData name="Zonghua Gu" userId="9a7e1853e1951ef5" providerId="LiveId" clId="{CF1FAA12-072C-4ED5-BA76-0FFFAEFDB88A}" dt="2026-01-30T02:05:18.998" v="257" actId="478"/>
          <ac:spMkLst>
            <pc:docMk/>
            <pc:sldMk cId="1660582021" sldId="1263"/>
            <ac:spMk id="4" creationId="{12DEC841-A29A-4EB9-8C03-6AF7348C59F1}"/>
          </ac:spMkLst>
        </pc:spChg>
        <pc:spChg chg="add mod">
          <ac:chgData name="Zonghua Gu" userId="9a7e1853e1951ef5" providerId="LiveId" clId="{CF1FAA12-072C-4ED5-BA76-0FFFAEFDB88A}" dt="2026-01-30T02:05:15.895" v="256"/>
          <ac:spMkLst>
            <pc:docMk/>
            <pc:sldMk cId="1660582021" sldId="1263"/>
            <ac:spMk id="7" creationId="{13E7623E-A2FB-7DF0-8900-8FF8EABCCEAC}"/>
          </ac:spMkLst>
        </pc:spChg>
        <pc:picChg chg="mod">
          <ac:chgData name="Zonghua Gu" userId="9a7e1853e1951ef5" providerId="LiveId" clId="{CF1FAA12-072C-4ED5-BA76-0FFFAEFDB88A}" dt="2026-01-30T02:05:22.660" v="258" actId="1076"/>
          <ac:picMkLst>
            <pc:docMk/>
            <pc:sldMk cId="1660582021" sldId="1263"/>
            <ac:picMk id="6" creationId="{DF20A3C5-C68E-4D7F-9BC3-42DE800C88DC}"/>
          </ac:picMkLst>
        </pc:picChg>
      </pc:sldChg>
      <pc:sldChg chg="modSp new del mod">
        <pc:chgData name="Zonghua Gu" userId="9a7e1853e1951ef5" providerId="LiveId" clId="{CF1FAA12-072C-4ED5-BA76-0FFFAEFDB88A}" dt="2026-01-30T02:14:01.754" v="340" actId="47"/>
        <pc:sldMkLst>
          <pc:docMk/>
          <pc:sldMk cId="3208675320" sldId="1264"/>
        </pc:sldMkLst>
        <pc:spChg chg="mod">
          <ac:chgData name="Zonghua Gu" userId="9a7e1853e1951ef5" providerId="LiveId" clId="{CF1FAA12-072C-4ED5-BA76-0FFFAEFDB88A}" dt="2026-01-30T01:57:13.245" v="48" actId="27636"/>
          <ac:spMkLst>
            <pc:docMk/>
            <pc:sldMk cId="3208675320" sldId="1264"/>
            <ac:spMk id="2" creationId="{350EABED-AC21-DB48-A90B-A2160B9D069E}"/>
          </ac:spMkLst>
        </pc:spChg>
      </pc:sldChg>
      <pc:sldChg chg="addSp delSp modSp new mod modNotes">
        <pc:chgData name="Zonghua Gu" userId="9a7e1853e1951ef5" providerId="LiveId" clId="{CF1FAA12-072C-4ED5-BA76-0FFFAEFDB88A}" dt="2026-01-30T02:12:05.260" v="339" actId="20577"/>
        <pc:sldMkLst>
          <pc:docMk/>
          <pc:sldMk cId="547263288" sldId="1265"/>
        </pc:sldMkLst>
        <pc:spChg chg="del mod">
          <ac:chgData name="Zonghua Gu" userId="9a7e1853e1951ef5" providerId="LiveId" clId="{CF1FAA12-072C-4ED5-BA76-0FFFAEFDB88A}" dt="2026-01-30T02:02:22.798" v="139" actId="478"/>
          <ac:spMkLst>
            <pc:docMk/>
            <pc:sldMk cId="547263288" sldId="1265"/>
            <ac:spMk id="2" creationId="{52A12F14-5988-6A1B-FA55-4A03309348EC}"/>
          </ac:spMkLst>
        </pc:spChg>
        <pc:spChg chg="mod">
          <ac:chgData name="Zonghua Gu" userId="9a7e1853e1951ef5" providerId="LiveId" clId="{CF1FAA12-072C-4ED5-BA76-0FFFAEFDB88A}" dt="2026-01-30T02:12:05.260" v="339" actId="20577"/>
          <ac:spMkLst>
            <pc:docMk/>
            <pc:sldMk cId="547263288" sldId="1265"/>
            <ac:spMk id="3" creationId="{AAF29413-F7B6-95BF-4926-E80D77CE1F99}"/>
          </ac:spMkLst>
        </pc:spChg>
        <pc:spChg chg="del">
          <ac:chgData name="Zonghua Gu" userId="9a7e1853e1951ef5" providerId="LiveId" clId="{CF1FAA12-072C-4ED5-BA76-0FFFAEFDB88A}" dt="2026-01-30T01:59:50.305" v="88" actId="478"/>
          <ac:spMkLst>
            <pc:docMk/>
            <pc:sldMk cId="547263288" sldId="1265"/>
            <ac:spMk id="4" creationId="{6CB56154-6C17-8163-CA8F-2CF2783B8F35}"/>
          </ac:spMkLst>
        </pc:spChg>
        <pc:spChg chg="add del mod">
          <ac:chgData name="Zonghua Gu" userId="9a7e1853e1951ef5" providerId="LiveId" clId="{CF1FAA12-072C-4ED5-BA76-0FFFAEFDB88A}" dt="2026-01-30T02:11:50.202" v="335" actId="478"/>
          <ac:spMkLst>
            <pc:docMk/>
            <pc:sldMk cId="547263288" sldId="1265"/>
            <ac:spMk id="5" creationId="{531B68C6-BFFD-3179-2A95-0846E0CD0311}"/>
          </ac:spMkLst>
        </pc:spChg>
        <pc:spChg chg="add del mod">
          <ac:chgData name="Zonghua Gu" userId="9a7e1853e1951ef5" providerId="LiveId" clId="{CF1FAA12-072C-4ED5-BA76-0FFFAEFDB88A}" dt="2026-01-30T02:02:24.786" v="141" actId="478"/>
          <ac:spMkLst>
            <pc:docMk/>
            <pc:sldMk cId="547263288" sldId="1265"/>
            <ac:spMk id="7" creationId="{2643D1DE-05D0-168C-08DB-01FA1A13483A}"/>
          </ac:spMkLst>
        </pc:spChg>
        <pc:spChg chg="add mod">
          <ac:chgData name="Zonghua Gu" userId="9a7e1853e1951ef5" providerId="LiveId" clId="{CF1FAA12-072C-4ED5-BA76-0FFFAEFDB88A}" dt="2026-01-30T02:02:30.905" v="147" actId="14100"/>
          <ac:spMkLst>
            <pc:docMk/>
            <pc:sldMk cId="547263288" sldId="1265"/>
            <ac:spMk id="8" creationId="{57B04D29-7352-8C5B-7844-EF4BA6701978}"/>
          </ac:spMkLst>
        </pc:spChg>
      </pc:sldChg>
      <pc:sldChg chg="addSp delSp modSp add mod">
        <pc:chgData name="Zonghua Gu" userId="9a7e1853e1951ef5" providerId="LiveId" clId="{CF1FAA12-072C-4ED5-BA76-0FFFAEFDB88A}" dt="2026-01-30T02:09:56.091" v="300" actId="27636"/>
        <pc:sldMkLst>
          <pc:docMk/>
          <pc:sldMk cId="1519989677" sldId="1266"/>
        </pc:sldMkLst>
        <pc:spChg chg="add">
          <ac:chgData name="Zonghua Gu" userId="9a7e1853e1951ef5" providerId="LiveId" clId="{CF1FAA12-072C-4ED5-BA76-0FFFAEFDB88A}" dt="2026-01-30T02:06:05.146" v="268"/>
          <ac:spMkLst>
            <pc:docMk/>
            <pc:sldMk cId="1519989677" sldId="1266"/>
            <ac:spMk id="2" creationId="{32F46B07-6072-95C2-CA2B-B854CF12F3D2}"/>
          </ac:spMkLst>
        </pc:spChg>
        <pc:spChg chg="del mod">
          <ac:chgData name="Zonghua Gu" userId="9a7e1853e1951ef5" providerId="LiveId" clId="{CF1FAA12-072C-4ED5-BA76-0FFFAEFDB88A}" dt="2026-01-30T02:07:11.551" v="292" actId="478"/>
          <ac:spMkLst>
            <pc:docMk/>
            <pc:sldMk cId="1519989677" sldId="1266"/>
            <ac:spMk id="3" creationId="{E54AB79D-1F6D-E649-C730-EF792723F4C9}"/>
          </ac:spMkLst>
        </pc:spChg>
        <pc:spChg chg="add">
          <ac:chgData name="Zonghua Gu" userId="9a7e1853e1951ef5" providerId="LiveId" clId="{CF1FAA12-072C-4ED5-BA76-0FFFAEFDB88A}" dt="2026-01-30T02:06:10.300" v="274"/>
          <ac:spMkLst>
            <pc:docMk/>
            <pc:sldMk cId="1519989677" sldId="1266"/>
            <ac:spMk id="4" creationId="{2252E98A-E5CF-B4A0-C55F-72EA8E57A9AC}"/>
          </ac:spMkLst>
        </pc:spChg>
        <pc:spChg chg="mod">
          <ac:chgData name="Zonghua Gu" userId="9a7e1853e1951ef5" providerId="LiveId" clId="{CF1FAA12-072C-4ED5-BA76-0FFFAEFDB88A}" dt="2026-01-30T02:09:56.091" v="300" actId="27636"/>
          <ac:spMkLst>
            <pc:docMk/>
            <pc:sldMk cId="1519989677" sldId="1266"/>
            <ac:spMk id="5" creationId="{E81B0F1B-178E-A3B4-B3D2-DD0E379F8F84}"/>
          </ac:spMkLst>
        </pc:spChg>
        <pc:spChg chg="add">
          <ac:chgData name="Zonghua Gu" userId="9a7e1853e1951ef5" providerId="LiveId" clId="{CF1FAA12-072C-4ED5-BA76-0FFFAEFDB88A}" dt="2026-01-30T02:06:23.964" v="277"/>
          <ac:spMkLst>
            <pc:docMk/>
            <pc:sldMk cId="1519989677" sldId="1266"/>
            <ac:spMk id="6" creationId="{A92ED87E-2148-A9C7-125B-C2B5CC1ACCC8}"/>
          </ac:spMkLst>
        </pc:spChg>
        <pc:spChg chg="add del mod">
          <ac:chgData name="Zonghua Gu" userId="9a7e1853e1951ef5" providerId="LiveId" clId="{CF1FAA12-072C-4ED5-BA76-0FFFAEFDB88A}" dt="2026-01-30T02:08:46.731" v="294" actId="478"/>
          <ac:spMkLst>
            <pc:docMk/>
            <pc:sldMk cId="1519989677" sldId="1266"/>
            <ac:spMk id="9" creationId="{2CEBB505-7C7F-0132-5A2E-70DEB47F8ECF}"/>
          </ac:spMkLst>
        </pc:spChg>
      </pc:sldChg>
      <pc:sldChg chg="addSp delSp modSp new del mod">
        <pc:chgData name="Zonghua Gu" userId="9a7e1853e1951ef5" providerId="LiveId" clId="{CF1FAA12-072C-4ED5-BA76-0FFFAEFDB88A}" dt="2026-01-30T02:08:51.449" v="295" actId="47"/>
        <pc:sldMkLst>
          <pc:docMk/>
          <pc:sldMk cId="3572010372" sldId="1267"/>
        </pc:sldMkLst>
        <pc:spChg chg="mod">
          <ac:chgData name="Zonghua Gu" userId="9a7e1853e1951ef5" providerId="LiveId" clId="{CF1FAA12-072C-4ED5-BA76-0FFFAEFDB88A}" dt="2026-01-30T02:06:30.635" v="282" actId="27636"/>
          <ac:spMkLst>
            <pc:docMk/>
            <pc:sldMk cId="3572010372" sldId="1267"/>
            <ac:spMk id="2" creationId="{4F82ABBB-5119-0030-1291-7BCC2B1D7816}"/>
          </ac:spMkLst>
        </pc:spChg>
        <pc:spChg chg="add del mod">
          <ac:chgData name="Zonghua Gu" userId="9a7e1853e1951ef5" providerId="LiveId" clId="{CF1FAA12-072C-4ED5-BA76-0FFFAEFDB88A}" dt="2026-01-30T02:06:48.941" v="285" actId="21"/>
          <ac:spMkLst>
            <pc:docMk/>
            <pc:sldMk cId="3572010372" sldId="1267"/>
            <ac:spMk id="3" creationId="{CA3E53C2-4844-3FF2-CA85-EC4C0A0FA264}"/>
          </ac:spMkLst>
        </pc:spChg>
        <pc:spChg chg="add mod">
          <ac:chgData name="Zonghua Gu" userId="9a7e1853e1951ef5" providerId="LiveId" clId="{CF1FAA12-072C-4ED5-BA76-0FFFAEFDB88A}" dt="2026-01-30T02:06:30.602" v="281"/>
          <ac:spMkLst>
            <pc:docMk/>
            <pc:sldMk cId="3572010372" sldId="1267"/>
            <ac:spMk id="5" creationId="{D29273D3-6711-26DF-E974-BA7412969180}"/>
          </ac:spMkLst>
        </pc:spChg>
      </pc:sldChg>
      <pc:sldMasterChg chg="delSldLayout">
        <pc:chgData name="Zonghua Gu" userId="9a7e1853e1951ef5" providerId="LiveId" clId="{CF1FAA12-072C-4ED5-BA76-0FFFAEFDB88A}" dt="2026-01-30T01:51:02.624" v="1" actId="47"/>
        <pc:sldMasterMkLst>
          <pc:docMk/>
          <pc:sldMasterMk cId="0" sldId="2147483670"/>
        </pc:sldMasterMkLst>
        <pc:sldLayoutChg chg="del">
          <pc:chgData name="Zonghua Gu" userId="9a7e1853e1951ef5" providerId="LiveId" clId="{CF1FAA12-072C-4ED5-BA76-0FFFAEFDB88A}" dt="2026-01-30T01:51:02.624" v="1" actId="47"/>
          <pc:sldLayoutMkLst>
            <pc:docMk/>
            <pc:sldMasterMk cId="0" sldId="2147483670"/>
            <pc:sldLayoutMk cId="0" sldId="2147483650"/>
          </pc:sldLayoutMkLst>
        </pc:sldLayoutChg>
        <pc:sldLayoutChg chg="del">
          <pc:chgData name="Zonghua Gu" userId="9a7e1853e1951ef5" providerId="LiveId" clId="{CF1FAA12-072C-4ED5-BA76-0FFFAEFDB88A}" dt="2026-01-30T01:51:02.624" v="1" actId="47"/>
          <pc:sldLayoutMkLst>
            <pc:docMk/>
            <pc:sldMasterMk cId="0" sldId="2147483670"/>
            <pc:sldLayoutMk cId="0" sldId="2147483658"/>
          </pc:sldLayoutMkLst>
        </pc:sldLayoutChg>
      </pc:sldMaster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5.33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6.29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7.146"/>
    </inkml:context>
    <inkml:brush xml:id="br0">
      <inkml:brushProperty name="width" value="0.05" units="cm"/>
      <inkml:brushProperty name="height" value="0.05" units="cm"/>
      <inkml:brushProperty name="ignorePressure" value="1"/>
    </inkml:brush>
  </inkml:definitions>
  <inkml:trace contextRef="#ctx0" brushRef="#br0">0 0,'0'0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21T23:16:08.010"/>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2efe69fe1a6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 name="Google Shape;165;g2efe69fe1a6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here's the outline we're going</a:t>
            </a:r>
            <a:endParaRPr/>
          </a:p>
          <a:p>
            <a:pPr marL="0" lvl="0" indent="0" algn="l" rtl="0">
              <a:spcBef>
                <a:spcPts val="0"/>
              </a:spcBef>
              <a:spcAft>
                <a:spcPts val="0"/>
              </a:spcAft>
              <a:buNone/>
            </a:pPr>
            <a:r>
              <a:rPr lang="en"/>
              <a:t>38:16</a:t>
            </a:r>
            <a:endParaRPr/>
          </a:p>
          <a:p>
            <a:pPr marL="0" lvl="0" indent="0" algn="l" rtl="0">
              <a:spcBef>
                <a:spcPts val="0"/>
              </a:spcBef>
              <a:spcAft>
                <a:spcPts val="0"/>
              </a:spcAft>
              <a:buNone/>
            </a:pPr>
            <a:r>
              <a:rPr lang="en"/>
              <a:t>to start by talking about links in a lot of detail think about how you measure the performance of links what makes a</a:t>
            </a:r>
            <a:endParaRPr/>
          </a:p>
          <a:p>
            <a:pPr marL="0" lvl="0" indent="0" algn="l" rtl="0">
              <a:spcBef>
                <a:spcPts val="0"/>
              </a:spcBef>
              <a:spcAft>
                <a:spcPts val="0"/>
              </a:spcAft>
              <a:buNone/>
            </a:pPr>
            <a:r>
              <a:rPr lang="en"/>
              <a:t>38:21</a:t>
            </a:r>
            <a:endParaRPr/>
          </a:p>
          <a:p>
            <a:pPr marL="0" lvl="0" indent="0" algn="l" rtl="0">
              <a:spcBef>
                <a:spcPts val="0"/>
              </a:spcBef>
              <a:spcAft>
                <a:spcPts val="0"/>
              </a:spcAft>
              <a:buNone/>
            </a:pPr>
            <a:r>
              <a:rPr lang="en"/>
              <a:t>link good what makes a link bad what are the trade-offs we'll talk about what happens if links get overloaded and then</a:t>
            </a:r>
            <a:endParaRPr/>
          </a:p>
          <a:p>
            <a:pPr marL="0" lvl="0" indent="0" algn="l" rtl="0">
              <a:spcBef>
                <a:spcPts val="0"/>
              </a:spcBef>
              <a:spcAft>
                <a:spcPts val="0"/>
              </a:spcAft>
              <a:buNone/>
            </a:pPr>
            <a:r>
              <a:rPr lang="en"/>
              <a:t>38:27</a:t>
            </a:r>
            <a:endParaRPr/>
          </a:p>
          <a:p>
            <a:pPr marL="0" lvl="0" indent="0" algn="l" rtl="0">
              <a:spcBef>
                <a:spcPts val="0"/>
              </a:spcBef>
              <a:spcAft>
                <a:spcPts val="0"/>
              </a:spcAft>
              <a:buNone/>
            </a:pPr>
            <a:r>
              <a:rPr lang="en"/>
              <a:t>the very end now that we finished all of the introduction I can actually give you a preview of all the topics you're going</a:t>
            </a:r>
            <a:endParaRPr/>
          </a:p>
          <a:p>
            <a:pPr marL="0" lvl="0" indent="0" algn="l" rtl="0">
              <a:spcBef>
                <a:spcPts val="0"/>
              </a:spcBef>
              <a:spcAft>
                <a:spcPts val="0"/>
              </a:spcAft>
              <a:buNone/>
            </a:pPr>
            <a:r>
              <a:rPr lang="en"/>
              <a:t>38:33</a:t>
            </a:r>
            <a:endParaRPr/>
          </a:p>
          <a:p>
            <a:pPr marL="0" lvl="0" indent="0" algn="l" rtl="0">
              <a:spcBef>
                <a:spcPts val="0"/>
              </a:spcBef>
              <a:spcAft>
                <a:spcPts val="0"/>
              </a:spcAft>
              <a:buNone/>
            </a:pPr>
            <a:r>
              <a:rPr lang="en"/>
              <a:t>to see in a lot more detail so these three sets of lectures have really been about giving you a highlevel 10,000 foot</a:t>
            </a:r>
            <a:endParaRPr/>
          </a:p>
          <a:p>
            <a:pPr marL="0" lvl="0" indent="0" algn="l" rtl="0">
              <a:spcBef>
                <a:spcPts val="0"/>
              </a:spcBef>
              <a:spcAft>
                <a:spcPts val="0"/>
              </a:spcAft>
              <a:buNone/>
            </a:pPr>
            <a:r>
              <a:rPr lang="en"/>
              <a:t>38:39</a:t>
            </a:r>
            <a:endParaRPr/>
          </a:p>
          <a:p>
            <a:pPr marL="0" lvl="0" indent="0" algn="l" rtl="0">
              <a:spcBef>
                <a:spcPts val="0"/>
              </a:spcBef>
              <a:spcAft>
                <a:spcPts val="0"/>
              </a:spcAft>
              <a:buNone/>
            </a:pPr>
            <a:r>
              <a:rPr lang="en"/>
              <a:t>picture of what you're going to see this semester and then at the very end I'll show you the exact places where we'll be</a:t>
            </a:r>
            <a:endParaRPr/>
          </a:p>
          <a:p>
            <a:pPr marL="0" lvl="0" indent="0" algn="l" rtl="0">
              <a:spcBef>
                <a:spcPts val="0"/>
              </a:spcBef>
              <a:spcAft>
                <a:spcPts val="0"/>
              </a:spcAft>
              <a:buNone/>
            </a:pPr>
            <a:r>
              <a:rPr lang="en"/>
              <a:t>38:45</a:t>
            </a:r>
            <a:endParaRPr/>
          </a:p>
          <a:p>
            <a:pPr marL="0" lvl="0" indent="0" algn="l" rtl="0">
              <a:spcBef>
                <a:spcPts val="0"/>
              </a:spcBef>
              <a:spcAft>
                <a:spcPts val="0"/>
              </a:spcAft>
              <a:buNone/>
            </a:pPr>
            <a:r>
              <a:rPr lang="en"/>
              <a:t>really diving in and talking about things in lots more detail but before we get there let's not get ahead of</a:t>
            </a:r>
            <a:endParaRPr/>
          </a:p>
          <a:p>
            <a:pPr marL="0" lvl="0" indent="0" algn="l" rtl="0">
              <a:spcBef>
                <a:spcPts val="0"/>
              </a:spcBef>
              <a:spcAft>
                <a:spcPts val="0"/>
              </a:spcAft>
              <a:buNone/>
            </a:pPr>
            <a:r>
              <a:rPr lang="en"/>
              <a:t>38:50</a:t>
            </a:r>
            <a:endParaRPr/>
          </a:p>
          <a:p>
            <a:pPr marL="0" lvl="0" indent="0" algn="l" rtl="0">
              <a:spcBef>
                <a:spcPts val="0"/>
              </a:spcBef>
              <a:spcAft>
                <a:spcPts val="0"/>
              </a:spcAft>
              <a:buNone/>
            </a:pPr>
            <a:r>
              <a:rPr lang="en"/>
              <a:t>ourselves let's start with talking about links and how to measure their performanc</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264319" indent="-221456" defTabSz="685800">
              <a:spcBef>
                <a:spcPts val="450"/>
              </a:spcBef>
              <a:buNone/>
              <a:defRPr/>
            </a:pPr>
            <a:r>
              <a:rPr lang="en-US" sz="1400" i="1" dirty="0" err="1">
                <a:solidFill>
                  <a:srgbClr val="CC0000"/>
                </a:solidFill>
                <a:latin typeface="Calibri" panose="020F0502020204030204"/>
              </a:rPr>
              <a:t>d</a:t>
            </a:r>
            <a:r>
              <a:rPr lang="en-US" sz="1400" baseline="-25000" dirty="0" err="1">
                <a:solidFill>
                  <a:srgbClr val="CC0000"/>
                </a:solidFill>
                <a:latin typeface="Calibri" panose="020F0502020204030204"/>
              </a:rPr>
              <a:t>proc</a:t>
            </a:r>
            <a:r>
              <a:rPr lang="en-US" sz="1400" dirty="0">
                <a:solidFill>
                  <a:srgbClr val="CC0000"/>
                </a:solidFill>
                <a:latin typeface="Calibri" panose="020F0502020204030204"/>
              </a:rPr>
              <a:t>: nodal processing</a:t>
            </a:r>
            <a:r>
              <a:rPr lang="en-US" sz="1400" dirty="0">
                <a:solidFill>
                  <a:prstClr val="black"/>
                </a:solidFill>
                <a:latin typeface="Calibri" panose="020F0502020204030204"/>
              </a:rPr>
              <a:t> </a:t>
            </a:r>
          </a:p>
          <a:p>
            <a:pPr marL="261938" indent="-175022" defTabSz="685800">
              <a:spcBef>
                <a:spcPts val="450"/>
              </a:spcBef>
              <a:buFont typeface="Wingdings" charset="0"/>
              <a:buChar char="§"/>
              <a:defRPr/>
            </a:pPr>
            <a:r>
              <a:rPr lang="en-US" sz="1100" dirty="0">
                <a:solidFill>
                  <a:prstClr val="black"/>
                </a:solidFill>
                <a:latin typeface="Calibri" panose="020F0502020204030204"/>
              </a:rPr>
              <a:t>check bit errors</a:t>
            </a:r>
          </a:p>
          <a:p>
            <a:pPr marL="261938" indent="-175022" defTabSz="685800">
              <a:spcBef>
                <a:spcPts val="450"/>
              </a:spcBef>
              <a:buFont typeface="Wingdings" charset="0"/>
              <a:buChar char="§"/>
              <a:defRPr/>
            </a:pPr>
            <a:r>
              <a:rPr lang="en-US" sz="1100" dirty="0">
                <a:solidFill>
                  <a:prstClr val="black"/>
                </a:solidFill>
                <a:latin typeface="Calibri" panose="020F0502020204030204"/>
              </a:rPr>
              <a:t>determine output link</a:t>
            </a:r>
            <a:r>
              <a:rPr kumimoji="0" lang="en-US" sz="1100" b="0" i="0" u="none" strike="noStrike" kern="1200" cap="none" spc="0" normalizeH="0" baseline="0" noProof="0" dirty="0">
                <a:ln>
                  <a:noFill/>
                </a:ln>
                <a:solidFill>
                  <a:srgbClr val="CC0000"/>
                </a:solidFill>
                <a:effectLst/>
                <a:uLnTx/>
                <a:uFillTx/>
                <a:latin typeface="Calibri" panose="020F0502020204030204"/>
                <a:ea typeface="Arial"/>
                <a:cs typeface="Arial"/>
                <a:sym typeface="Arial"/>
              </a:rPr>
              <a:t>nodal processing</a:t>
            </a:r>
            <a:r>
              <a:rPr kumimoji="0" lang="en-US" sz="1100" b="0" i="0" u="none" strike="noStrike" kern="1200" cap="none" spc="0" normalizeH="0" baseline="0" noProof="0" dirty="0">
                <a:ln>
                  <a:noFill/>
                </a:ln>
                <a:solidFill>
                  <a:prstClr val="black"/>
                </a:solidFill>
                <a:effectLst/>
                <a:uLnTx/>
                <a:uFillTx/>
                <a:latin typeface="Calibri" panose="020F0502020204030204"/>
                <a:ea typeface="Arial"/>
                <a:cs typeface="Arial"/>
                <a:sym typeface="Arial"/>
              </a:rPr>
              <a:t> </a:t>
            </a:r>
            <a:endParaRPr lang="en-US" sz="1100" dirty="0">
              <a:solidFill>
                <a:prstClr val="black"/>
              </a:solidFill>
              <a:latin typeface="Calibri" panose="020F0502020204030204"/>
            </a:endParaRPr>
          </a:p>
          <a:p>
            <a:pPr marL="261938" indent="-175022" defTabSz="685800">
              <a:spcBef>
                <a:spcPts val="450"/>
              </a:spcBef>
              <a:buFont typeface="Wingdings" charset="0"/>
              <a:buChar char="§"/>
              <a:defRPr/>
            </a:pPr>
            <a:r>
              <a:rPr lang="en-US" sz="1100" dirty="0">
                <a:solidFill>
                  <a:prstClr val="black"/>
                </a:solidFill>
                <a:latin typeface="Calibri" panose="020F0502020204030204"/>
              </a:rPr>
              <a:t>typically &lt; microsecs</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D91EEAC-CFEF-9647-876F-EABC6B8338D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917502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Each link has transmission delay 1000 bits/1 Mbps = 1ms. So each link has total delay of transmission + propagation = 1+1=2 </a:t>
            </a:r>
            <a:r>
              <a:rPr lang="en-US" dirty="0" err="1"/>
              <a:t>ms.</a:t>
            </a:r>
            <a:endParaRPr lang="en-US" dirty="0"/>
          </a:p>
          <a:p>
            <a:r>
              <a:rPr lang="en-US" dirty="0"/>
              <a:t>For the three links, the total delay = 2 + 2 + 2 = 6 </a:t>
            </a:r>
            <a:r>
              <a:rPr lang="en-US" dirty="0" err="1"/>
              <a:t>ms.</a:t>
            </a:r>
            <a:r>
              <a:rPr lang="en-US" dirty="0"/>
              <a:t> `</a:t>
            </a:r>
          </a:p>
          <a:p>
            <a:endParaRPr lang="en-US" dirty="0"/>
          </a:p>
        </p:txBody>
      </p:sp>
    </p:spTree>
    <p:extLst>
      <p:ext uri="{BB962C8B-B14F-4D97-AF65-F5344CB8AC3E}">
        <p14:creationId xmlns:p14="http://schemas.microsoft.com/office/powerpoint/2010/main" val="10314698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5CE25-3C64-269B-682C-2F157F7F71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112ACE-4700-456F-7A92-38115258EB38}"/>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224E7CA-097C-86E0-BC7F-831AEDD644E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109985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ANS: If all packets are 20,000 bits long it takes 200 us to send the packet over the 100Mbps link, 400 </a:t>
            </a:r>
            <a:r>
              <a:rPr lang="en-US" dirty="0" err="1"/>
              <a:t>usec</a:t>
            </a:r>
            <a:r>
              <a:rPr lang="en-US" dirty="0"/>
              <a:t> to send over the 50Mbps link, and 20 us to send over the 1Gbps link. Sum of the three-link transmission is 620 us = 0.62 </a:t>
            </a:r>
            <a:r>
              <a:rPr lang="en-US" dirty="0" err="1"/>
              <a:t>ms.</a:t>
            </a:r>
            <a:r>
              <a:rPr lang="en-US" dirty="0"/>
              <a:t> Thus, the total end-to-end delay is 250 + 0.62 = 250.62 </a:t>
            </a:r>
            <a:r>
              <a:rPr lang="en-US" dirty="0" err="1"/>
              <a:t>ms.</a:t>
            </a:r>
            <a:endParaRPr lang="en-US" dirty="0"/>
          </a:p>
          <a:p>
            <a:r>
              <a:rPr lang="en-US" dirty="0"/>
              <a:t>(Detailed calculations shown on the right.)</a:t>
            </a:r>
          </a:p>
          <a:p>
            <a:endParaRPr lang="en-US" dirty="0"/>
          </a:p>
        </p:txBody>
      </p:sp>
    </p:spTree>
    <p:extLst>
      <p:ext uri="{BB962C8B-B14F-4D97-AF65-F5344CB8AC3E}">
        <p14:creationId xmlns:p14="http://schemas.microsoft.com/office/powerpoint/2010/main" val="40284320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3300">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6914712" y="4832317"/>
            <a:ext cx="2057400" cy="273844"/>
          </a:xfrm>
          <a:prstGeom prst="rect">
            <a:avLst/>
          </a:prstGeom>
        </p:spPr>
        <p:txBody>
          <a:bodyPr vert="horz" lIns="91440" tIns="45720" rIns="91440" bIns="45720" rtlCol="0" anchor="ctr"/>
          <a:lstStyle>
            <a:lvl1pPr algn="r">
              <a:defRPr sz="825">
                <a:solidFill>
                  <a:schemeClr val="bg1">
                    <a:lumMod val="50000"/>
                  </a:schemeClr>
                </a:solidFill>
              </a:defRPr>
            </a:lvl1pPr>
          </a:lstStyle>
          <a:p>
            <a:r>
              <a:rPr lang="en-US" dirty="0"/>
              <a:t>Introduction: 1-</a:t>
            </a:r>
            <a:fld id="{C4204591-24BD-A542-B9D5-F8D8A88D2FEE}" type="slidenum">
              <a:rPr lang="en-US" smtClean="0"/>
              <a:pPr/>
              <a:t>‹#›</a:t>
            </a:fld>
            <a:endParaRPr lang="en-US" dirty="0"/>
          </a:p>
        </p:txBody>
      </p:sp>
    </p:spTree>
    <p:extLst>
      <p:ext uri="{BB962C8B-B14F-4D97-AF65-F5344CB8AC3E}">
        <p14:creationId xmlns:p14="http://schemas.microsoft.com/office/powerpoint/2010/main" val="11807941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 id="2147483668" r:id="rId18"/>
    <p:sldLayoutId id="2147483669" r:id="rId19"/>
    <p:sldLayoutId id="2147483671" r:id="rId2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0.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7.png"/><Relationship Id="rId2" Type="http://schemas.openxmlformats.org/officeDocument/2006/relationships/customXml" Target="../ink/ink1.xml"/><Relationship Id="rId1" Type="http://schemas.openxmlformats.org/officeDocument/2006/relationships/slideLayout" Target="../slideLayouts/slideLayout20.xml"/><Relationship Id="rId6" Type="http://schemas.openxmlformats.org/officeDocument/2006/relationships/customXml" Target="../ink/ink4.xml"/><Relationship Id="rId5" Type="http://schemas.openxmlformats.org/officeDocument/2006/relationships/customXml" Target="../ink/ink3.xml"/><Relationship Id="rId4" Type="http://schemas.openxmlformats.org/officeDocument/2006/relationships/customXml" Target="../ink/ink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dirty="0">
                <a:solidFill>
                  <a:schemeClr val="accent3"/>
                </a:solidFill>
                <a:latin typeface="Roboto"/>
                <a:ea typeface="Roboto"/>
                <a:cs typeface="Roboto"/>
                <a:sym typeface="Roboto"/>
              </a:rPr>
              <a:t>Links</a:t>
            </a:r>
            <a:endParaRPr b="1" dirty="0">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dirty="0">
                <a:solidFill>
                  <a:schemeClr val="accent3"/>
                </a:solidFill>
                <a:latin typeface="Roboto"/>
                <a:ea typeface="Roboto"/>
                <a:cs typeface="Roboto"/>
                <a:sym typeface="Roboto"/>
              </a:rPr>
              <a:t>Bandwidth and</a:t>
            </a:r>
            <a:br>
              <a:rPr lang="en" b="1" dirty="0">
                <a:solidFill>
                  <a:schemeClr val="accent3"/>
                </a:solidFill>
                <a:latin typeface="Roboto"/>
                <a:ea typeface="Roboto"/>
                <a:cs typeface="Roboto"/>
                <a:sym typeface="Roboto"/>
              </a:rPr>
            </a:br>
            <a:r>
              <a:rPr lang="en" b="1" dirty="0">
                <a:solidFill>
                  <a:schemeClr val="accent3"/>
                </a:solidFill>
                <a:latin typeface="Roboto"/>
                <a:ea typeface="Roboto"/>
                <a:cs typeface="Roboto"/>
                <a:sym typeface="Roboto"/>
              </a:rPr>
              <a:t>Propagation Delay</a:t>
            </a:r>
            <a:endParaRPr b="1" dirty="0">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b="1" dirty="0">
                <a:solidFill>
                  <a:schemeClr val="accent3"/>
                </a:solidFill>
                <a:latin typeface="Roboto"/>
                <a:ea typeface="Roboto"/>
                <a:cs typeface="Roboto"/>
              </a:rPr>
              <a:t>Pipe Diagrams</a:t>
            </a:r>
            <a:endParaRPr b="1" dirty="0">
              <a:solidFill>
                <a:schemeClr val="accent3"/>
              </a:solidFill>
              <a:latin typeface="Roboto"/>
              <a:ea typeface="Roboto"/>
              <a:cs typeface="Roboto"/>
            </a:endParaRPr>
          </a:p>
          <a:p>
            <a:pPr marL="457200" lvl="0" indent="-342900" algn="l" rtl="0">
              <a:spcBef>
                <a:spcPts val="0"/>
              </a:spcBef>
              <a:spcAft>
                <a:spcPts val="0"/>
              </a:spcAft>
              <a:buClr>
                <a:srgbClr val="B7B7B7"/>
              </a:buClr>
              <a:buSzPts val="1800"/>
              <a:buChar char="•"/>
            </a:pPr>
            <a:r>
              <a:rPr lang="en" b="1" dirty="0">
                <a:solidFill>
                  <a:schemeClr val="accent3"/>
                </a:solidFill>
                <a:latin typeface="Roboto"/>
                <a:ea typeface="Roboto"/>
                <a:cs typeface="Roboto"/>
              </a:rPr>
              <a:t>Overloaded Links</a:t>
            </a:r>
            <a:endParaRPr b="1" dirty="0">
              <a:solidFill>
                <a:schemeClr val="accent3"/>
              </a:solidFill>
              <a:latin typeface="Roboto"/>
              <a:ea typeface="Roboto"/>
              <a:cs typeface="Roboto"/>
            </a:endParaRPr>
          </a:p>
          <a:p>
            <a:pPr marL="0" lvl="0" indent="0" algn="l" rtl="0">
              <a:spcBef>
                <a:spcPts val="600"/>
              </a:spcBef>
              <a:spcAft>
                <a:spcPts val="0"/>
              </a:spcAft>
              <a:buNone/>
            </a:pPr>
            <a:r>
              <a:rPr lang="en" b="1" dirty="0">
                <a:solidFill>
                  <a:schemeClr val="accent3"/>
                </a:solidFill>
                <a:latin typeface="Roboto"/>
                <a:ea typeface="Roboto"/>
                <a:cs typeface="Roboto"/>
              </a:rPr>
              <a:t>Brief Preview of the Semester</a:t>
            </a:r>
            <a:endParaRPr b="1" dirty="0">
              <a:solidFill>
                <a:schemeClr val="accent3"/>
              </a:solidFill>
              <a:latin typeface="Roboto"/>
              <a:ea typeface="Roboto"/>
              <a:cs typeface="Roboto"/>
            </a:endParaRPr>
          </a:p>
        </p:txBody>
      </p:sp>
      <p:sp>
        <p:nvSpPr>
          <p:cNvPr id="168" name="Google Shape;168;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Bandwidth and Propagation Delay</a:t>
            </a:r>
            <a:br>
              <a:rPr lang="en" dirty="0"/>
            </a:br>
            <a:r>
              <a:rPr lang="en" dirty="0"/>
              <a:t>Exercises ANS</a:t>
            </a:r>
            <a:endParaRPr dirty="0"/>
          </a:p>
        </p:txBody>
      </p:sp>
      <p:sp>
        <p:nvSpPr>
          <p:cNvPr id="169" name="Google Shape;169;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dirty="0"/>
              <a:t>Lecture 3</a:t>
            </a:r>
            <a:r>
              <a:rPr lang="en"/>
              <a:t>, Spring </a:t>
            </a:r>
            <a:r>
              <a:rPr lang="en" dirty="0"/>
              <a:t>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5" name="Group 134">
            <a:extLst>
              <a:ext uri="{FF2B5EF4-FFF2-40B4-BE49-F238E27FC236}">
                <a16:creationId xmlns:a16="http://schemas.microsoft.com/office/drawing/2014/main" id="{3AD72523-4228-9C47-B195-4AAF96A160BD}"/>
              </a:ext>
            </a:extLst>
          </p:cNvPr>
          <p:cNvGrpSpPr/>
          <p:nvPr/>
        </p:nvGrpSpPr>
        <p:grpSpPr>
          <a:xfrm>
            <a:off x="3471949" y="1126138"/>
            <a:ext cx="1133514" cy="647753"/>
            <a:chOff x="7493876" y="2774731"/>
            <a:chExt cx="1481958" cy="894622"/>
          </a:xfrm>
        </p:grpSpPr>
        <p:sp>
          <p:nvSpPr>
            <p:cNvPr id="136" name="Freeform 135">
              <a:extLst>
                <a:ext uri="{FF2B5EF4-FFF2-40B4-BE49-F238E27FC236}">
                  <a16:creationId xmlns:a16="http://schemas.microsoft.com/office/drawing/2014/main" id="{9FB9E0EF-9063-B545-BC2B-062A0488CC72}"/>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sp>
          <p:nvSpPr>
            <p:cNvPr id="137" name="Oval 136">
              <a:extLst>
                <a:ext uri="{FF2B5EF4-FFF2-40B4-BE49-F238E27FC236}">
                  <a16:creationId xmlns:a16="http://schemas.microsoft.com/office/drawing/2014/main" id="{B0BF60BF-9AF2-D948-8319-1FF102BC7D3E}"/>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grpSp>
          <p:nvGrpSpPr>
            <p:cNvPr id="138" name="Group 137">
              <a:extLst>
                <a:ext uri="{FF2B5EF4-FFF2-40B4-BE49-F238E27FC236}">
                  <a16:creationId xmlns:a16="http://schemas.microsoft.com/office/drawing/2014/main" id="{B32B55C6-F759-234F-8CF0-5FB387F35BC4}"/>
                </a:ext>
              </a:extLst>
            </p:cNvPr>
            <p:cNvGrpSpPr/>
            <p:nvPr/>
          </p:nvGrpSpPr>
          <p:grpSpPr>
            <a:xfrm>
              <a:off x="7713663" y="2848339"/>
              <a:ext cx="1042107" cy="425543"/>
              <a:chOff x="7786941" y="2884917"/>
              <a:chExt cx="897649" cy="353919"/>
            </a:xfrm>
          </p:grpSpPr>
          <p:sp>
            <p:nvSpPr>
              <p:cNvPr id="139" name="Freeform 138">
                <a:extLst>
                  <a:ext uri="{FF2B5EF4-FFF2-40B4-BE49-F238E27FC236}">
                    <a16:creationId xmlns:a16="http://schemas.microsoft.com/office/drawing/2014/main" id="{B1153D6F-A3DF-7246-9629-9228753ADE50}"/>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0" name="Freeform 139">
                <a:extLst>
                  <a:ext uri="{FF2B5EF4-FFF2-40B4-BE49-F238E27FC236}">
                    <a16:creationId xmlns:a16="http://schemas.microsoft.com/office/drawing/2014/main" id="{1C55D52C-AF37-4949-9428-203518D525C3}"/>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1" name="Freeform 140">
                <a:extLst>
                  <a:ext uri="{FF2B5EF4-FFF2-40B4-BE49-F238E27FC236}">
                    <a16:creationId xmlns:a16="http://schemas.microsoft.com/office/drawing/2014/main" id="{58904F43-F0C7-374E-ADE8-8A024A66279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42" name="Freeform 141">
                <a:extLst>
                  <a:ext uri="{FF2B5EF4-FFF2-40B4-BE49-F238E27FC236}">
                    <a16:creationId xmlns:a16="http://schemas.microsoft.com/office/drawing/2014/main" id="{874597C3-FAA4-A147-A86C-C5108827045C}"/>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grpSp>
      </p:grpSp>
      <p:sp>
        <p:nvSpPr>
          <p:cNvPr id="2" name="Title 1">
            <a:extLst>
              <a:ext uri="{FF2B5EF4-FFF2-40B4-BE49-F238E27FC236}">
                <a16:creationId xmlns:a16="http://schemas.microsoft.com/office/drawing/2014/main" id="{3B8CD900-19EC-824C-BF74-AADFBF5A172E}"/>
              </a:ext>
            </a:extLst>
          </p:cNvPr>
          <p:cNvSpPr>
            <a:spLocks noGrp="1"/>
          </p:cNvSpPr>
          <p:nvPr>
            <p:ph type="title"/>
          </p:nvPr>
        </p:nvSpPr>
        <p:spPr>
          <a:xfrm>
            <a:off x="618950" y="218960"/>
            <a:ext cx="7886700" cy="670967"/>
          </a:xfrm>
        </p:spPr>
        <p:txBody>
          <a:bodyPr>
            <a:normAutofit fontScale="90000"/>
          </a:bodyPr>
          <a:lstStyle/>
          <a:p>
            <a:r>
              <a:rPr lang="en-US" dirty="0">
                <a:ea typeface="ＭＳ Ｐゴシック" panose="020B0600070205080204" pitchFamily="34" charset="-128"/>
              </a:rPr>
              <a:t>Packet delay: four sources</a:t>
            </a:r>
            <a:endParaRPr lang="en-US" dirty="0"/>
          </a:p>
        </p:txBody>
      </p:sp>
      <p:sp>
        <p:nvSpPr>
          <p:cNvPr id="58" name="Rectangle 4">
            <a:extLst>
              <a:ext uri="{FF2B5EF4-FFF2-40B4-BE49-F238E27FC236}">
                <a16:creationId xmlns:a16="http://schemas.microsoft.com/office/drawing/2014/main" id="{AC2D03E9-7C61-0A43-A247-276B596B9942}"/>
              </a:ext>
            </a:extLst>
          </p:cNvPr>
          <p:cNvSpPr txBox="1">
            <a:spLocks noChangeArrowheads="1"/>
          </p:cNvSpPr>
          <p:nvPr/>
        </p:nvSpPr>
        <p:spPr>
          <a:xfrm>
            <a:off x="663961" y="3321886"/>
            <a:ext cx="2857500" cy="1379696"/>
          </a:xfrm>
          <a:prstGeom prst="rect">
            <a:avLst/>
          </a:prstGeom>
        </p:spPr>
        <p:txBody>
          <a:bodyPr vert="horz" lIns="68580" tIns="34290" rIns="68580" bIns="34290" rtlCol="0">
            <a:noAutofit/>
          </a:bodyPr>
          <a:lstStyle>
            <a:lvl1pPr marL="352425" indent="-222250" algn="l" defTabSz="914400" rtl="0" eaLnBrk="1" latinLnBrk="0" hangingPunct="1">
              <a:lnSpc>
                <a:spcPct val="90000"/>
              </a:lnSpc>
              <a:spcBef>
                <a:spcPts val="1000"/>
              </a:spcBef>
              <a:buClr>
                <a:srgbClr val="0000A3"/>
              </a:buClr>
              <a:buFont typeface="Wingdings" pitchFamily="2" charset="2"/>
              <a:buChar char="§"/>
              <a:tabLst/>
              <a:defRPr sz="2800" kern="1200">
                <a:solidFill>
                  <a:schemeClr val="tx1"/>
                </a:solidFill>
                <a:latin typeface="+mn-lt"/>
                <a:ea typeface="+mn-ea"/>
                <a:cs typeface="+mn-cs"/>
              </a:defRPr>
            </a:lvl1pPr>
            <a:lvl2pPr marL="695325" indent="-231775" algn="l" defTabSz="914400" rtl="0" eaLnBrk="1" latinLnBrk="0" hangingPunct="1">
              <a:lnSpc>
                <a:spcPct val="90000"/>
              </a:lnSpc>
              <a:spcBef>
                <a:spcPts val="500"/>
              </a:spcBef>
              <a:buClr>
                <a:srgbClr val="0000A8"/>
              </a:buClr>
              <a:buFont typeface="Arial" panose="020B0604020202020204" pitchFamily="34" charset="0"/>
              <a:buChar char="•"/>
              <a:tabLst/>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64319" indent="-221456" defTabSz="685800">
              <a:spcBef>
                <a:spcPts val="450"/>
              </a:spcBef>
              <a:buNone/>
              <a:defRPr/>
            </a:pPr>
            <a:endParaRPr lang="en-US" sz="1800" dirty="0">
              <a:solidFill>
                <a:prstClr val="black"/>
              </a:solidFill>
              <a:latin typeface="Calibri" panose="020F0502020204030204"/>
            </a:endParaRPr>
          </a:p>
        </p:txBody>
      </p:sp>
      <p:sp>
        <p:nvSpPr>
          <p:cNvPr id="75" name="Rectangle 58">
            <a:extLst>
              <a:ext uri="{FF2B5EF4-FFF2-40B4-BE49-F238E27FC236}">
                <a16:creationId xmlns:a16="http://schemas.microsoft.com/office/drawing/2014/main" id="{9033E5DB-6EA3-CE4C-B1A8-C9C804BDCB3F}"/>
              </a:ext>
            </a:extLst>
          </p:cNvPr>
          <p:cNvSpPr>
            <a:spLocks noChangeArrowheads="1"/>
          </p:cNvSpPr>
          <p:nvPr/>
        </p:nvSpPr>
        <p:spPr bwMode="auto">
          <a:xfrm>
            <a:off x="0" y="3112300"/>
            <a:ext cx="2605177" cy="10455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58366" indent="-258366" defTabSz="685800">
              <a:lnSpc>
                <a:spcPct val="90000"/>
              </a:lnSpc>
              <a:spcBef>
                <a:spcPts val="450"/>
              </a:spcBef>
              <a:buClr>
                <a:srgbClr val="3333CC"/>
              </a:buClr>
              <a:buSzPct val="85000"/>
              <a:defRPr/>
            </a:pPr>
            <a:r>
              <a:rPr lang="en-US" sz="1500" kern="1200" dirty="0">
                <a:solidFill>
                  <a:srgbClr val="FF0000"/>
                </a:solidFill>
                <a:latin typeface="Calibri" panose="020F0502020204030204"/>
                <a:ea typeface="ＭＳ Ｐゴシック" charset="0"/>
                <a:cs typeface="ＭＳ Ｐゴシック" charset="0"/>
              </a:rPr>
              <a:t> </a:t>
            </a:r>
            <a:r>
              <a:rPr lang="en-US" sz="2100" i="1" kern="1200" dirty="0" err="1">
                <a:solidFill>
                  <a:srgbClr val="CC0000"/>
                </a:solidFill>
                <a:latin typeface="Calibri" panose="020F0502020204030204"/>
                <a:ea typeface="ＭＳ Ｐゴシック" charset="0"/>
                <a:cs typeface="ＭＳ Ｐゴシック" charset="0"/>
              </a:rPr>
              <a:t>d</a:t>
            </a:r>
            <a:r>
              <a:rPr lang="en-US" sz="2100" kern="1200" baseline="-25000" dirty="0" err="1">
                <a:solidFill>
                  <a:srgbClr val="CC0000"/>
                </a:solidFill>
                <a:latin typeface="Calibri" panose="020F0502020204030204"/>
                <a:ea typeface="ＭＳ Ｐゴシック" charset="0"/>
                <a:cs typeface="ＭＳ Ｐゴシック" charset="0"/>
              </a:rPr>
              <a:t>q</a:t>
            </a:r>
            <a:r>
              <a:rPr lang="en-US" sz="2100" kern="1200" dirty="0">
                <a:solidFill>
                  <a:srgbClr val="CC0000"/>
                </a:solidFill>
                <a:latin typeface="Calibri" panose="020F0502020204030204"/>
                <a:ea typeface="ＭＳ Ｐゴシック" charset="0"/>
                <a:cs typeface="ＭＳ Ｐゴシック" charset="0"/>
              </a:rPr>
              <a:t>: queueing delay</a:t>
            </a:r>
          </a:p>
          <a:p>
            <a:pPr marL="173831" indent="-173831" defTabSz="685800">
              <a:lnSpc>
                <a:spcPct val="90000"/>
              </a:lnSpc>
              <a:spcBef>
                <a:spcPts val="450"/>
              </a:spcBef>
              <a:buClr>
                <a:srgbClr val="000099"/>
              </a:buClr>
              <a:buFont typeface="Wingdings" charset="0"/>
              <a:buChar char="§"/>
              <a:defRPr/>
            </a:pPr>
            <a:r>
              <a:rPr lang="en-US" sz="1800" kern="1200" dirty="0">
                <a:latin typeface="Calibri" panose="020F0502020204030204"/>
                <a:ea typeface="ＭＳ Ｐゴシック" charset="0"/>
                <a:cs typeface="ＭＳ Ｐゴシック" charset="0"/>
              </a:rPr>
              <a:t>time waiting at output link for transmission </a:t>
            </a:r>
          </a:p>
          <a:p>
            <a:pPr marL="173831" indent="-173831" defTabSz="685800">
              <a:lnSpc>
                <a:spcPct val="90000"/>
              </a:lnSpc>
              <a:spcBef>
                <a:spcPts val="450"/>
              </a:spcBef>
              <a:buClr>
                <a:srgbClr val="000099"/>
              </a:buClr>
              <a:buFont typeface="Wingdings" charset="0"/>
              <a:buChar char="§"/>
              <a:defRPr/>
            </a:pPr>
            <a:r>
              <a:rPr lang="en-US" sz="1800" kern="1200" dirty="0">
                <a:latin typeface="Calibri" panose="020F0502020204030204"/>
                <a:ea typeface="ＭＳ Ｐゴシック" charset="0"/>
                <a:cs typeface="ＭＳ Ｐゴシック" charset="0"/>
              </a:rPr>
              <a:t>depends on congestion level of router</a:t>
            </a:r>
          </a:p>
        </p:txBody>
      </p:sp>
      <p:sp>
        <p:nvSpPr>
          <p:cNvPr id="77" name="Line 24">
            <a:extLst>
              <a:ext uri="{FF2B5EF4-FFF2-40B4-BE49-F238E27FC236}">
                <a16:creationId xmlns:a16="http://schemas.microsoft.com/office/drawing/2014/main" id="{79DB8C95-768E-854F-9CEA-5533DCECBE17}"/>
              </a:ext>
            </a:extLst>
          </p:cNvPr>
          <p:cNvSpPr>
            <a:spLocks noChangeShapeType="1"/>
          </p:cNvSpPr>
          <p:nvPr/>
        </p:nvSpPr>
        <p:spPr bwMode="auto">
          <a:xfrm>
            <a:off x="2914385" y="1138147"/>
            <a:ext cx="556052" cy="2667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0" name="Rectangle 29">
            <a:extLst>
              <a:ext uri="{FF2B5EF4-FFF2-40B4-BE49-F238E27FC236}">
                <a16:creationId xmlns:a16="http://schemas.microsoft.com/office/drawing/2014/main" id="{9803C6B5-AE4A-F54B-86CB-D404B2A716C1}"/>
              </a:ext>
            </a:extLst>
          </p:cNvPr>
          <p:cNvSpPr>
            <a:spLocks noChangeArrowheads="1"/>
          </p:cNvSpPr>
          <p:nvPr/>
        </p:nvSpPr>
        <p:spPr bwMode="auto">
          <a:xfrm>
            <a:off x="5046909" y="1302454"/>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1" name="Rectangle 30">
            <a:extLst>
              <a:ext uri="{FF2B5EF4-FFF2-40B4-BE49-F238E27FC236}">
                <a16:creationId xmlns:a16="http://schemas.microsoft.com/office/drawing/2014/main" id="{2BFFBBBA-8F3E-7640-8D9F-E3A7047BB5BB}"/>
              </a:ext>
            </a:extLst>
          </p:cNvPr>
          <p:cNvSpPr>
            <a:spLocks noChangeArrowheads="1"/>
          </p:cNvSpPr>
          <p:nvPr/>
        </p:nvSpPr>
        <p:spPr bwMode="auto">
          <a:xfrm>
            <a:off x="4107456" y="1356032"/>
            <a:ext cx="110734"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2" name="Rectangle 31">
            <a:extLst>
              <a:ext uri="{FF2B5EF4-FFF2-40B4-BE49-F238E27FC236}">
                <a16:creationId xmlns:a16="http://schemas.microsoft.com/office/drawing/2014/main" id="{212ACD5F-D6C3-824B-9E9F-FCD292654FC1}"/>
              </a:ext>
            </a:extLst>
          </p:cNvPr>
          <p:cNvSpPr>
            <a:spLocks noChangeArrowheads="1"/>
          </p:cNvSpPr>
          <p:nvPr/>
        </p:nvSpPr>
        <p:spPr bwMode="auto">
          <a:xfrm>
            <a:off x="4228907" y="1356032"/>
            <a:ext cx="110734" cy="150019"/>
          </a:xfrm>
          <a:prstGeom prst="rect">
            <a:avLst/>
          </a:prstGeom>
          <a:solidFill>
            <a:srgbClr val="00B050"/>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3" name="Line 35">
            <a:extLst>
              <a:ext uri="{FF2B5EF4-FFF2-40B4-BE49-F238E27FC236}">
                <a16:creationId xmlns:a16="http://schemas.microsoft.com/office/drawing/2014/main" id="{988CA620-4CC5-3D4B-81DA-0F82F93E3D34}"/>
              </a:ext>
            </a:extLst>
          </p:cNvPr>
          <p:cNvSpPr>
            <a:spLocks noChangeShapeType="1"/>
          </p:cNvSpPr>
          <p:nvPr/>
        </p:nvSpPr>
        <p:spPr bwMode="auto">
          <a:xfrm flipV="1">
            <a:off x="6230172" y="1175734"/>
            <a:ext cx="27505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4" name="Rectangle 38">
            <a:extLst>
              <a:ext uri="{FF2B5EF4-FFF2-40B4-BE49-F238E27FC236}">
                <a16:creationId xmlns:a16="http://schemas.microsoft.com/office/drawing/2014/main" id="{5F99C41D-D784-474B-94F5-AC46161751AD}"/>
              </a:ext>
            </a:extLst>
          </p:cNvPr>
          <p:cNvSpPr>
            <a:spLocks noChangeArrowheads="1"/>
          </p:cNvSpPr>
          <p:nvPr/>
        </p:nvSpPr>
        <p:spPr bwMode="auto">
          <a:xfrm>
            <a:off x="4325352" y="1309598"/>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85" name="Text Box 39">
            <a:extLst>
              <a:ext uri="{FF2B5EF4-FFF2-40B4-BE49-F238E27FC236}">
                <a16:creationId xmlns:a16="http://schemas.microsoft.com/office/drawing/2014/main" id="{4FBD0AA4-42C3-2B49-BDB1-0979DED2C5D6}"/>
              </a:ext>
            </a:extLst>
          </p:cNvPr>
          <p:cNvSpPr txBox="1">
            <a:spLocks noChangeArrowheads="1"/>
          </p:cNvSpPr>
          <p:nvPr/>
        </p:nvSpPr>
        <p:spPr bwMode="auto">
          <a:xfrm>
            <a:off x="4976666" y="991330"/>
            <a:ext cx="13238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propagation</a:t>
            </a:r>
            <a:endParaRPr lang="en-US" altLang="en-US" sz="1500" kern="1200" dirty="0">
              <a:solidFill>
                <a:srgbClr val="CC0000"/>
              </a:solidFill>
              <a:latin typeface="Calibri" panose="020F0502020204030204"/>
              <a:cs typeface="+mn-cs"/>
            </a:endParaRPr>
          </a:p>
        </p:txBody>
      </p:sp>
      <p:sp>
        <p:nvSpPr>
          <p:cNvPr id="86" name="Line 40">
            <a:extLst>
              <a:ext uri="{FF2B5EF4-FFF2-40B4-BE49-F238E27FC236}">
                <a16:creationId xmlns:a16="http://schemas.microsoft.com/office/drawing/2014/main" id="{7B62D1A5-A310-5848-8995-E8F4780C47C7}"/>
              </a:ext>
            </a:extLst>
          </p:cNvPr>
          <p:cNvSpPr>
            <a:spLocks noChangeShapeType="1"/>
          </p:cNvSpPr>
          <p:nvPr/>
        </p:nvSpPr>
        <p:spPr bwMode="auto">
          <a:xfrm rot="10800000">
            <a:off x="4753979" y="1173753"/>
            <a:ext cx="239329"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89" name="Line 45">
            <a:extLst>
              <a:ext uri="{FF2B5EF4-FFF2-40B4-BE49-F238E27FC236}">
                <a16:creationId xmlns:a16="http://schemas.microsoft.com/office/drawing/2014/main" id="{EDEDB796-E60B-E245-AAE8-8E7D4AD0954B}"/>
              </a:ext>
            </a:extLst>
          </p:cNvPr>
          <p:cNvSpPr>
            <a:spLocks noChangeShapeType="1"/>
          </p:cNvSpPr>
          <p:nvPr/>
        </p:nvSpPr>
        <p:spPr bwMode="auto">
          <a:xfrm rot="10800000" flipV="1">
            <a:off x="4089595" y="1702504"/>
            <a:ext cx="289338" cy="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0" name="Text Box 46">
            <a:extLst>
              <a:ext uri="{FF2B5EF4-FFF2-40B4-BE49-F238E27FC236}">
                <a16:creationId xmlns:a16="http://schemas.microsoft.com/office/drawing/2014/main" id="{EED5545D-BA61-2046-A423-41F4F0BCD65B}"/>
              </a:ext>
            </a:extLst>
          </p:cNvPr>
          <p:cNvSpPr txBox="1">
            <a:spLocks noChangeArrowheads="1"/>
          </p:cNvSpPr>
          <p:nvPr/>
        </p:nvSpPr>
        <p:spPr bwMode="auto">
          <a:xfrm>
            <a:off x="4395603" y="2018519"/>
            <a:ext cx="106471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queueing</a:t>
            </a:r>
            <a:endParaRPr lang="en-US" altLang="en-US" sz="1500" kern="1200" dirty="0">
              <a:solidFill>
                <a:srgbClr val="CC0000"/>
              </a:solidFill>
              <a:latin typeface="Calibri" panose="020F0502020204030204"/>
              <a:cs typeface="+mn-cs"/>
            </a:endParaRPr>
          </a:p>
        </p:txBody>
      </p:sp>
      <p:sp>
        <p:nvSpPr>
          <p:cNvPr id="91" name="Line 47">
            <a:extLst>
              <a:ext uri="{FF2B5EF4-FFF2-40B4-BE49-F238E27FC236}">
                <a16:creationId xmlns:a16="http://schemas.microsoft.com/office/drawing/2014/main" id="{ACC9FCD3-B95B-4D4B-87FC-A93C4585FCF2}"/>
              </a:ext>
            </a:extLst>
          </p:cNvPr>
          <p:cNvSpPr>
            <a:spLocks noChangeShapeType="1"/>
          </p:cNvSpPr>
          <p:nvPr/>
        </p:nvSpPr>
        <p:spPr bwMode="auto">
          <a:xfrm rot="10800000">
            <a:off x="4211045" y="1702503"/>
            <a:ext cx="446510" cy="41433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2" name="Rectangle 3">
            <a:extLst>
              <a:ext uri="{FF2B5EF4-FFF2-40B4-BE49-F238E27FC236}">
                <a16:creationId xmlns:a16="http://schemas.microsoft.com/office/drawing/2014/main" id="{2521317A-C1CF-B84E-8D60-CC1E8C06357E}"/>
              </a:ext>
            </a:extLst>
          </p:cNvPr>
          <p:cNvSpPr>
            <a:spLocks noChangeArrowheads="1"/>
          </p:cNvSpPr>
          <p:nvPr/>
        </p:nvSpPr>
        <p:spPr bwMode="auto">
          <a:xfrm>
            <a:off x="2255932" y="2489717"/>
            <a:ext cx="4631496" cy="415528"/>
          </a:xfrm>
          <a:prstGeom prst="rect">
            <a:avLst/>
          </a:prstGeom>
          <a:noFill/>
          <a:ln w="19050">
            <a:noFill/>
            <a:miter lim="800000"/>
            <a:headEnd/>
            <a:tailEnd/>
          </a:ln>
          <a:extLst>
            <a:ext uri="{909E8E84-426E-40DD-AFC4-6F175D3DCCD1}">
              <a14:hiddenFill xmlns:a14="http://schemas.microsoft.com/office/drawing/2010/main">
                <a:solidFill>
                  <a:srgbClr val="FFFFFF"/>
                </a:solidFill>
              </a14:hiddenFill>
            </a:ext>
          </a:extLst>
        </p:spPr>
        <p:txBody>
          <a:bodyPr/>
          <a:lstStyle>
            <a:lvl1pPr marL="285750" indent="-285750">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marL="214313" indent="-214313" defTabSz="685800">
              <a:lnSpc>
                <a:spcPct val="85000"/>
              </a:lnSpc>
              <a:spcBef>
                <a:spcPct val="20000"/>
              </a:spcBef>
              <a:buClr>
                <a:srgbClr val="000099"/>
              </a:buClr>
              <a:buSzPct val="75000"/>
              <a:defRPr/>
            </a:pPr>
            <a:r>
              <a:rPr lang="en-US" altLang="en-US" i="1" kern="1200" dirty="0" err="1">
                <a:solidFill>
                  <a:srgbClr val="000000"/>
                </a:solidFill>
                <a:latin typeface="Calibri" panose="020F0502020204030204"/>
                <a:cs typeface="+mn-cs"/>
              </a:rPr>
              <a:t>d</a:t>
            </a:r>
            <a:r>
              <a:rPr lang="en-US" altLang="en-US" kern="1200" baseline="-25000" dirty="0" err="1">
                <a:solidFill>
                  <a:srgbClr val="000000"/>
                </a:solidFill>
                <a:latin typeface="Calibri" panose="020F0502020204030204"/>
                <a:cs typeface="+mn-cs"/>
              </a:rPr>
              <a:t>nodal</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queue</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trans</a:t>
            </a:r>
            <a:r>
              <a:rPr lang="en-US" altLang="en-US" kern="1200" dirty="0">
                <a:solidFill>
                  <a:srgbClr val="000000"/>
                </a:solidFill>
                <a:latin typeface="Calibri" panose="020F0502020204030204"/>
                <a:cs typeface="+mn-cs"/>
              </a:rPr>
              <a:t> +  </a:t>
            </a:r>
            <a:r>
              <a:rPr lang="en-US" altLang="en-US" i="1" kern="1200" dirty="0">
                <a:solidFill>
                  <a:srgbClr val="000000"/>
                </a:solidFill>
                <a:latin typeface="Calibri" panose="020F0502020204030204"/>
                <a:cs typeface="+mn-cs"/>
              </a:rPr>
              <a:t>d</a:t>
            </a:r>
            <a:r>
              <a:rPr lang="en-US" altLang="en-US" kern="1200" baseline="-25000" dirty="0">
                <a:solidFill>
                  <a:srgbClr val="000000"/>
                </a:solidFill>
                <a:latin typeface="Calibri" panose="020F0502020204030204"/>
                <a:cs typeface="+mn-cs"/>
              </a:rPr>
              <a:t>prop</a:t>
            </a:r>
            <a:endParaRPr lang="en-US" altLang="en-US" kern="1200" dirty="0">
              <a:solidFill>
                <a:srgbClr val="000000"/>
              </a:solidFill>
              <a:latin typeface="Calibri" panose="020F0502020204030204"/>
              <a:cs typeface="+mn-cs"/>
            </a:endParaRPr>
          </a:p>
        </p:txBody>
      </p:sp>
      <p:sp>
        <p:nvSpPr>
          <p:cNvPr id="93" name="Line 25">
            <a:extLst>
              <a:ext uri="{FF2B5EF4-FFF2-40B4-BE49-F238E27FC236}">
                <a16:creationId xmlns:a16="http://schemas.microsoft.com/office/drawing/2014/main" id="{F5D3A1C5-3798-AA4A-9717-BC9CD2814C06}"/>
              </a:ext>
            </a:extLst>
          </p:cNvPr>
          <p:cNvSpPr>
            <a:spLocks noChangeShapeType="1"/>
          </p:cNvSpPr>
          <p:nvPr/>
        </p:nvSpPr>
        <p:spPr bwMode="auto">
          <a:xfrm flipV="1">
            <a:off x="2912974" y="1542960"/>
            <a:ext cx="551510" cy="4124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4" name="Rectangle 32">
            <a:extLst>
              <a:ext uri="{FF2B5EF4-FFF2-40B4-BE49-F238E27FC236}">
                <a16:creationId xmlns:a16="http://schemas.microsoft.com/office/drawing/2014/main" id="{499B4666-F248-7346-9FEA-7936F1E56AE7}"/>
              </a:ext>
            </a:extLst>
          </p:cNvPr>
          <p:cNvSpPr>
            <a:spLocks noChangeArrowheads="1"/>
          </p:cNvSpPr>
          <p:nvPr/>
        </p:nvSpPr>
        <p:spPr bwMode="auto">
          <a:xfrm>
            <a:off x="3318027" y="1281023"/>
            <a:ext cx="110735" cy="150019"/>
          </a:xfrm>
          <a:prstGeom prst="rect">
            <a:avLst/>
          </a:prstGeom>
          <a:solidFill>
            <a:schemeClr val="accent1"/>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95" name="Line 33">
            <a:extLst>
              <a:ext uri="{FF2B5EF4-FFF2-40B4-BE49-F238E27FC236}">
                <a16:creationId xmlns:a16="http://schemas.microsoft.com/office/drawing/2014/main" id="{468D7A2B-9164-6E4A-96CE-D29F3704091E}"/>
              </a:ext>
            </a:extLst>
          </p:cNvPr>
          <p:cNvSpPr>
            <a:spLocks noChangeShapeType="1"/>
          </p:cNvSpPr>
          <p:nvPr/>
        </p:nvSpPr>
        <p:spPr bwMode="auto">
          <a:xfrm>
            <a:off x="3281117" y="1233397"/>
            <a:ext cx="15836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96" name="Text Box 36">
            <a:extLst>
              <a:ext uri="{FF2B5EF4-FFF2-40B4-BE49-F238E27FC236}">
                <a16:creationId xmlns:a16="http://schemas.microsoft.com/office/drawing/2014/main" id="{3AB8F241-2337-4244-89DF-4C80D59B3367}"/>
              </a:ext>
            </a:extLst>
          </p:cNvPr>
          <p:cNvSpPr txBox="1">
            <a:spLocks noChangeArrowheads="1"/>
          </p:cNvSpPr>
          <p:nvPr/>
        </p:nvSpPr>
        <p:spPr bwMode="auto">
          <a:xfrm>
            <a:off x="2311237" y="901213"/>
            <a:ext cx="340158"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2100" kern="1200" dirty="0">
                <a:solidFill>
                  <a:srgbClr val="000000"/>
                </a:solidFill>
                <a:latin typeface="Calibri" panose="020F0502020204030204"/>
                <a:cs typeface="+mn-cs"/>
              </a:rPr>
              <a:t>A</a:t>
            </a:r>
          </a:p>
        </p:txBody>
      </p:sp>
      <p:sp>
        <p:nvSpPr>
          <p:cNvPr id="97" name="Text Box 37">
            <a:extLst>
              <a:ext uri="{FF2B5EF4-FFF2-40B4-BE49-F238E27FC236}">
                <a16:creationId xmlns:a16="http://schemas.microsoft.com/office/drawing/2014/main" id="{68CF5C6F-336B-3C4A-90BF-D34A028745C5}"/>
              </a:ext>
            </a:extLst>
          </p:cNvPr>
          <p:cNvSpPr txBox="1">
            <a:spLocks noChangeArrowheads="1"/>
          </p:cNvSpPr>
          <p:nvPr/>
        </p:nvSpPr>
        <p:spPr bwMode="auto">
          <a:xfrm>
            <a:off x="2332795" y="1615588"/>
            <a:ext cx="330540"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2100" kern="1200" dirty="0">
                <a:solidFill>
                  <a:prstClr val="black"/>
                </a:solidFill>
                <a:latin typeface="Calibri" panose="020F0502020204030204"/>
                <a:cs typeface="+mn-cs"/>
              </a:rPr>
              <a:t>B</a:t>
            </a:r>
          </a:p>
        </p:txBody>
      </p:sp>
      <p:grpSp>
        <p:nvGrpSpPr>
          <p:cNvPr id="98" name="Group 66">
            <a:extLst>
              <a:ext uri="{FF2B5EF4-FFF2-40B4-BE49-F238E27FC236}">
                <a16:creationId xmlns:a16="http://schemas.microsoft.com/office/drawing/2014/main" id="{7A33E76B-0B7D-BD4C-95A3-F5F9B6632736}"/>
              </a:ext>
            </a:extLst>
          </p:cNvPr>
          <p:cNvGrpSpPr>
            <a:grpSpLocks/>
          </p:cNvGrpSpPr>
          <p:nvPr/>
        </p:nvGrpSpPr>
        <p:grpSpPr bwMode="auto">
          <a:xfrm>
            <a:off x="2391170" y="901213"/>
            <a:ext cx="584629" cy="509588"/>
            <a:chOff x="-44" y="1473"/>
            <a:chExt cx="981" cy="1105"/>
          </a:xfrm>
        </p:grpSpPr>
        <p:pic>
          <p:nvPicPr>
            <p:cNvPr id="116" name="Picture 67" descr="desktop_computer_stylized_medium">
              <a:extLst>
                <a:ext uri="{FF2B5EF4-FFF2-40B4-BE49-F238E27FC236}">
                  <a16:creationId xmlns:a16="http://schemas.microsoft.com/office/drawing/2014/main" id="{388E3E99-7752-0140-B682-2CFDCCFDA0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7" name="Freeform 68">
              <a:extLst>
                <a:ext uri="{FF2B5EF4-FFF2-40B4-BE49-F238E27FC236}">
                  <a16:creationId xmlns:a16="http://schemas.microsoft.com/office/drawing/2014/main" id="{C233087D-1E28-874B-99E3-90A56E5DA77B}"/>
                </a:ext>
              </a:extLst>
            </p:cNvPr>
            <p:cNvSpPr>
              <a:spLocks/>
            </p:cNvSpPr>
            <p:nvPr/>
          </p:nvSpPr>
          <p:spPr bwMode="auto">
            <a:xfrm flipH="1">
              <a:off x="374" y="1579"/>
              <a:ext cx="477" cy="506"/>
            </a:xfrm>
            <a:custGeom>
              <a:avLst/>
              <a:gdLst>
                <a:gd name="T0" fmla="*/ 0 w 356"/>
                <a:gd name="T1" fmla="*/ 0 h 368"/>
                <a:gd name="T2" fmla="*/ 32377 w 356"/>
                <a:gd name="T3" fmla="*/ 2307 h 368"/>
                <a:gd name="T4" fmla="*/ 38409 w 356"/>
                <a:gd name="T5" fmla="*/ 48069 h 368"/>
                <a:gd name="T6" fmla="*/ 8465 w 356"/>
                <a:gd name="T7" fmla="*/ 60116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defTabSz="685800">
                <a:buClrTx/>
                <a:defRPr/>
              </a:pPr>
              <a:endParaRPr lang="en-US" sz="1500" kern="1200" dirty="0">
                <a:solidFill>
                  <a:prstClr val="black"/>
                </a:solidFill>
                <a:latin typeface="Calibri" panose="020F0502020204030204"/>
                <a:ea typeface="+mn-ea"/>
                <a:cs typeface="+mn-cs"/>
              </a:endParaRPr>
            </a:p>
          </p:txBody>
        </p:sp>
      </p:grpSp>
      <p:grpSp>
        <p:nvGrpSpPr>
          <p:cNvPr id="99" name="Group 69">
            <a:extLst>
              <a:ext uri="{FF2B5EF4-FFF2-40B4-BE49-F238E27FC236}">
                <a16:creationId xmlns:a16="http://schemas.microsoft.com/office/drawing/2014/main" id="{53B22ADC-2C36-5141-AAAC-31B53FC8C1F4}"/>
              </a:ext>
            </a:extLst>
          </p:cNvPr>
          <p:cNvGrpSpPr>
            <a:grpSpLocks/>
          </p:cNvGrpSpPr>
          <p:nvPr/>
        </p:nvGrpSpPr>
        <p:grpSpPr bwMode="auto">
          <a:xfrm>
            <a:off x="2384276" y="1656439"/>
            <a:ext cx="584630" cy="509588"/>
            <a:chOff x="-44" y="1473"/>
            <a:chExt cx="981" cy="1105"/>
          </a:xfrm>
        </p:grpSpPr>
        <p:pic>
          <p:nvPicPr>
            <p:cNvPr id="114" name="Picture 70" descr="desktop_computer_stylized_medium">
              <a:extLst>
                <a:ext uri="{FF2B5EF4-FFF2-40B4-BE49-F238E27FC236}">
                  <a16:creationId xmlns:a16="http://schemas.microsoft.com/office/drawing/2014/main" id="{DA4C023E-F595-544A-9929-08480475A5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5" name="Freeform 71">
              <a:extLst>
                <a:ext uri="{FF2B5EF4-FFF2-40B4-BE49-F238E27FC236}">
                  <a16:creationId xmlns:a16="http://schemas.microsoft.com/office/drawing/2014/main" id="{BD3780DD-1306-2540-89B8-0A42DEECFC61}"/>
                </a:ext>
              </a:extLst>
            </p:cNvPr>
            <p:cNvSpPr>
              <a:spLocks/>
            </p:cNvSpPr>
            <p:nvPr/>
          </p:nvSpPr>
          <p:spPr bwMode="auto">
            <a:xfrm flipH="1">
              <a:off x="374" y="1579"/>
              <a:ext cx="477" cy="506"/>
            </a:xfrm>
            <a:custGeom>
              <a:avLst/>
              <a:gdLst>
                <a:gd name="T0" fmla="*/ 0 w 356"/>
                <a:gd name="T1" fmla="*/ 0 h 368"/>
                <a:gd name="T2" fmla="*/ 32377 w 356"/>
                <a:gd name="T3" fmla="*/ 2307 h 368"/>
                <a:gd name="T4" fmla="*/ 38409 w 356"/>
                <a:gd name="T5" fmla="*/ 48069 h 368"/>
                <a:gd name="T6" fmla="*/ 8465 w 356"/>
                <a:gd name="T7" fmla="*/ 60116 h 368"/>
                <a:gd name="T8" fmla="*/ 0 w 356"/>
                <a:gd name="T9" fmla="*/ 0 h 368"/>
                <a:gd name="T10" fmla="*/ 0 60000 65536"/>
                <a:gd name="T11" fmla="*/ 0 60000 65536"/>
                <a:gd name="T12" fmla="*/ 0 60000 65536"/>
                <a:gd name="T13" fmla="*/ 0 60000 65536"/>
                <a:gd name="T14" fmla="*/ 0 60000 65536"/>
                <a:gd name="T15" fmla="*/ 0 w 356"/>
                <a:gd name="T16" fmla="*/ 0 h 368"/>
                <a:gd name="T17" fmla="*/ 356 w 356"/>
                <a:gd name="T18" fmla="*/ 368 h 368"/>
              </a:gdLst>
              <a:ahLst/>
              <a:cxnLst>
                <a:cxn ang="T10">
                  <a:pos x="T0" y="T1"/>
                </a:cxn>
                <a:cxn ang="T11">
                  <a:pos x="T2" y="T3"/>
                </a:cxn>
                <a:cxn ang="T12">
                  <a:pos x="T4" y="T5"/>
                </a:cxn>
                <a:cxn ang="T13">
                  <a:pos x="T6" y="T7"/>
                </a:cxn>
                <a:cxn ang="T14">
                  <a:pos x="T8" y="T9"/>
                </a:cxn>
              </a:cxnLst>
              <a:rect l="T15" t="T16" r="T17" b="T18"/>
              <a:pathLst>
                <a:path w="356" h="368">
                  <a:moveTo>
                    <a:pt x="0" y="0"/>
                  </a:moveTo>
                  <a:lnTo>
                    <a:pt x="300" y="14"/>
                  </a:lnTo>
                  <a:lnTo>
                    <a:pt x="356" y="294"/>
                  </a:lnTo>
                  <a:lnTo>
                    <a:pt x="78" y="368"/>
                  </a:lnTo>
                  <a:lnTo>
                    <a:pt x="0" y="0"/>
                  </a:lnTo>
                  <a:close/>
                </a:path>
              </a:pathLst>
            </a:custGeom>
            <a:gradFill rotWithShape="1">
              <a:gsLst>
                <a:gs pos="0">
                  <a:srgbClr val="000099"/>
                </a:gs>
                <a:gs pos="100000">
                  <a:schemeClr val="bg1"/>
                </a:gs>
              </a:gsLst>
              <a:lin ang="2700000" scaled="1"/>
            </a:gradFill>
            <a:ln>
              <a:noFill/>
            </a:ln>
            <a:extLst>
              <a:ext uri="{91240B29-F687-4F45-9708-019B960494DF}">
                <a14:hiddenLine xmlns:a14="http://schemas.microsoft.com/office/drawing/2010/main" w="9525" cap="flat" cmpd="sng">
                  <a:solidFill>
                    <a:srgbClr val="000000"/>
                  </a:solidFill>
                  <a:prstDash val="solid"/>
                  <a:round/>
                  <a:headEnd/>
                  <a:tailEnd/>
                </a14:hiddenLine>
              </a:ext>
            </a:extLst>
          </p:spPr>
          <p:txBody>
            <a:bodyPr wrap="none"/>
            <a:lstStyle/>
            <a:p>
              <a:pPr defTabSz="685800">
                <a:buClrTx/>
                <a:defRPr/>
              </a:pPr>
              <a:endParaRPr lang="en-US" sz="1500" kern="1200" dirty="0">
                <a:solidFill>
                  <a:prstClr val="black"/>
                </a:solidFill>
                <a:latin typeface="Calibri" panose="020F0502020204030204"/>
                <a:ea typeface="+mn-ea"/>
                <a:cs typeface="+mn-cs"/>
              </a:endParaRPr>
            </a:p>
          </p:txBody>
        </p:sp>
      </p:grpSp>
      <p:sp>
        <p:nvSpPr>
          <p:cNvPr id="100" name="Text Box 41">
            <a:extLst>
              <a:ext uri="{FF2B5EF4-FFF2-40B4-BE49-F238E27FC236}">
                <a16:creationId xmlns:a16="http://schemas.microsoft.com/office/drawing/2014/main" id="{488CD73E-ECC7-E842-9578-1478C5F11784}"/>
              </a:ext>
            </a:extLst>
          </p:cNvPr>
          <p:cNvSpPr txBox="1">
            <a:spLocks noChangeArrowheads="1"/>
          </p:cNvSpPr>
          <p:nvPr/>
        </p:nvSpPr>
        <p:spPr bwMode="auto">
          <a:xfrm>
            <a:off x="3073591" y="659892"/>
            <a:ext cx="137255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r>
              <a:rPr lang="en-US" altLang="en-US" sz="1800" kern="1200" dirty="0">
                <a:solidFill>
                  <a:srgbClr val="CC0000"/>
                </a:solidFill>
                <a:latin typeface="Calibri" panose="020F0502020204030204"/>
                <a:cs typeface="+mn-cs"/>
              </a:rPr>
              <a:t>transmission</a:t>
            </a:r>
          </a:p>
        </p:txBody>
      </p:sp>
      <p:sp>
        <p:nvSpPr>
          <p:cNvPr id="101" name="Line 42">
            <a:extLst>
              <a:ext uri="{FF2B5EF4-FFF2-40B4-BE49-F238E27FC236}">
                <a16:creationId xmlns:a16="http://schemas.microsoft.com/office/drawing/2014/main" id="{B22F26F3-A41E-8848-BDA7-FE528ACF22F9}"/>
              </a:ext>
            </a:extLst>
          </p:cNvPr>
          <p:cNvSpPr>
            <a:spLocks noChangeShapeType="1"/>
          </p:cNvSpPr>
          <p:nvPr/>
        </p:nvSpPr>
        <p:spPr bwMode="auto">
          <a:xfrm rot="10800000" flipH="1" flipV="1">
            <a:off x="3977670" y="883354"/>
            <a:ext cx="396500" cy="4000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sp>
        <p:nvSpPr>
          <p:cNvPr id="103" name="Rectangle 31">
            <a:extLst>
              <a:ext uri="{FF2B5EF4-FFF2-40B4-BE49-F238E27FC236}">
                <a16:creationId xmlns:a16="http://schemas.microsoft.com/office/drawing/2014/main" id="{9C43DB7F-CC6C-3D47-AEBE-0F3B6F7415AB}"/>
              </a:ext>
            </a:extLst>
          </p:cNvPr>
          <p:cNvSpPr>
            <a:spLocks noChangeArrowheads="1"/>
          </p:cNvSpPr>
          <p:nvPr/>
        </p:nvSpPr>
        <p:spPr bwMode="auto">
          <a:xfrm>
            <a:off x="2990457" y="1773122"/>
            <a:ext cx="104830" cy="138898"/>
          </a:xfrm>
          <a:prstGeom prst="rect">
            <a:avLst/>
          </a:prstGeom>
          <a:solidFill>
            <a:srgbClr val="00B050"/>
          </a:solidFill>
          <a:ln w="9525">
            <a:solidFill>
              <a:schemeClr val="tx1"/>
            </a:solidFill>
            <a:miter lim="800000"/>
            <a:headEnd/>
            <a:tailEnd/>
          </a:ln>
        </p:spPr>
        <p:txBody>
          <a:bodyPr wrap="none" anchor="ctr"/>
          <a:lstStyle>
            <a:lvl1pPr>
              <a:defRPr sz="2400">
                <a:solidFill>
                  <a:schemeClr val="tx1"/>
                </a:solidFill>
                <a:latin typeface="Arial" panose="020B0604020202020204" pitchFamily="34" charset="0"/>
                <a:ea typeface="ＭＳ Ｐゴシック" panose="020B0600070205080204" pitchFamily="34" charset="-128"/>
              </a:defRPr>
            </a:lvl1pPr>
            <a:lvl2pPr marL="742950" indent="-285750">
              <a:defRPr sz="2400">
                <a:solidFill>
                  <a:schemeClr val="tx1"/>
                </a:solidFill>
                <a:latin typeface="Arial" panose="020B0604020202020204" pitchFamily="34" charset="0"/>
                <a:ea typeface="ＭＳ Ｐゴシック" panose="020B0600070205080204" pitchFamily="34" charset="-128"/>
              </a:defRPr>
            </a:lvl2pPr>
            <a:lvl3pPr marL="1143000" indent="-228600">
              <a:defRPr sz="2400">
                <a:solidFill>
                  <a:schemeClr val="tx1"/>
                </a:solidFill>
                <a:latin typeface="Arial" panose="020B0604020202020204" pitchFamily="34" charset="0"/>
                <a:ea typeface="ＭＳ Ｐゴシック" panose="020B0600070205080204" pitchFamily="34" charset="-128"/>
              </a:defRPr>
            </a:lvl3pPr>
            <a:lvl4pPr marL="1600200" indent="-228600">
              <a:defRPr sz="2400">
                <a:solidFill>
                  <a:schemeClr val="tx1"/>
                </a:solidFill>
                <a:latin typeface="Arial" panose="020B0604020202020204" pitchFamily="34" charset="0"/>
                <a:ea typeface="ＭＳ Ｐゴシック" panose="020B0600070205080204" pitchFamily="34" charset="-128"/>
              </a:defRPr>
            </a:lvl4pPr>
            <a:lvl5pPr marL="2057400" indent="-228600">
              <a:defRPr sz="24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Arial" panose="020B0604020202020204" pitchFamily="34" charset="0"/>
                <a:ea typeface="ＭＳ Ｐゴシック" panose="020B0600070205080204" pitchFamily="34" charset="-128"/>
              </a:defRPr>
            </a:lvl9pPr>
          </a:lstStyle>
          <a:p>
            <a:pPr defTabSz="685800">
              <a:buClrTx/>
              <a:defRPr/>
            </a:pPr>
            <a:endParaRPr lang="en-US" altLang="en-US" sz="2100" kern="1200" dirty="0">
              <a:solidFill>
                <a:srgbClr val="000000"/>
              </a:solidFill>
              <a:latin typeface="Calibri" panose="020F0502020204030204"/>
              <a:cs typeface="+mn-cs"/>
            </a:endParaRPr>
          </a:p>
        </p:txBody>
      </p:sp>
      <p:sp>
        <p:nvSpPr>
          <p:cNvPr id="104" name="Line 33">
            <a:extLst>
              <a:ext uri="{FF2B5EF4-FFF2-40B4-BE49-F238E27FC236}">
                <a16:creationId xmlns:a16="http://schemas.microsoft.com/office/drawing/2014/main" id="{1420A34E-BA5D-D248-8FAC-DCC28151FB9C}"/>
              </a:ext>
            </a:extLst>
          </p:cNvPr>
          <p:cNvSpPr>
            <a:spLocks noChangeShapeType="1"/>
          </p:cNvSpPr>
          <p:nvPr/>
        </p:nvSpPr>
        <p:spPr bwMode="auto">
          <a:xfrm flipV="1">
            <a:off x="3121954" y="1750335"/>
            <a:ext cx="164760" cy="12145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defTabSz="685800">
              <a:buClrTx/>
              <a:defRPr/>
            </a:pPr>
            <a:endParaRPr lang="en-US" sz="1500" kern="1200" dirty="0">
              <a:solidFill>
                <a:prstClr val="black"/>
              </a:solidFill>
              <a:latin typeface="Calibri" panose="020F0502020204030204"/>
              <a:ea typeface="+mn-ea"/>
              <a:cs typeface="+mn-cs"/>
            </a:endParaRPr>
          </a:p>
        </p:txBody>
      </p:sp>
      <p:cxnSp>
        <p:nvCxnSpPr>
          <p:cNvPr id="5" name="Straight Connector 4">
            <a:extLst>
              <a:ext uri="{FF2B5EF4-FFF2-40B4-BE49-F238E27FC236}">
                <a16:creationId xmlns:a16="http://schemas.microsoft.com/office/drawing/2014/main" id="{E0E58503-FA9B-1542-A0D6-E85B92D1E5BA}"/>
              </a:ext>
            </a:extLst>
          </p:cNvPr>
          <p:cNvCxnSpPr/>
          <p:nvPr/>
        </p:nvCxnSpPr>
        <p:spPr>
          <a:xfrm>
            <a:off x="4609063" y="1479340"/>
            <a:ext cx="254174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7" name="Group 126">
            <a:extLst>
              <a:ext uri="{FF2B5EF4-FFF2-40B4-BE49-F238E27FC236}">
                <a16:creationId xmlns:a16="http://schemas.microsoft.com/office/drawing/2014/main" id="{E49D3C3B-F6BB-8747-AE74-C4B438FB99F4}"/>
              </a:ext>
            </a:extLst>
          </p:cNvPr>
          <p:cNvGrpSpPr/>
          <p:nvPr/>
        </p:nvGrpSpPr>
        <p:grpSpPr>
          <a:xfrm>
            <a:off x="6941889" y="1134114"/>
            <a:ext cx="1133514" cy="647753"/>
            <a:chOff x="7493876" y="2774731"/>
            <a:chExt cx="1481958" cy="894622"/>
          </a:xfrm>
        </p:grpSpPr>
        <p:sp>
          <p:nvSpPr>
            <p:cNvPr id="128" name="Freeform 127">
              <a:extLst>
                <a:ext uri="{FF2B5EF4-FFF2-40B4-BE49-F238E27FC236}">
                  <a16:creationId xmlns:a16="http://schemas.microsoft.com/office/drawing/2014/main" id="{5D7E8999-C7DA-4C41-AF40-118E01514749}"/>
                </a:ext>
              </a:extLst>
            </p:cNvPr>
            <p:cNvSpPr/>
            <p:nvPr/>
          </p:nvSpPr>
          <p:spPr>
            <a:xfrm>
              <a:off x="7493876" y="3084399"/>
              <a:ext cx="1481958" cy="584954"/>
            </a:xfrm>
            <a:custGeom>
              <a:avLst/>
              <a:gdLst>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17076"/>
                <a:gd name="connsiteX1" fmla="*/ 8187558 w 8187558"/>
                <a:gd name="connsiteY1" fmla="*/ 1271752 h 2617076"/>
                <a:gd name="connsiteX2" fmla="*/ 4025462 w 8187558"/>
                <a:gd name="connsiteY2" fmla="*/ 2617076 h 2617076"/>
                <a:gd name="connsiteX3" fmla="*/ 0 w 8187558"/>
                <a:gd name="connsiteY3" fmla="*/ 1229711 h 2617076"/>
                <a:gd name="connsiteX4" fmla="*/ 31531 w 8187558"/>
                <a:gd name="connsiteY4" fmla="*/ 147145 h 2617076"/>
                <a:gd name="connsiteX5" fmla="*/ 4046482 w 8187558"/>
                <a:gd name="connsiteY5" fmla="*/ 1576552 h 2617076"/>
                <a:gd name="connsiteX6" fmla="*/ 8187558 w 8187558"/>
                <a:gd name="connsiteY6" fmla="*/ 0 h 2617076"/>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46482 w 8187558"/>
                <a:gd name="connsiteY5" fmla="*/ 157655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88524 w 8187558"/>
                <a:gd name="connsiteY5" fmla="*/ 1597573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87558 w 8187558"/>
                <a:gd name="connsiteY0" fmla="*/ 0 h 2638097"/>
                <a:gd name="connsiteX1" fmla="*/ 8187558 w 8187558"/>
                <a:gd name="connsiteY1" fmla="*/ 1271752 h 2638097"/>
                <a:gd name="connsiteX2" fmla="*/ 4099035 w 8187558"/>
                <a:gd name="connsiteY2" fmla="*/ 2638097 h 2638097"/>
                <a:gd name="connsiteX3" fmla="*/ 0 w 8187558"/>
                <a:gd name="connsiteY3" fmla="*/ 1229711 h 2638097"/>
                <a:gd name="connsiteX4" fmla="*/ 31531 w 8187558"/>
                <a:gd name="connsiteY4" fmla="*/ 147145 h 2638097"/>
                <a:gd name="connsiteX5" fmla="*/ 4099035 w 8187558"/>
                <a:gd name="connsiteY5" fmla="*/ 1566042 h 2638097"/>
                <a:gd name="connsiteX6" fmla="*/ 8187558 w 8187558"/>
                <a:gd name="connsiteY6" fmla="*/ 0 h 2638097"/>
                <a:gd name="connsiteX0" fmla="*/ 8176538 w 8176538"/>
                <a:gd name="connsiteY0" fmla="*/ 0 h 2638097"/>
                <a:gd name="connsiteX1" fmla="*/ 8176538 w 8176538"/>
                <a:gd name="connsiteY1" fmla="*/ 1271752 h 2638097"/>
                <a:gd name="connsiteX2" fmla="*/ 4088015 w 8176538"/>
                <a:gd name="connsiteY2" fmla="*/ 2638097 h 2638097"/>
                <a:gd name="connsiteX3" fmla="*/ 0 w 8176538"/>
                <a:gd name="connsiteY3" fmla="*/ 1269888 h 2638097"/>
                <a:gd name="connsiteX4" fmla="*/ 20511 w 8176538"/>
                <a:gd name="connsiteY4" fmla="*/ 147145 h 2638097"/>
                <a:gd name="connsiteX5" fmla="*/ 4088015 w 8176538"/>
                <a:gd name="connsiteY5" fmla="*/ 1566042 h 2638097"/>
                <a:gd name="connsiteX6" fmla="*/ 8176538 w 8176538"/>
                <a:gd name="connsiteY6" fmla="*/ 0 h 2638097"/>
                <a:gd name="connsiteX0" fmla="*/ 8176538 w 8176538"/>
                <a:gd name="connsiteY0" fmla="*/ 0 h 2772020"/>
                <a:gd name="connsiteX1" fmla="*/ 8176538 w 8176538"/>
                <a:gd name="connsiteY1" fmla="*/ 1271752 h 2772020"/>
                <a:gd name="connsiteX2" fmla="*/ 4099034 w 8176538"/>
                <a:gd name="connsiteY2" fmla="*/ 2772020 h 2772020"/>
                <a:gd name="connsiteX3" fmla="*/ 0 w 8176538"/>
                <a:gd name="connsiteY3" fmla="*/ 1269888 h 2772020"/>
                <a:gd name="connsiteX4" fmla="*/ 20511 w 8176538"/>
                <a:gd name="connsiteY4" fmla="*/ 147145 h 2772020"/>
                <a:gd name="connsiteX5" fmla="*/ 4088015 w 8176538"/>
                <a:gd name="connsiteY5" fmla="*/ 1566042 h 2772020"/>
                <a:gd name="connsiteX6" fmla="*/ 8176538 w 8176538"/>
                <a:gd name="connsiteY6" fmla="*/ 0 h 2772020"/>
                <a:gd name="connsiteX0" fmla="*/ 8176538 w 8176538"/>
                <a:gd name="connsiteY0" fmla="*/ 0 h 2772339"/>
                <a:gd name="connsiteX1" fmla="*/ 8176538 w 8176538"/>
                <a:gd name="connsiteY1" fmla="*/ 1378890 h 2772339"/>
                <a:gd name="connsiteX2" fmla="*/ 4099034 w 8176538"/>
                <a:gd name="connsiteY2" fmla="*/ 2772020 h 2772339"/>
                <a:gd name="connsiteX3" fmla="*/ 0 w 8176538"/>
                <a:gd name="connsiteY3" fmla="*/ 1269888 h 2772339"/>
                <a:gd name="connsiteX4" fmla="*/ 20511 w 8176538"/>
                <a:gd name="connsiteY4" fmla="*/ 147145 h 2772339"/>
                <a:gd name="connsiteX5" fmla="*/ 4088015 w 8176538"/>
                <a:gd name="connsiteY5" fmla="*/ 1566042 h 2772339"/>
                <a:gd name="connsiteX6" fmla="*/ 8176538 w 8176538"/>
                <a:gd name="connsiteY6" fmla="*/ 0 h 2772339"/>
                <a:gd name="connsiteX0" fmla="*/ 8176538 w 8176538"/>
                <a:gd name="connsiteY0" fmla="*/ 0 h 2825888"/>
                <a:gd name="connsiteX1" fmla="*/ 8176538 w 8176538"/>
                <a:gd name="connsiteY1" fmla="*/ 1378890 h 2825888"/>
                <a:gd name="connsiteX2" fmla="*/ 4099034 w 8176538"/>
                <a:gd name="connsiteY2" fmla="*/ 2825590 h 2825888"/>
                <a:gd name="connsiteX3" fmla="*/ 0 w 8176538"/>
                <a:gd name="connsiteY3" fmla="*/ 1269888 h 2825888"/>
                <a:gd name="connsiteX4" fmla="*/ 20511 w 8176538"/>
                <a:gd name="connsiteY4" fmla="*/ 147145 h 2825888"/>
                <a:gd name="connsiteX5" fmla="*/ 4088015 w 8176538"/>
                <a:gd name="connsiteY5" fmla="*/ 1566042 h 2825888"/>
                <a:gd name="connsiteX6" fmla="*/ 8176538 w 8176538"/>
                <a:gd name="connsiteY6" fmla="*/ 0 h 2825888"/>
                <a:gd name="connsiteX0" fmla="*/ 8165518 w 8165518"/>
                <a:gd name="connsiteY0" fmla="*/ 0 h 2825606"/>
                <a:gd name="connsiteX1" fmla="*/ 8165518 w 8165518"/>
                <a:gd name="connsiteY1" fmla="*/ 1378890 h 2825606"/>
                <a:gd name="connsiteX2" fmla="*/ 4088014 w 8165518"/>
                <a:gd name="connsiteY2" fmla="*/ 2825590 h 2825606"/>
                <a:gd name="connsiteX3" fmla="*/ 0 w 8165518"/>
                <a:gd name="connsiteY3" fmla="*/ 1403811 h 2825606"/>
                <a:gd name="connsiteX4" fmla="*/ 9491 w 8165518"/>
                <a:gd name="connsiteY4" fmla="*/ 147145 h 2825606"/>
                <a:gd name="connsiteX5" fmla="*/ 4076995 w 8165518"/>
                <a:gd name="connsiteY5" fmla="*/ 1566042 h 2825606"/>
                <a:gd name="connsiteX6" fmla="*/ 8165518 w 8165518"/>
                <a:gd name="connsiteY6" fmla="*/ 0 h 2825606"/>
                <a:gd name="connsiteX0" fmla="*/ 8165518 w 8165518"/>
                <a:gd name="connsiteY0" fmla="*/ 0 h 2879174"/>
                <a:gd name="connsiteX1" fmla="*/ 8165518 w 8165518"/>
                <a:gd name="connsiteY1" fmla="*/ 1378890 h 2879174"/>
                <a:gd name="connsiteX2" fmla="*/ 4132092 w 8165518"/>
                <a:gd name="connsiteY2" fmla="*/ 2879159 h 2879174"/>
                <a:gd name="connsiteX3" fmla="*/ 0 w 8165518"/>
                <a:gd name="connsiteY3" fmla="*/ 1403811 h 2879174"/>
                <a:gd name="connsiteX4" fmla="*/ 9491 w 8165518"/>
                <a:gd name="connsiteY4" fmla="*/ 147145 h 2879174"/>
                <a:gd name="connsiteX5" fmla="*/ 4076995 w 8165518"/>
                <a:gd name="connsiteY5" fmla="*/ 1566042 h 2879174"/>
                <a:gd name="connsiteX6" fmla="*/ 8165518 w 8165518"/>
                <a:gd name="connsiteY6" fmla="*/ 0 h 2879174"/>
                <a:gd name="connsiteX0" fmla="*/ 8165518 w 8176537"/>
                <a:gd name="connsiteY0" fmla="*/ 0 h 2879410"/>
                <a:gd name="connsiteX1" fmla="*/ 8176537 w 8176537"/>
                <a:gd name="connsiteY1" fmla="*/ 1499420 h 2879410"/>
                <a:gd name="connsiteX2" fmla="*/ 4132092 w 8176537"/>
                <a:gd name="connsiteY2" fmla="*/ 2879159 h 2879410"/>
                <a:gd name="connsiteX3" fmla="*/ 0 w 8176537"/>
                <a:gd name="connsiteY3" fmla="*/ 1403811 h 2879410"/>
                <a:gd name="connsiteX4" fmla="*/ 9491 w 8176537"/>
                <a:gd name="connsiteY4" fmla="*/ 147145 h 2879410"/>
                <a:gd name="connsiteX5" fmla="*/ 4076995 w 8176537"/>
                <a:gd name="connsiteY5" fmla="*/ 1566042 h 2879410"/>
                <a:gd name="connsiteX6" fmla="*/ 8165518 w 8176537"/>
                <a:gd name="connsiteY6" fmla="*/ 0 h 2879410"/>
                <a:gd name="connsiteX0" fmla="*/ 8165518 w 8176537"/>
                <a:gd name="connsiteY0" fmla="*/ 0 h 2879262"/>
                <a:gd name="connsiteX1" fmla="*/ 8176537 w 8176537"/>
                <a:gd name="connsiteY1" fmla="*/ 1499420 h 2879262"/>
                <a:gd name="connsiteX2" fmla="*/ 4132092 w 8176537"/>
                <a:gd name="connsiteY2" fmla="*/ 2879159 h 2879262"/>
                <a:gd name="connsiteX3" fmla="*/ 0 w 8176537"/>
                <a:gd name="connsiteY3" fmla="*/ 1403811 h 2879262"/>
                <a:gd name="connsiteX4" fmla="*/ 9491 w 8176537"/>
                <a:gd name="connsiteY4" fmla="*/ 147145 h 2879262"/>
                <a:gd name="connsiteX5" fmla="*/ 4076995 w 8176537"/>
                <a:gd name="connsiteY5" fmla="*/ 1566042 h 2879262"/>
                <a:gd name="connsiteX6" fmla="*/ 8165518 w 8176537"/>
                <a:gd name="connsiteY6" fmla="*/ 0 h 2879262"/>
                <a:gd name="connsiteX0" fmla="*/ 8165518 w 8176537"/>
                <a:gd name="connsiteY0" fmla="*/ 0 h 2879163"/>
                <a:gd name="connsiteX1" fmla="*/ 8176537 w 8176537"/>
                <a:gd name="connsiteY1" fmla="*/ 1499420 h 2879163"/>
                <a:gd name="connsiteX2" fmla="*/ 4132092 w 8176537"/>
                <a:gd name="connsiteY2" fmla="*/ 2879159 h 2879163"/>
                <a:gd name="connsiteX3" fmla="*/ 0 w 8176537"/>
                <a:gd name="connsiteY3" fmla="*/ 1510948 h 2879163"/>
                <a:gd name="connsiteX4" fmla="*/ 9491 w 8176537"/>
                <a:gd name="connsiteY4" fmla="*/ 147145 h 2879163"/>
                <a:gd name="connsiteX5" fmla="*/ 4076995 w 8176537"/>
                <a:gd name="connsiteY5" fmla="*/ 1566042 h 2879163"/>
                <a:gd name="connsiteX6" fmla="*/ 8165518 w 8176537"/>
                <a:gd name="connsiteY6" fmla="*/ 0 h 2879163"/>
                <a:gd name="connsiteX0" fmla="*/ 8165518 w 8198577"/>
                <a:gd name="connsiteY0" fmla="*/ 0 h 2879451"/>
                <a:gd name="connsiteX1" fmla="*/ 8198577 w 8198577"/>
                <a:gd name="connsiteY1" fmla="*/ 1606558 h 2879451"/>
                <a:gd name="connsiteX2" fmla="*/ 4132092 w 8198577"/>
                <a:gd name="connsiteY2" fmla="*/ 2879159 h 2879451"/>
                <a:gd name="connsiteX3" fmla="*/ 0 w 8198577"/>
                <a:gd name="connsiteY3" fmla="*/ 1510948 h 2879451"/>
                <a:gd name="connsiteX4" fmla="*/ 9491 w 8198577"/>
                <a:gd name="connsiteY4" fmla="*/ 147145 h 2879451"/>
                <a:gd name="connsiteX5" fmla="*/ 4076995 w 8198577"/>
                <a:gd name="connsiteY5" fmla="*/ 1566042 h 2879451"/>
                <a:gd name="connsiteX6" fmla="*/ 8165518 w 8198577"/>
                <a:gd name="connsiteY6" fmla="*/ 0 h 2879451"/>
                <a:gd name="connsiteX0" fmla="*/ 8165518 w 8165518"/>
                <a:gd name="connsiteY0" fmla="*/ 0 h 2880066"/>
                <a:gd name="connsiteX1" fmla="*/ 8165518 w 8165518"/>
                <a:gd name="connsiteY1" fmla="*/ 1673520 h 2880066"/>
                <a:gd name="connsiteX2" fmla="*/ 4132092 w 8165518"/>
                <a:gd name="connsiteY2" fmla="*/ 2879159 h 2880066"/>
                <a:gd name="connsiteX3" fmla="*/ 0 w 8165518"/>
                <a:gd name="connsiteY3" fmla="*/ 1510948 h 2880066"/>
                <a:gd name="connsiteX4" fmla="*/ 9491 w 8165518"/>
                <a:gd name="connsiteY4" fmla="*/ 147145 h 2880066"/>
                <a:gd name="connsiteX5" fmla="*/ 4076995 w 8165518"/>
                <a:gd name="connsiteY5" fmla="*/ 1566042 h 2880066"/>
                <a:gd name="connsiteX6" fmla="*/ 8165518 w 8165518"/>
                <a:gd name="connsiteY6" fmla="*/ 0 h 2880066"/>
                <a:gd name="connsiteX0" fmla="*/ 8156794 w 8156794"/>
                <a:gd name="connsiteY0" fmla="*/ 0 h 2879270"/>
                <a:gd name="connsiteX1" fmla="*/ 8156794 w 8156794"/>
                <a:gd name="connsiteY1" fmla="*/ 1673520 h 2879270"/>
                <a:gd name="connsiteX2" fmla="*/ 4123368 w 8156794"/>
                <a:gd name="connsiteY2" fmla="*/ 2879159 h 2879270"/>
                <a:gd name="connsiteX3" fmla="*/ 2295 w 8156794"/>
                <a:gd name="connsiteY3" fmla="*/ 1618086 h 2879270"/>
                <a:gd name="connsiteX4" fmla="*/ 767 w 8156794"/>
                <a:gd name="connsiteY4" fmla="*/ 147145 h 2879270"/>
                <a:gd name="connsiteX5" fmla="*/ 4068271 w 8156794"/>
                <a:gd name="connsiteY5" fmla="*/ 1566042 h 2879270"/>
                <a:gd name="connsiteX6" fmla="*/ 8156794 w 8156794"/>
                <a:gd name="connsiteY6" fmla="*/ 0 h 287927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00"/>
                <a:gd name="connsiteX1" fmla="*/ 8156794 w 8156794"/>
                <a:gd name="connsiteY1" fmla="*/ 1673520 h 2973000"/>
                <a:gd name="connsiteX2" fmla="*/ 4134388 w 8156794"/>
                <a:gd name="connsiteY2" fmla="*/ 2972904 h 2973000"/>
                <a:gd name="connsiteX3" fmla="*/ 2295 w 8156794"/>
                <a:gd name="connsiteY3" fmla="*/ 1618086 h 2973000"/>
                <a:gd name="connsiteX4" fmla="*/ 767 w 8156794"/>
                <a:gd name="connsiteY4" fmla="*/ 147145 h 2973000"/>
                <a:gd name="connsiteX5" fmla="*/ 4068271 w 8156794"/>
                <a:gd name="connsiteY5" fmla="*/ 1566042 h 2973000"/>
                <a:gd name="connsiteX6" fmla="*/ 8156794 w 8156794"/>
                <a:gd name="connsiteY6" fmla="*/ 0 h 2973000"/>
                <a:gd name="connsiteX0" fmla="*/ 8156794 w 8156794"/>
                <a:gd name="connsiteY0" fmla="*/ 0 h 2973020"/>
                <a:gd name="connsiteX1" fmla="*/ 8156794 w 8156794"/>
                <a:gd name="connsiteY1" fmla="*/ 1673520 h 2973020"/>
                <a:gd name="connsiteX2" fmla="*/ 4134388 w 8156794"/>
                <a:gd name="connsiteY2" fmla="*/ 2972904 h 2973020"/>
                <a:gd name="connsiteX3" fmla="*/ 2295 w 8156794"/>
                <a:gd name="connsiteY3" fmla="*/ 1618086 h 2973020"/>
                <a:gd name="connsiteX4" fmla="*/ 767 w 8156794"/>
                <a:gd name="connsiteY4" fmla="*/ 147145 h 2973020"/>
                <a:gd name="connsiteX5" fmla="*/ 4068271 w 8156794"/>
                <a:gd name="connsiteY5" fmla="*/ 1566042 h 2973020"/>
                <a:gd name="connsiteX6" fmla="*/ 8156794 w 8156794"/>
                <a:gd name="connsiteY6" fmla="*/ 0 h 2973020"/>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021"/>
                <a:gd name="connsiteX1" fmla="*/ 8156794 w 8156794"/>
                <a:gd name="connsiteY1" fmla="*/ 1673520 h 2973021"/>
                <a:gd name="connsiteX2" fmla="*/ 4134388 w 8156794"/>
                <a:gd name="connsiteY2" fmla="*/ 2972904 h 2973021"/>
                <a:gd name="connsiteX3" fmla="*/ 2295 w 8156794"/>
                <a:gd name="connsiteY3" fmla="*/ 1618086 h 2973021"/>
                <a:gd name="connsiteX4" fmla="*/ 767 w 8156794"/>
                <a:gd name="connsiteY4" fmla="*/ 147145 h 2973021"/>
                <a:gd name="connsiteX5" fmla="*/ 4068271 w 8156794"/>
                <a:gd name="connsiteY5" fmla="*/ 1566042 h 2973021"/>
                <a:gd name="connsiteX6" fmla="*/ 8156794 w 8156794"/>
                <a:gd name="connsiteY6" fmla="*/ 0 h 2973021"/>
                <a:gd name="connsiteX0" fmla="*/ 8156794 w 8156794"/>
                <a:gd name="connsiteY0" fmla="*/ 0 h 2973141"/>
                <a:gd name="connsiteX1" fmla="*/ 8156794 w 8156794"/>
                <a:gd name="connsiteY1" fmla="*/ 1673520 h 2973141"/>
                <a:gd name="connsiteX2" fmla="*/ 4134388 w 8156794"/>
                <a:gd name="connsiteY2" fmla="*/ 2972904 h 2973141"/>
                <a:gd name="connsiteX3" fmla="*/ 2295 w 8156794"/>
                <a:gd name="connsiteY3" fmla="*/ 1618086 h 2973141"/>
                <a:gd name="connsiteX4" fmla="*/ 767 w 8156794"/>
                <a:gd name="connsiteY4" fmla="*/ 147145 h 2973141"/>
                <a:gd name="connsiteX5" fmla="*/ 4068271 w 8156794"/>
                <a:gd name="connsiteY5" fmla="*/ 1566042 h 2973141"/>
                <a:gd name="connsiteX6" fmla="*/ 8156794 w 8156794"/>
                <a:gd name="connsiteY6" fmla="*/ 0 h 2973141"/>
                <a:gd name="connsiteX0" fmla="*/ 8156794 w 8156794"/>
                <a:gd name="connsiteY0" fmla="*/ 0 h 3066827"/>
                <a:gd name="connsiteX1" fmla="*/ 8156794 w 8156794"/>
                <a:gd name="connsiteY1" fmla="*/ 1673520 h 3066827"/>
                <a:gd name="connsiteX2" fmla="*/ 4123353 w 8156794"/>
                <a:gd name="connsiteY2" fmla="*/ 3066650 h 3066827"/>
                <a:gd name="connsiteX3" fmla="*/ 2295 w 8156794"/>
                <a:gd name="connsiteY3" fmla="*/ 1618086 h 3066827"/>
                <a:gd name="connsiteX4" fmla="*/ 767 w 8156794"/>
                <a:gd name="connsiteY4" fmla="*/ 147145 h 3066827"/>
                <a:gd name="connsiteX5" fmla="*/ 4068271 w 8156794"/>
                <a:gd name="connsiteY5" fmla="*/ 1566042 h 3066827"/>
                <a:gd name="connsiteX6" fmla="*/ 8156794 w 8156794"/>
                <a:gd name="connsiteY6" fmla="*/ 0 h 3066827"/>
                <a:gd name="connsiteX0" fmla="*/ 8123689 w 8156794"/>
                <a:gd name="connsiteY0" fmla="*/ 0 h 2999866"/>
                <a:gd name="connsiteX1" fmla="*/ 8156794 w 8156794"/>
                <a:gd name="connsiteY1" fmla="*/ 1606559 h 2999866"/>
                <a:gd name="connsiteX2" fmla="*/ 4123353 w 8156794"/>
                <a:gd name="connsiteY2" fmla="*/ 2999689 h 2999866"/>
                <a:gd name="connsiteX3" fmla="*/ 2295 w 8156794"/>
                <a:gd name="connsiteY3" fmla="*/ 1551125 h 2999866"/>
                <a:gd name="connsiteX4" fmla="*/ 767 w 8156794"/>
                <a:gd name="connsiteY4" fmla="*/ 80184 h 2999866"/>
                <a:gd name="connsiteX5" fmla="*/ 4068271 w 8156794"/>
                <a:gd name="connsiteY5" fmla="*/ 1499081 h 2999866"/>
                <a:gd name="connsiteX6" fmla="*/ 8123689 w 8156794"/>
                <a:gd name="connsiteY6" fmla="*/ 0 h 2999866"/>
                <a:gd name="connsiteX0" fmla="*/ 8167828 w 8167828"/>
                <a:gd name="connsiteY0" fmla="*/ 0 h 3026651"/>
                <a:gd name="connsiteX1" fmla="*/ 8156794 w 8167828"/>
                <a:gd name="connsiteY1" fmla="*/ 1633344 h 3026651"/>
                <a:gd name="connsiteX2" fmla="*/ 4123353 w 8167828"/>
                <a:gd name="connsiteY2" fmla="*/ 3026474 h 3026651"/>
                <a:gd name="connsiteX3" fmla="*/ 2295 w 8167828"/>
                <a:gd name="connsiteY3" fmla="*/ 1577910 h 3026651"/>
                <a:gd name="connsiteX4" fmla="*/ 767 w 8167828"/>
                <a:gd name="connsiteY4" fmla="*/ 106969 h 3026651"/>
                <a:gd name="connsiteX5" fmla="*/ 4068271 w 8167828"/>
                <a:gd name="connsiteY5" fmla="*/ 1525866 h 3026651"/>
                <a:gd name="connsiteX6" fmla="*/ 8167828 w 8167828"/>
                <a:gd name="connsiteY6" fmla="*/ 0 h 3026651"/>
                <a:gd name="connsiteX0" fmla="*/ 8167828 w 8167828"/>
                <a:gd name="connsiteY0" fmla="*/ 0 h 3027228"/>
                <a:gd name="connsiteX1" fmla="*/ 8145760 w 8167828"/>
                <a:gd name="connsiteY1" fmla="*/ 1686913 h 3027228"/>
                <a:gd name="connsiteX2" fmla="*/ 4123353 w 8167828"/>
                <a:gd name="connsiteY2" fmla="*/ 3026474 h 3027228"/>
                <a:gd name="connsiteX3" fmla="*/ 2295 w 8167828"/>
                <a:gd name="connsiteY3" fmla="*/ 1577910 h 3027228"/>
                <a:gd name="connsiteX4" fmla="*/ 767 w 8167828"/>
                <a:gd name="connsiteY4" fmla="*/ 106969 h 3027228"/>
                <a:gd name="connsiteX5" fmla="*/ 4068271 w 8167828"/>
                <a:gd name="connsiteY5" fmla="*/ 1525866 h 3027228"/>
                <a:gd name="connsiteX6" fmla="*/ 8167828 w 8167828"/>
                <a:gd name="connsiteY6" fmla="*/ 0 h 3027228"/>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56794 w 8156794"/>
                <a:gd name="connsiteY0" fmla="*/ 0 h 2933483"/>
                <a:gd name="connsiteX1" fmla="*/ 8145760 w 8156794"/>
                <a:gd name="connsiteY1" fmla="*/ 1593168 h 2933483"/>
                <a:gd name="connsiteX2" fmla="*/ 4123353 w 8156794"/>
                <a:gd name="connsiteY2" fmla="*/ 2932729 h 2933483"/>
                <a:gd name="connsiteX3" fmla="*/ 2295 w 8156794"/>
                <a:gd name="connsiteY3" fmla="*/ 1484165 h 2933483"/>
                <a:gd name="connsiteX4" fmla="*/ 767 w 8156794"/>
                <a:gd name="connsiteY4" fmla="*/ 13224 h 2933483"/>
                <a:gd name="connsiteX5" fmla="*/ 4068271 w 8156794"/>
                <a:gd name="connsiteY5" fmla="*/ 1432121 h 2933483"/>
                <a:gd name="connsiteX6" fmla="*/ 8156794 w 8156794"/>
                <a:gd name="connsiteY6" fmla="*/ 0 h 2933483"/>
                <a:gd name="connsiteX0" fmla="*/ 8123689 w 8145760"/>
                <a:gd name="connsiteY0" fmla="*/ 13560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9 w 8145760"/>
                <a:gd name="connsiteY6" fmla="*/ 13560 h 2920259"/>
                <a:gd name="connsiteX0" fmla="*/ 8178863 w 8178863"/>
                <a:gd name="connsiteY0" fmla="*/ 26952 h 2920259"/>
                <a:gd name="connsiteX1" fmla="*/ 8145760 w 8178863"/>
                <a:gd name="connsiteY1" fmla="*/ 1579944 h 2920259"/>
                <a:gd name="connsiteX2" fmla="*/ 4123353 w 8178863"/>
                <a:gd name="connsiteY2" fmla="*/ 2919505 h 2920259"/>
                <a:gd name="connsiteX3" fmla="*/ 2295 w 8178863"/>
                <a:gd name="connsiteY3" fmla="*/ 1470941 h 2920259"/>
                <a:gd name="connsiteX4" fmla="*/ 767 w 8178863"/>
                <a:gd name="connsiteY4" fmla="*/ 0 h 2920259"/>
                <a:gd name="connsiteX5" fmla="*/ 4068271 w 8178863"/>
                <a:gd name="connsiteY5" fmla="*/ 1418897 h 2920259"/>
                <a:gd name="connsiteX6" fmla="*/ 8178863 w 8178863"/>
                <a:gd name="connsiteY6" fmla="*/ 26952 h 2920259"/>
                <a:gd name="connsiteX0" fmla="*/ 8167827 w 8167827"/>
                <a:gd name="connsiteY0" fmla="*/ 40343 h 2920259"/>
                <a:gd name="connsiteX1" fmla="*/ 8145760 w 8167827"/>
                <a:gd name="connsiteY1" fmla="*/ 1579944 h 2920259"/>
                <a:gd name="connsiteX2" fmla="*/ 4123353 w 8167827"/>
                <a:gd name="connsiteY2" fmla="*/ 2919505 h 2920259"/>
                <a:gd name="connsiteX3" fmla="*/ 2295 w 8167827"/>
                <a:gd name="connsiteY3" fmla="*/ 1470941 h 2920259"/>
                <a:gd name="connsiteX4" fmla="*/ 767 w 8167827"/>
                <a:gd name="connsiteY4" fmla="*/ 0 h 2920259"/>
                <a:gd name="connsiteX5" fmla="*/ 4068271 w 8167827"/>
                <a:gd name="connsiteY5" fmla="*/ 1418897 h 2920259"/>
                <a:gd name="connsiteX6" fmla="*/ 8167827 w 8167827"/>
                <a:gd name="connsiteY6" fmla="*/ 40343 h 2920259"/>
                <a:gd name="connsiteX0" fmla="*/ 8123687 w 8145760"/>
                <a:gd name="connsiteY0" fmla="*/ 53735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23687 w 8145760"/>
                <a:gd name="connsiteY6" fmla="*/ 53735 h 2920259"/>
                <a:gd name="connsiteX0" fmla="*/ 8161918 w 8161918"/>
                <a:gd name="connsiteY0" fmla="*/ 0 h 2943855"/>
                <a:gd name="connsiteX1" fmla="*/ 8145760 w 8161918"/>
                <a:gd name="connsiteY1" fmla="*/ 1603540 h 2943855"/>
                <a:gd name="connsiteX2" fmla="*/ 4123353 w 8161918"/>
                <a:gd name="connsiteY2" fmla="*/ 2943101 h 2943855"/>
                <a:gd name="connsiteX3" fmla="*/ 2295 w 8161918"/>
                <a:gd name="connsiteY3" fmla="*/ 1494537 h 2943855"/>
                <a:gd name="connsiteX4" fmla="*/ 767 w 8161918"/>
                <a:gd name="connsiteY4" fmla="*/ 23596 h 2943855"/>
                <a:gd name="connsiteX5" fmla="*/ 4068271 w 8161918"/>
                <a:gd name="connsiteY5" fmla="*/ 1442493 h 2943855"/>
                <a:gd name="connsiteX6" fmla="*/ 8161918 w 8161918"/>
                <a:gd name="connsiteY6" fmla="*/ 0 h 2943855"/>
                <a:gd name="connsiteX0" fmla="*/ 8144926 w 8145760"/>
                <a:gd name="connsiteY0" fmla="*/ 43424 h 2920259"/>
                <a:gd name="connsiteX1" fmla="*/ 8145760 w 8145760"/>
                <a:gd name="connsiteY1" fmla="*/ 1579944 h 2920259"/>
                <a:gd name="connsiteX2" fmla="*/ 4123353 w 8145760"/>
                <a:gd name="connsiteY2" fmla="*/ 2919505 h 2920259"/>
                <a:gd name="connsiteX3" fmla="*/ 2295 w 8145760"/>
                <a:gd name="connsiteY3" fmla="*/ 1470941 h 2920259"/>
                <a:gd name="connsiteX4" fmla="*/ 767 w 8145760"/>
                <a:gd name="connsiteY4" fmla="*/ 0 h 2920259"/>
                <a:gd name="connsiteX5" fmla="*/ 4068271 w 8145760"/>
                <a:gd name="connsiteY5" fmla="*/ 1418897 h 2920259"/>
                <a:gd name="connsiteX6" fmla="*/ 8144926 w 8145760"/>
                <a:gd name="connsiteY6" fmla="*/ 43424 h 2920259"/>
                <a:gd name="connsiteX0" fmla="*/ 8161918 w 8161918"/>
                <a:gd name="connsiteY0" fmla="*/ 0 h 2959321"/>
                <a:gd name="connsiteX1" fmla="*/ 8145760 w 8161918"/>
                <a:gd name="connsiteY1" fmla="*/ 1619006 h 2959321"/>
                <a:gd name="connsiteX2" fmla="*/ 4123353 w 8161918"/>
                <a:gd name="connsiteY2" fmla="*/ 2958567 h 2959321"/>
                <a:gd name="connsiteX3" fmla="*/ 2295 w 8161918"/>
                <a:gd name="connsiteY3" fmla="*/ 1510003 h 2959321"/>
                <a:gd name="connsiteX4" fmla="*/ 767 w 8161918"/>
                <a:gd name="connsiteY4" fmla="*/ 39062 h 2959321"/>
                <a:gd name="connsiteX5" fmla="*/ 4068271 w 8161918"/>
                <a:gd name="connsiteY5" fmla="*/ 1457959 h 2959321"/>
                <a:gd name="connsiteX6" fmla="*/ 8161918 w 8161918"/>
                <a:gd name="connsiteY6" fmla="*/ 0 h 2959321"/>
                <a:gd name="connsiteX0" fmla="*/ 8161918 w 8162752"/>
                <a:gd name="connsiteY0" fmla="*/ 0 h 2959488"/>
                <a:gd name="connsiteX1" fmla="*/ 8162752 w 8162752"/>
                <a:gd name="connsiteY1" fmla="*/ 1629317 h 2959488"/>
                <a:gd name="connsiteX2" fmla="*/ 4123353 w 8162752"/>
                <a:gd name="connsiteY2" fmla="*/ 2958567 h 2959488"/>
                <a:gd name="connsiteX3" fmla="*/ 2295 w 8162752"/>
                <a:gd name="connsiteY3" fmla="*/ 1510003 h 2959488"/>
                <a:gd name="connsiteX4" fmla="*/ 767 w 8162752"/>
                <a:gd name="connsiteY4" fmla="*/ 39062 h 2959488"/>
                <a:gd name="connsiteX5" fmla="*/ 4068271 w 8162752"/>
                <a:gd name="connsiteY5" fmla="*/ 1457959 h 2959488"/>
                <a:gd name="connsiteX6" fmla="*/ 8161918 w 8162752"/>
                <a:gd name="connsiteY6" fmla="*/ 0 h 2959488"/>
                <a:gd name="connsiteX0" fmla="*/ 8165930 w 8166764"/>
                <a:gd name="connsiteY0" fmla="*/ 7337 h 2966825"/>
                <a:gd name="connsiteX1" fmla="*/ 8166764 w 8166764"/>
                <a:gd name="connsiteY1" fmla="*/ 1636654 h 2966825"/>
                <a:gd name="connsiteX2" fmla="*/ 4127365 w 8166764"/>
                <a:gd name="connsiteY2" fmla="*/ 2965904 h 2966825"/>
                <a:gd name="connsiteX3" fmla="*/ 6307 w 8166764"/>
                <a:gd name="connsiteY3" fmla="*/ 1517340 h 2966825"/>
                <a:gd name="connsiteX4" fmla="*/ 532 w 8166764"/>
                <a:gd name="connsiteY4" fmla="*/ 0 h 2966825"/>
                <a:gd name="connsiteX5" fmla="*/ 4072283 w 8166764"/>
                <a:gd name="connsiteY5" fmla="*/ 1465296 h 2966825"/>
                <a:gd name="connsiteX6" fmla="*/ 8165930 w 8166764"/>
                <a:gd name="connsiteY6" fmla="*/ 7337 h 2966825"/>
                <a:gd name="connsiteX0" fmla="*/ 8168119 w 8168953"/>
                <a:gd name="connsiteY0" fmla="*/ 7337 h 2966682"/>
                <a:gd name="connsiteX1" fmla="*/ 8168953 w 8168953"/>
                <a:gd name="connsiteY1" fmla="*/ 1636654 h 2966682"/>
                <a:gd name="connsiteX2" fmla="*/ 4129554 w 8168953"/>
                <a:gd name="connsiteY2" fmla="*/ 2965904 h 2966682"/>
                <a:gd name="connsiteX3" fmla="*/ 0 w 8168953"/>
                <a:gd name="connsiteY3" fmla="*/ 1527651 h 2966682"/>
                <a:gd name="connsiteX4" fmla="*/ 2721 w 8168953"/>
                <a:gd name="connsiteY4" fmla="*/ 0 h 2966682"/>
                <a:gd name="connsiteX5" fmla="*/ 4074472 w 8168953"/>
                <a:gd name="connsiteY5" fmla="*/ 1465296 h 2966682"/>
                <a:gd name="connsiteX6" fmla="*/ 8168119 w 8168953"/>
                <a:gd name="connsiteY6" fmla="*/ 7337 h 2966682"/>
                <a:gd name="connsiteX0" fmla="*/ 8168119 w 8168953"/>
                <a:gd name="connsiteY0" fmla="*/ 7337 h 3100377"/>
                <a:gd name="connsiteX1" fmla="*/ 8168953 w 8168953"/>
                <a:gd name="connsiteY1" fmla="*/ 1636654 h 3100377"/>
                <a:gd name="connsiteX2" fmla="*/ 4118520 w 8168953"/>
                <a:gd name="connsiteY2" fmla="*/ 3099826 h 3100377"/>
                <a:gd name="connsiteX3" fmla="*/ 0 w 8168953"/>
                <a:gd name="connsiteY3" fmla="*/ 1527651 h 3100377"/>
                <a:gd name="connsiteX4" fmla="*/ 2721 w 8168953"/>
                <a:gd name="connsiteY4" fmla="*/ 0 h 3100377"/>
                <a:gd name="connsiteX5" fmla="*/ 4074472 w 8168953"/>
                <a:gd name="connsiteY5" fmla="*/ 1465296 h 3100377"/>
                <a:gd name="connsiteX6" fmla="*/ 8168119 w 8168953"/>
                <a:gd name="connsiteY6" fmla="*/ 7337 h 3100377"/>
                <a:gd name="connsiteX0" fmla="*/ 8168119 w 8168953"/>
                <a:gd name="connsiteY0" fmla="*/ 7337 h 3100429"/>
                <a:gd name="connsiteX1" fmla="*/ 8168953 w 8168953"/>
                <a:gd name="connsiteY1" fmla="*/ 1636654 h 3100429"/>
                <a:gd name="connsiteX2" fmla="*/ 4118520 w 8168953"/>
                <a:gd name="connsiteY2" fmla="*/ 3099826 h 3100429"/>
                <a:gd name="connsiteX3" fmla="*/ 0 w 8168953"/>
                <a:gd name="connsiteY3" fmla="*/ 1527651 h 3100429"/>
                <a:gd name="connsiteX4" fmla="*/ 2721 w 8168953"/>
                <a:gd name="connsiteY4" fmla="*/ 0 h 3100429"/>
                <a:gd name="connsiteX5" fmla="*/ 4074472 w 8168953"/>
                <a:gd name="connsiteY5" fmla="*/ 1465296 h 3100429"/>
                <a:gd name="connsiteX6" fmla="*/ 8168119 w 8168953"/>
                <a:gd name="connsiteY6" fmla="*/ 7337 h 3100429"/>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72202 w 8166683"/>
                <a:gd name="connsiteY5" fmla="*/ 1465296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 name="connsiteX0" fmla="*/ 8165849 w 8166683"/>
                <a:gd name="connsiteY0" fmla="*/ 7337 h 3099826"/>
                <a:gd name="connsiteX1" fmla="*/ 8166683 w 8166683"/>
                <a:gd name="connsiteY1" fmla="*/ 1636654 h 3099826"/>
                <a:gd name="connsiteX2" fmla="*/ 4116250 w 8166683"/>
                <a:gd name="connsiteY2" fmla="*/ 3099826 h 3099826"/>
                <a:gd name="connsiteX3" fmla="*/ 8764 w 8166683"/>
                <a:gd name="connsiteY3" fmla="*/ 1634789 h 3099826"/>
                <a:gd name="connsiteX4" fmla="*/ 451 w 8166683"/>
                <a:gd name="connsiteY4" fmla="*/ 0 h 3099826"/>
                <a:gd name="connsiteX5" fmla="*/ 4061168 w 8166683"/>
                <a:gd name="connsiteY5" fmla="*/ 1438511 h 3099826"/>
                <a:gd name="connsiteX6" fmla="*/ 8165849 w 8166683"/>
                <a:gd name="connsiteY6" fmla="*/ 7337 h 3099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66683" h="3099826">
                  <a:moveTo>
                    <a:pt x="8165849" y="7337"/>
                  </a:moveTo>
                  <a:lnTo>
                    <a:pt x="8166683" y="1636654"/>
                  </a:lnTo>
                  <a:cubicBezTo>
                    <a:pt x="7917761" y="2728489"/>
                    <a:pt x="5475903" y="3100137"/>
                    <a:pt x="4116250" y="3099826"/>
                  </a:cubicBezTo>
                  <a:cubicBezTo>
                    <a:pt x="2756597" y="3099515"/>
                    <a:pt x="245424" y="2744647"/>
                    <a:pt x="8764" y="1634789"/>
                  </a:cubicBezTo>
                  <a:cubicBezTo>
                    <a:pt x="11928" y="1215900"/>
                    <a:pt x="-2713" y="418889"/>
                    <a:pt x="451" y="0"/>
                  </a:cubicBezTo>
                  <a:cubicBezTo>
                    <a:pt x="385485" y="953840"/>
                    <a:pt x="2700268" y="1437288"/>
                    <a:pt x="4061168" y="1438511"/>
                  </a:cubicBezTo>
                  <a:cubicBezTo>
                    <a:pt x="5422068" y="1439734"/>
                    <a:pt x="7793228" y="1089449"/>
                    <a:pt x="8165849" y="7337"/>
                  </a:cubicBezTo>
                  <a:close/>
                </a:path>
              </a:pathLst>
            </a:custGeom>
            <a:gradFill>
              <a:gsLst>
                <a:gs pos="0">
                  <a:srgbClr val="B8C2C9"/>
                </a:gs>
                <a:gs pos="21000">
                  <a:schemeClr val="bg1"/>
                </a:gs>
                <a:gs pos="60000">
                  <a:srgbClr val="D6DCE0"/>
                </a:gs>
                <a:gs pos="100000">
                  <a:srgbClr val="B8C2C9"/>
                </a:gs>
              </a:gsLst>
              <a:lin ang="0" scaled="0"/>
            </a:gra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sp>
          <p:nvSpPr>
            <p:cNvPr id="129" name="Oval 128">
              <a:extLst>
                <a:ext uri="{FF2B5EF4-FFF2-40B4-BE49-F238E27FC236}">
                  <a16:creationId xmlns:a16="http://schemas.microsoft.com/office/drawing/2014/main" id="{21FE0DA3-6E20-DC4B-8111-DD2816780A5C}"/>
                </a:ext>
              </a:extLst>
            </p:cNvPr>
            <p:cNvSpPr/>
            <p:nvPr/>
          </p:nvSpPr>
          <p:spPr>
            <a:xfrm>
              <a:off x="7494729" y="2774731"/>
              <a:ext cx="1480163" cy="579140"/>
            </a:xfrm>
            <a:prstGeom prst="ellipse">
              <a:avLst/>
            </a:prstGeom>
            <a:solidFill>
              <a:srgbClr val="B8C2C9"/>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r>
                <a:rPr lang="en-US" sz="1350" kern="1200" dirty="0">
                  <a:solidFill>
                    <a:prstClr val="white"/>
                  </a:solidFill>
                  <a:latin typeface="Calibri" panose="020F0502020204030204"/>
                </a:rPr>
                <a:t>              </a:t>
              </a:r>
            </a:p>
          </p:txBody>
        </p:sp>
        <p:grpSp>
          <p:nvGrpSpPr>
            <p:cNvPr id="130" name="Group 129">
              <a:extLst>
                <a:ext uri="{FF2B5EF4-FFF2-40B4-BE49-F238E27FC236}">
                  <a16:creationId xmlns:a16="http://schemas.microsoft.com/office/drawing/2014/main" id="{227FD192-76B7-BB4E-8D74-8B6F33DBA7D5}"/>
                </a:ext>
              </a:extLst>
            </p:cNvPr>
            <p:cNvGrpSpPr/>
            <p:nvPr/>
          </p:nvGrpSpPr>
          <p:grpSpPr>
            <a:xfrm>
              <a:off x="7713663" y="2848339"/>
              <a:ext cx="1042107" cy="425543"/>
              <a:chOff x="7786941" y="2884917"/>
              <a:chExt cx="897649" cy="353919"/>
            </a:xfrm>
          </p:grpSpPr>
          <p:sp>
            <p:nvSpPr>
              <p:cNvPr id="131" name="Freeform 130">
                <a:extLst>
                  <a:ext uri="{FF2B5EF4-FFF2-40B4-BE49-F238E27FC236}">
                    <a16:creationId xmlns:a16="http://schemas.microsoft.com/office/drawing/2014/main" id="{130CC598-6AE0-744A-9CEF-611CD26990D7}"/>
                  </a:ext>
                </a:extLst>
              </p:cNvPr>
              <p:cNvSpPr/>
              <p:nvPr/>
            </p:nvSpPr>
            <p:spPr>
              <a:xfrm>
                <a:off x="7811770" y="2884917"/>
                <a:ext cx="849158" cy="198115"/>
              </a:xfrm>
              <a:custGeom>
                <a:avLst/>
                <a:gdLst>
                  <a:gd name="connsiteX0" fmla="*/ 3725333 w 4588933"/>
                  <a:gd name="connsiteY0" fmla="*/ 0 h 1049866"/>
                  <a:gd name="connsiteX1" fmla="*/ 4588933 w 4588933"/>
                  <a:gd name="connsiteY1" fmla="*/ 270933 h 1049866"/>
                  <a:gd name="connsiteX2" fmla="*/ 3962400 w 4588933"/>
                  <a:gd name="connsiteY2" fmla="*/ 541866 h 1049866"/>
                  <a:gd name="connsiteX3" fmla="*/ 3742267 w 4588933"/>
                  <a:gd name="connsiteY3" fmla="*/ 457200 h 1049866"/>
                  <a:gd name="connsiteX4" fmla="*/ 2269067 w 4588933"/>
                  <a:gd name="connsiteY4" fmla="*/ 1049866 h 1049866"/>
                  <a:gd name="connsiteX5" fmla="*/ 880533 w 4588933"/>
                  <a:gd name="connsiteY5" fmla="*/ 457200 h 1049866"/>
                  <a:gd name="connsiteX6" fmla="*/ 592667 w 4588933"/>
                  <a:gd name="connsiteY6" fmla="*/ 541866 h 1049866"/>
                  <a:gd name="connsiteX7" fmla="*/ 0 w 4588933"/>
                  <a:gd name="connsiteY7" fmla="*/ 254000 h 1049866"/>
                  <a:gd name="connsiteX8" fmla="*/ 880533 w 4588933"/>
                  <a:gd name="connsiteY8" fmla="*/ 16933 h 1049866"/>
                  <a:gd name="connsiteX9" fmla="*/ 2302933 w 4588933"/>
                  <a:gd name="connsiteY9" fmla="*/ 626533 h 1049866"/>
                  <a:gd name="connsiteX10" fmla="*/ 3725333 w 4588933"/>
                  <a:gd name="connsiteY10" fmla="*/ 0 h 1049866"/>
                  <a:gd name="connsiteX0" fmla="*/ 3725333 w 4641485"/>
                  <a:gd name="connsiteY0" fmla="*/ 0 h 1049866"/>
                  <a:gd name="connsiteX1" fmla="*/ 4641485 w 4641485"/>
                  <a:gd name="connsiteY1" fmla="*/ 239402 h 1049866"/>
                  <a:gd name="connsiteX2" fmla="*/ 3962400 w 4641485"/>
                  <a:gd name="connsiteY2" fmla="*/ 541866 h 1049866"/>
                  <a:gd name="connsiteX3" fmla="*/ 3742267 w 4641485"/>
                  <a:gd name="connsiteY3" fmla="*/ 457200 h 1049866"/>
                  <a:gd name="connsiteX4" fmla="*/ 2269067 w 4641485"/>
                  <a:gd name="connsiteY4" fmla="*/ 1049866 h 1049866"/>
                  <a:gd name="connsiteX5" fmla="*/ 880533 w 4641485"/>
                  <a:gd name="connsiteY5" fmla="*/ 457200 h 1049866"/>
                  <a:gd name="connsiteX6" fmla="*/ 592667 w 4641485"/>
                  <a:gd name="connsiteY6" fmla="*/ 541866 h 1049866"/>
                  <a:gd name="connsiteX7" fmla="*/ 0 w 4641485"/>
                  <a:gd name="connsiteY7" fmla="*/ 254000 h 1049866"/>
                  <a:gd name="connsiteX8" fmla="*/ 880533 w 4641485"/>
                  <a:gd name="connsiteY8" fmla="*/ 16933 h 1049866"/>
                  <a:gd name="connsiteX9" fmla="*/ 2302933 w 4641485"/>
                  <a:gd name="connsiteY9" fmla="*/ 626533 h 1049866"/>
                  <a:gd name="connsiteX10" fmla="*/ 3725333 w 4641485"/>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73798 w 4673016"/>
                  <a:gd name="connsiteY3" fmla="*/ 45720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84308 w 4673016"/>
                  <a:gd name="connsiteY3" fmla="*/ 404648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34464 w 4673016"/>
                  <a:gd name="connsiteY9" fmla="*/ 62653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32979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794818 w 4673016"/>
                  <a:gd name="connsiteY3" fmla="*/ 436179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 name="connsiteX0" fmla="*/ 3756864 w 4673016"/>
                  <a:gd name="connsiteY0" fmla="*/ 0 h 1049866"/>
                  <a:gd name="connsiteX1" fmla="*/ 4673016 w 4673016"/>
                  <a:gd name="connsiteY1" fmla="*/ 239402 h 1049866"/>
                  <a:gd name="connsiteX2" fmla="*/ 3993931 w 4673016"/>
                  <a:gd name="connsiteY2" fmla="*/ 541866 h 1049866"/>
                  <a:gd name="connsiteX3" fmla="*/ 3815839 w 4673016"/>
                  <a:gd name="connsiteY3" fmla="*/ 467710 h 1049866"/>
                  <a:gd name="connsiteX4" fmla="*/ 2300598 w 4673016"/>
                  <a:gd name="connsiteY4" fmla="*/ 1049866 h 1049866"/>
                  <a:gd name="connsiteX5" fmla="*/ 912064 w 4673016"/>
                  <a:gd name="connsiteY5" fmla="*/ 457200 h 1049866"/>
                  <a:gd name="connsiteX6" fmla="*/ 624198 w 4673016"/>
                  <a:gd name="connsiteY6" fmla="*/ 541866 h 1049866"/>
                  <a:gd name="connsiteX7" fmla="*/ 0 w 4673016"/>
                  <a:gd name="connsiteY7" fmla="*/ 275021 h 1049866"/>
                  <a:gd name="connsiteX8" fmla="*/ 912064 w 4673016"/>
                  <a:gd name="connsiteY8" fmla="*/ 16933 h 1049866"/>
                  <a:gd name="connsiteX9" fmla="*/ 2323954 w 4673016"/>
                  <a:gd name="connsiteY9" fmla="*/ 616023 h 1049866"/>
                  <a:gd name="connsiteX10" fmla="*/ 3756864 w 4673016"/>
                  <a:gd name="connsiteY10" fmla="*/ 0 h 1049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73016" h="1049866">
                    <a:moveTo>
                      <a:pt x="3756864" y="0"/>
                    </a:moveTo>
                    <a:lnTo>
                      <a:pt x="4673016" y="239402"/>
                    </a:lnTo>
                    <a:lnTo>
                      <a:pt x="3993931" y="541866"/>
                    </a:lnTo>
                    <a:lnTo>
                      <a:pt x="3815839" y="467710"/>
                    </a:lnTo>
                    <a:lnTo>
                      <a:pt x="2300598" y="1049866"/>
                    </a:lnTo>
                    <a:lnTo>
                      <a:pt x="912064" y="457200"/>
                    </a:lnTo>
                    <a:lnTo>
                      <a:pt x="624198" y="541866"/>
                    </a:lnTo>
                    <a:lnTo>
                      <a:pt x="0" y="275021"/>
                    </a:lnTo>
                    <a:lnTo>
                      <a:pt x="912064" y="16933"/>
                    </a:lnTo>
                    <a:lnTo>
                      <a:pt x="2323954" y="616023"/>
                    </a:lnTo>
                    <a:lnTo>
                      <a:pt x="3756864"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2" name="Freeform 131">
                <a:extLst>
                  <a:ext uri="{FF2B5EF4-FFF2-40B4-BE49-F238E27FC236}">
                    <a16:creationId xmlns:a16="http://schemas.microsoft.com/office/drawing/2014/main" id="{F0B09B4D-82A4-6D4A-B104-F100560C4499}"/>
                  </a:ext>
                </a:extLst>
              </p:cNvPr>
              <p:cNvSpPr/>
              <p:nvPr/>
            </p:nvSpPr>
            <p:spPr>
              <a:xfrm>
                <a:off x="8367548" y="3054383"/>
                <a:ext cx="317042" cy="170569"/>
              </a:xfrm>
              <a:custGeom>
                <a:avLst/>
                <a:gdLst>
                  <a:gd name="connsiteX0" fmla="*/ 21021 w 1744718"/>
                  <a:gd name="connsiteY0" fmla="*/ 0 h 903890"/>
                  <a:gd name="connsiteX1" fmla="*/ 1744718 w 1744718"/>
                  <a:gd name="connsiteY1" fmla="*/ 693683 h 903890"/>
                  <a:gd name="connsiteX2" fmla="*/ 1145628 w 1744718"/>
                  <a:gd name="connsiteY2" fmla="*/ 903890 h 903890"/>
                  <a:gd name="connsiteX3" fmla="*/ 0 w 1744718"/>
                  <a:gd name="connsiteY3" fmla="*/ 451945 h 903890"/>
                  <a:gd name="connsiteX4" fmla="*/ 21021 w 1744718"/>
                  <a:gd name="connsiteY4" fmla="*/ 0 h 90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4718" h="903890">
                    <a:moveTo>
                      <a:pt x="21021" y="0"/>
                    </a:moveTo>
                    <a:lnTo>
                      <a:pt x="1744718" y="693683"/>
                    </a:lnTo>
                    <a:lnTo>
                      <a:pt x="1145628" y="903890"/>
                    </a:lnTo>
                    <a:lnTo>
                      <a:pt x="0" y="451945"/>
                    </a:lnTo>
                    <a:lnTo>
                      <a:pt x="21021" y="0"/>
                    </a:lnTo>
                    <a:close/>
                  </a:path>
                </a:pathLst>
              </a:custGeom>
              <a:solidFill>
                <a:srgbClr val="0000A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3" name="Freeform 132">
                <a:extLst>
                  <a:ext uri="{FF2B5EF4-FFF2-40B4-BE49-F238E27FC236}">
                    <a16:creationId xmlns:a16="http://schemas.microsoft.com/office/drawing/2014/main" id="{7CB1C4B0-5780-D24E-8D85-35BA5CE42556}"/>
                  </a:ext>
                </a:extLst>
              </p:cNvPr>
              <p:cNvSpPr/>
              <p:nvPr/>
            </p:nvSpPr>
            <p:spPr>
              <a:xfrm>
                <a:off x="7786941" y="3054383"/>
                <a:ext cx="311312" cy="168585"/>
              </a:xfrm>
              <a:custGeom>
                <a:avLst/>
                <a:gdLst>
                  <a:gd name="connsiteX0" fmla="*/ 1702676 w 1713187"/>
                  <a:gd name="connsiteY0" fmla="*/ 0 h 893380"/>
                  <a:gd name="connsiteX1" fmla="*/ 1713187 w 1713187"/>
                  <a:gd name="connsiteY1" fmla="*/ 472966 h 893380"/>
                  <a:gd name="connsiteX2" fmla="*/ 578069 w 1713187"/>
                  <a:gd name="connsiteY2" fmla="*/ 893380 h 893380"/>
                  <a:gd name="connsiteX3" fmla="*/ 0 w 1713187"/>
                  <a:gd name="connsiteY3" fmla="*/ 693683 h 893380"/>
                  <a:gd name="connsiteX4" fmla="*/ 1702676 w 1713187"/>
                  <a:gd name="connsiteY4" fmla="*/ 0 h 8933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3187" h="893380">
                    <a:moveTo>
                      <a:pt x="1702676" y="0"/>
                    </a:moveTo>
                    <a:lnTo>
                      <a:pt x="1713187" y="472966"/>
                    </a:lnTo>
                    <a:lnTo>
                      <a:pt x="578069" y="893380"/>
                    </a:lnTo>
                    <a:lnTo>
                      <a:pt x="0" y="693683"/>
                    </a:lnTo>
                    <a:lnTo>
                      <a:pt x="1702676" y="0"/>
                    </a:lnTo>
                    <a:close/>
                  </a:path>
                </a:pathLst>
              </a:custGeom>
              <a:solidFill>
                <a:srgbClr val="0000A8"/>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sp>
            <p:nvSpPr>
              <p:cNvPr id="134" name="Freeform 133">
                <a:extLst>
                  <a:ext uri="{FF2B5EF4-FFF2-40B4-BE49-F238E27FC236}">
                    <a16:creationId xmlns:a16="http://schemas.microsoft.com/office/drawing/2014/main" id="{A78B6DE2-15CA-DC49-A0BD-10E78562E1D3}"/>
                  </a:ext>
                </a:extLst>
              </p:cNvPr>
              <p:cNvSpPr/>
              <p:nvPr/>
            </p:nvSpPr>
            <p:spPr>
              <a:xfrm>
                <a:off x="7895013" y="2971083"/>
                <a:ext cx="676892" cy="267753"/>
              </a:xfrm>
              <a:custGeom>
                <a:avLst/>
                <a:gdLst>
                  <a:gd name="connsiteX0" fmla="*/ 599089 w 4162096"/>
                  <a:gd name="connsiteY0" fmla="*/ 273269 h 1618593"/>
                  <a:gd name="connsiteX1" fmla="*/ 882869 w 4162096"/>
                  <a:gd name="connsiteY1" fmla="*/ 199697 h 1618593"/>
                  <a:gd name="connsiteX2" fmla="*/ 2312276 w 4162096"/>
                  <a:gd name="connsiteY2" fmla="*/ 798786 h 1618593"/>
                  <a:gd name="connsiteX3" fmla="*/ 3794234 w 4162096"/>
                  <a:gd name="connsiteY3" fmla="*/ 199697 h 1618593"/>
                  <a:gd name="connsiteX4" fmla="*/ 4014951 w 4162096"/>
                  <a:gd name="connsiteY4" fmla="*/ 273269 h 1618593"/>
                  <a:gd name="connsiteX5" fmla="*/ 3058510 w 4162096"/>
                  <a:gd name="connsiteY5" fmla="*/ 641131 h 1618593"/>
                  <a:gd name="connsiteX6" fmla="*/ 3026979 w 4162096"/>
                  <a:gd name="connsiteY6" fmla="*/ 1114097 h 1618593"/>
                  <a:gd name="connsiteX7" fmla="*/ 4162096 w 4162096"/>
                  <a:gd name="connsiteY7" fmla="*/ 1545021 h 1618593"/>
                  <a:gd name="connsiteX8" fmla="*/ 3878317 w 4162096"/>
                  <a:gd name="connsiteY8" fmla="*/ 1608083 h 1618593"/>
                  <a:gd name="connsiteX9" fmla="*/ 2301765 w 4162096"/>
                  <a:gd name="connsiteY9" fmla="*/ 945931 h 1618593"/>
                  <a:gd name="connsiteX10" fmla="*/ 693682 w 4162096"/>
                  <a:gd name="connsiteY10" fmla="*/ 1618593 h 1618593"/>
                  <a:gd name="connsiteX11" fmla="*/ 430924 w 4162096"/>
                  <a:gd name="connsiteY11" fmla="*/ 1524000 h 1618593"/>
                  <a:gd name="connsiteX12" fmla="*/ 1576551 w 4162096"/>
                  <a:gd name="connsiteY12" fmla="*/ 1082566 h 1618593"/>
                  <a:gd name="connsiteX13" fmla="*/ 1545020 w 4162096"/>
                  <a:gd name="connsiteY13" fmla="*/ 609600 h 1618593"/>
                  <a:gd name="connsiteX14" fmla="*/ 0 w 4162096"/>
                  <a:gd name="connsiteY14" fmla="*/ 0 h 1618593"/>
                  <a:gd name="connsiteX15" fmla="*/ 872358 w 4162096"/>
                  <a:gd name="connsiteY15" fmla="*/ 210207 h 1618593"/>
                  <a:gd name="connsiteX16" fmla="*/ 872358 w 4162096"/>
                  <a:gd name="connsiteY16" fmla="*/ 210207 h 1618593"/>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15" fmla="*/ 441434 w 3731172"/>
                  <a:gd name="connsiteY15"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441434 w 3731172"/>
                  <a:gd name="connsiteY14" fmla="*/ 10510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357351 w 3731172"/>
                  <a:gd name="connsiteY14" fmla="*/ 115613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0990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47144 w 3731172"/>
                  <a:gd name="connsiteY14" fmla="*/ 6306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14096 w 3731172"/>
                  <a:gd name="connsiteY13" fmla="*/ 420413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56137 w 3731172"/>
                  <a:gd name="connsiteY13" fmla="*/ 441434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882869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68165 w 3731172"/>
                  <a:gd name="connsiteY0" fmla="*/ 73572 h 1418896"/>
                  <a:gd name="connsiteX1" fmla="*/ 451945 w 3731172"/>
                  <a:gd name="connsiteY1" fmla="*/ 0 h 1418896"/>
                  <a:gd name="connsiteX2" fmla="*/ 1881352 w 3731172"/>
                  <a:gd name="connsiteY2" fmla="*/ 599089 h 1418896"/>
                  <a:gd name="connsiteX3" fmla="*/ 3363310 w 3731172"/>
                  <a:gd name="connsiteY3" fmla="*/ 0 h 1418896"/>
                  <a:gd name="connsiteX4" fmla="*/ 3584027 w 3731172"/>
                  <a:gd name="connsiteY4" fmla="*/ 73572 h 1418896"/>
                  <a:gd name="connsiteX5" fmla="*/ 2627586 w 3731172"/>
                  <a:gd name="connsiteY5" fmla="*/ 441434 h 1418896"/>
                  <a:gd name="connsiteX6" fmla="*/ 2596055 w 3731172"/>
                  <a:gd name="connsiteY6" fmla="*/ 914400 h 1418896"/>
                  <a:gd name="connsiteX7" fmla="*/ 3731172 w 3731172"/>
                  <a:gd name="connsiteY7" fmla="*/ 1345324 h 1418896"/>
                  <a:gd name="connsiteX8" fmla="*/ 3447393 w 3731172"/>
                  <a:gd name="connsiteY8" fmla="*/ 1408386 h 1418896"/>
                  <a:gd name="connsiteX9" fmla="*/ 1870841 w 3731172"/>
                  <a:gd name="connsiteY9" fmla="*/ 746234 h 1418896"/>
                  <a:gd name="connsiteX10" fmla="*/ 262758 w 3731172"/>
                  <a:gd name="connsiteY10" fmla="*/ 1418896 h 1418896"/>
                  <a:gd name="connsiteX11" fmla="*/ 0 w 3731172"/>
                  <a:gd name="connsiteY11" fmla="*/ 1324303 h 1418896"/>
                  <a:gd name="connsiteX12" fmla="*/ 1145627 w 3731172"/>
                  <a:gd name="connsiteY12" fmla="*/ 903890 h 1418896"/>
                  <a:gd name="connsiteX13" fmla="*/ 1145626 w 3731172"/>
                  <a:gd name="connsiteY13" fmla="*/ 451945 h 1418896"/>
                  <a:gd name="connsiteX14" fmla="*/ 189185 w 3731172"/>
                  <a:gd name="connsiteY14" fmla="*/ 84081 h 1418896"/>
                  <a:gd name="connsiteX15" fmla="*/ 168165 w 3731172"/>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575034 w 3710151"/>
                  <a:gd name="connsiteY6" fmla="*/ 91440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06565 w 3710151"/>
                  <a:gd name="connsiteY6" fmla="*/ 924910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06565 w 3710151"/>
                  <a:gd name="connsiteY5" fmla="*/ 441434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5151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60331 w 3710151"/>
                  <a:gd name="connsiteY2" fmla="*/ 599089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124605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12460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47144 w 3710151"/>
                  <a:gd name="connsiteY0" fmla="*/ 73572 h 1418896"/>
                  <a:gd name="connsiteX1" fmla="*/ 430924 w 3710151"/>
                  <a:gd name="connsiteY1" fmla="*/ 0 h 1418896"/>
                  <a:gd name="connsiteX2" fmla="*/ 1838028 w 3710151"/>
                  <a:gd name="connsiteY2" fmla="*/ 591655 h 1418896"/>
                  <a:gd name="connsiteX3" fmla="*/ 3342289 w 3710151"/>
                  <a:gd name="connsiteY3" fmla="*/ 0 h 1418896"/>
                  <a:gd name="connsiteX4" fmla="*/ 3563006 w 3710151"/>
                  <a:gd name="connsiteY4" fmla="*/ 73572 h 1418896"/>
                  <a:gd name="connsiteX5" fmla="*/ 2617717 w 3710151"/>
                  <a:gd name="connsiteY5" fmla="*/ 448868 h 1418896"/>
                  <a:gd name="connsiteX6" fmla="*/ 2610282 w 3710151"/>
                  <a:gd name="connsiteY6" fmla="*/ 902607 h 1418896"/>
                  <a:gd name="connsiteX7" fmla="*/ 3710151 w 3710151"/>
                  <a:gd name="connsiteY7" fmla="*/ 1345324 h 1418896"/>
                  <a:gd name="connsiteX8" fmla="*/ 3426372 w 3710151"/>
                  <a:gd name="connsiteY8" fmla="*/ 1408386 h 1418896"/>
                  <a:gd name="connsiteX9" fmla="*/ 1849820 w 3710151"/>
                  <a:gd name="connsiteY9" fmla="*/ 746234 h 1418896"/>
                  <a:gd name="connsiteX10" fmla="*/ 241737 w 3710151"/>
                  <a:gd name="connsiteY10" fmla="*/ 1418896 h 1418896"/>
                  <a:gd name="connsiteX11" fmla="*/ 0 w 3710151"/>
                  <a:gd name="connsiteY11" fmla="*/ 1334814 h 1418896"/>
                  <a:gd name="connsiteX12" fmla="*/ 1098586 w 3710151"/>
                  <a:gd name="connsiteY12" fmla="*/ 903890 h 1418896"/>
                  <a:gd name="connsiteX13" fmla="*/ 1087434 w 3710151"/>
                  <a:gd name="connsiteY13" fmla="*/ 451945 h 1418896"/>
                  <a:gd name="connsiteX14" fmla="*/ 168164 w 3710151"/>
                  <a:gd name="connsiteY14" fmla="*/ 84081 h 1418896"/>
                  <a:gd name="connsiteX15" fmla="*/ 147144 w 3710151"/>
                  <a:gd name="connsiteY15" fmla="*/ 73572 h 1418896"/>
                  <a:gd name="connsiteX0" fmla="*/ 162012 w 3725019"/>
                  <a:gd name="connsiteY0" fmla="*/ 73572 h 1418896"/>
                  <a:gd name="connsiteX1" fmla="*/ 445792 w 3725019"/>
                  <a:gd name="connsiteY1" fmla="*/ 0 h 1418896"/>
                  <a:gd name="connsiteX2" fmla="*/ 1852896 w 3725019"/>
                  <a:gd name="connsiteY2" fmla="*/ 591655 h 1418896"/>
                  <a:gd name="connsiteX3" fmla="*/ 3357157 w 3725019"/>
                  <a:gd name="connsiteY3" fmla="*/ 0 h 1418896"/>
                  <a:gd name="connsiteX4" fmla="*/ 3577874 w 3725019"/>
                  <a:gd name="connsiteY4" fmla="*/ 73572 h 1418896"/>
                  <a:gd name="connsiteX5" fmla="*/ 2632585 w 3725019"/>
                  <a:gd name="connsiteY5" fmla="*/ 448868 h 1418896"/>
                  <a:gd name="connsiteX6" fmla="*/ 2625150 w 3725019"/>
                  <a:gd name="connsiteY6" fmla="*/ 902607 h 1418896"/>
                  <a:gd name="connsiteX7" fmla="*/ 3725019 w 3725019"/>
                  <a:gd name="connsiteY7" fmla="*/ 1345324 h 1418896"/>
                  <a:gd name="connsiteX8" fmla="*/ 3441240 w 3725019"/>
                  <a:gd name="connsiteY8" fmla="*/ 1408386 h 1418896"/>
                  <a:gd name="connsiteX9" fmla="*/ 1864688 w 3725019"/>
                  <a:gd name="connsiteY9" fmla="*/ 746234 h 1418896"/>
                  <a:gd name="connsiteX10" fmla="*/ 256605 w 3725019"/>
                  <a:gd name="connsiteY10" fmla="*/ 1418896 h 1418896"/>
                  <a:gd name="connsiteX11" fmla="*/ 0 w 3725019"/>
                  <a:gd name="connsiteY11" fmla="*/ 1331097 h 1418896"/>
                  <a:gd name="connsiteX12" fmla="*/ 1113454 w 3725019"/>
                  <a:gd name="connsiteY12" fmla="*/ 903890 h 1418896"/>
                  <a:gd name="connsiteX13" fmla="*/ 1102302 w 3725019"/>
                  <a:gd name="connsiteY13" fmla="*/ 451945 h 1418896"/>
                  <a:gd name="connsiteX14" fmla="*/ 183032 w 3725019"/>
                  <a:gd name="connsiteY14" fmla="*/ 84081 h 1418896"/>
                  <a:gd name="connsiteX15" fmla="*/ 162012 w 3725019"/>
                  <a:gd name="connsiteY15" fmla="*/ 73572 h 1418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25019" h="1418896">
                    <a:moveTo>
                      <a:pt x="162012" y="73572"/>
                    </a:moveTo>
                    <a:lnTo>
                      <a:pt x="445792" y="0"/>
                    </a:lnTo>
                    <a:lnTo>
                      <a:pt x="1852896" y="591655"/>
                    </a:lnTo>
                    <a:lnTo>
                      <a:pt x="3357157" y="0"/>
                    </a:lnTo>
                    <a:lnTo>
                      <a:pt x="3577874" y="73572"/>
                    </a:lnTo>
                    <a:lnTo>
                      <a:pt x="2632585" y="448868"/>
                    </a:lnTo>
                    <a:lnTo>
                      <a:pt x="2625150" y="902607"/>
                    </a:lnTo>
                    <a:lnTo>
                      <a:pt x="3725019" y="1345324"/>
                    </a:lnTo>
                    <a:lnTo>
                      <a:pt x="3441240" y="1408386"/>
                    </a:lnTo>
                    <a:lnTo>
                      <a:pt x="1864688" y="746234"/>
                    </a:lnTo>
                    <a:lnTo>
                      <a:pt x="256605" y="1418896"/>
                    </a:lnTo>
                    <a:lnTo>
                      <a:pt x="0" y="1331097"/>
                    </a:lnTo>
                    <a:lnTo>
                      <a:pt x="1113454" y="903890"/>
                    </a:lnTo>
                    <a:cubicBezTo>
                      <a:pt x="1113454" y="760249"/>
                      <a:pt x="1102302" y="595586"/>
                      <a:pt x="1102302" y="451945"/>
                    </a:cubicBezTo>
                    <a:lnTo>
                      <a:pt x="183032" y="84081"/>
                    </a:lnTo>
                    <a:cubicBezTo>
                      <a:pt x="26317" y="21019"/>
                      <a:pt x="169019" y="77075"/>
                      <a:pt x="162012" y="73572"/>
                    </a:cubicBezTo>
                    <a:close/>
                  </a:path>
                </a:pathLst>
              </a:custGeom>
              <a:solidFill>
                <a:schemeClr val="accent1">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buClrTx/>
                  <a:defRPr/>
                </a:pPr>
                <a:endParaRPr lang="en-US" sz="1350" kern="1200" dirty="0">
                  <a:solidFill>
                    <a:prstClr val="white"/>
                  </a:solidFill>
                  <a:latin typeface="Calibri" panose="020F0502020204030204"/>
                </a:endParaRPr>
              </a:p>
            </p:txBody>
          </p:sp>
        </p:grpSp>
      </p:grpSp>
      <p:sp>
        <p:nvSpPr>
          <p:cNvPr id="52" name="Rectangle 3">
            <a:extLst>
              <a:ext uri="{FF2B5EF4-FFF2-40B4-BE49-F238E27FC236}">
                <a16:creationId xmlns:a16="http://schemas.microsoft.com/office/drawing/2014/main" id="{A295C9C7-DA39-ED42-847F-83EE93D04F56}"/>
              </a:ext>
            </a:extLst>
          </p:cNvPr>
          <p:cNvSpPr>
            <a:spLocks noChangeArrowheads="1"/>
          </p:cNvSpPr>
          <p:nvPr/>
        </p:nvSpPr>
        <p:spPr bwMode="auto">
          <a:xfrm>
            <a:off x="2532391" y="3112300"/>
            <a:ext cx="3179005" cy="155852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57175" indent="-257175" defTabSz="685800">
              <a:lnSpc>
                <a:spcPct val="90000"/>
              </a:lnSpc>
              <a:spcBef>
                <a:spcPts val="450"/>
              </a:spcBef>
              <a:buClr>
                <a:srgbClr val="000099"/>
              </a:buClr>
              <a:buSzPct val="65000"/>
              <a:defRPr/>
            </a:pPr>
            <a:r>
              <a:rPr lang="en-US" sz="2100" i="1" kern="1200" dirty="0" err="1">
                <a:solidFill>
                  <a:srgbClr val="CC0000"/>
                </a:solidFill>
                <a:latin typeface="Calibri" panose="020F0502020204030204"/>
                <a:ea typeface="ＭＳ Ｐゴシック" charset="0"/>
                <a:cs typeface="ＭＳ Ｐゴシック" charset="0"/>
              </a:rPr>
              <a:t>d</a:t>
            </a:r>
            <a:r>
              <a:rPr lang="en-US" sz="2100" kern="1200" baseline="-25000" dirty="0" err="1">
                <a:solidFill>
                  <a:srgbClr val="CC0000"/>
                </a:solidFill>
                <a:latin typeface="Calibri" panose="020F0502020204030204"/>
                <a:ea typeface="ＭＳ Ｐゴシック" charset="0"/>
                <a:cs typeface="ＭＳ Ｐゴシック" charset="0"/>
              </a:rPr>
              <a:t>tx</a:t>
            </a:r>
            <a:r>
              <a:rPr lang="en-US" sz="2100" kern="1200" dirty="0">
                <a:solidFill>
                  <a:srgbClr val="CC0000"/>
                </a:solidFill>
                <a:latin typeface="Calibri" panose="020F0502020204030204"/>
                <a:ea typeface="ＭＳ Ｐゴシック" charset="0"/>
                <a:cs typeface="ＭＳ Ｐゴシック" charset="0"/>
              </a:rPr>
              <a:t>: transmission delay:</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L</a:t>
            </a:r>
            <a:r>
              <a:rPr lang="en-US" sz="1800" kern="1200" dirty="0">
                <a:latin typeface="Calibri" panose="020F0502020204030204"/>
                <a:ea typeface="ＭＳ Ｐゴシック" charset="0"/>
                <a:cs typeface="ＭＳ Ｐゴシック" charset="0"/>
              </a:rPr>
              <a:t>: packet length (bits) </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R</a:t>
            </a:r>
            <a:r>
              <a:rPr lang="en-US" sz="1800" kern="1200" dirty="0">
                <a:latin typeface="Calibri" panose="020F0502020204030204"/>
                <a:ea typeface="ＭＳ Ｐゴシック" charset="0"/>
                <a:cs typeface="ＭＳ Ｐゴシック" charset="0"/>
              </a:rPr>
              <a:t>: link </a:t>
            </a:r>
            <a:r>
              <a:rPr lang="en-US" sz="1800" i="1" kern="1200" dirty="0">
                <a:latin typeface="Calibri" panose="020F0502020204030204"/>
                <a:ea typeface="ＭＳ Ｐゴシック" charset="0"/>
                <a:cs typeface="ＭＳ Ｐゴシック" charset="0"/>
              </a:rPr>
              <a:t>transmission rate (bps)</a:t>
            </a:r>
          </a:p>
          <a:p>
            <a:pPr marL="173831" indent="-173831" defTabSz="685800">
              <a:lnSpc>
                <a:spcPct val="90000"/>
              </a:lnSpc>
              <a:spcBef>
                <a:spcPts val="450"/>
              </a:spcBef>
              <a:buClr>
                <a:srgbClr val="000099"/>
              </a:buClr>
              <a:buFont typeface="Wingdings" charset="0"/>
              <a:buChar char="§"/>
              <a:defRPr/>
            </a:pPr>
            <a:r>
              <a:rPr lang="en-US" sz="1800" i="1" kern="1200" dirty="0">
                <a:solidFill>
                  <a:srgbClr val="CC0000"/>
                </a:solidFill>
                <a:latin typeface="Calibri" panose="020F0502020204030204"/>
                <a:ea typeface="ＭＳ Ｐゴシック" charset="0"/>
                <a:cs typeface="ＭＳ Ｐゴシック" charset="0"/>
              </a:rPr>
              <a:t>d</a:t>
            </a:r>
            <a:r>
              <a:rPr lang="en-US" sz="1800" i="1" kern="1200" baseline="-25000" dirty="0">
                <a:solidFill>
                  <a:srgbClr val="CC0000"/>
                </a:solidFill>
                <a:latin typeface="Calibri" panose="020F0502020204030204"/>
                <a:ea typeface="ＭＳ Ｐゴシック" charset="0"/>
                <a:cs typeface="ＭＳ Ｐゴシック" charset="0"/>
              </a:rPr>
              <a:t>trans</a:t>
            </a:r>
            <a:r>
              <a:rPr lang="en-US" sz="1800" i="1" kern="1200" dirty="0">
                <a:solidFill>
                  <a:srgbClr val="CC0000"/>
                </a:solidFill>
                <a:latin typeface="Calibri" panose="020F0502020204030204"/>
                <a:ea typeface="ＭＳ Ｐゴシック" charset="0"/>
                <a:cs typeface="ＭＳ Ｐゴシック" charset="0"/>
              </a:rPr>
              <a:t> </a:t>
            </a:r>
            <a:r>
              <a:rPr lang="en-US" sz="1800" i="1" kern="1200" dirty="0">
                <a:latin typeface="Calibri" panose="020F0502020204030204"/>
                <a:ea typeface="ＭＳ Ｐゴシック" charset="0"/>
                <a:cs typeface="ＭＳ Ｐゴシック" charset="0"/>
              </a:rPr>
              <a:t>= L/R</a:t>
            </a:r>
          </a:p>
        </p:txBody>
      </p:sp>
      <p:sp>
        <p:nvSpPr>
          <p:cNvPr id="53" name="Rectangle 4">
            <a:extLst>
              <a:ext uri="{FF2B5EF4-FFF2-40B4-BE49-F238E27FC236}">
                <a16:creationId xmlns:a16="http://schemas.microsoft.com/office/drawing/2014/main" id="{4367B5FB-6961-314F-9C99-C943E30E405F}"/>
              </a:ext>
            </a:extLst>
          </p:cNvPr>
          <p:cNvSpPr>
            <a:spLocks noChangeArrowheads="1"/>
          </p:cNvSpPr>
          <p:nvPr/>
        </p:nvSpPr>
        <p:spPr bwMode="auto">
          <a:xfrm>
            <a:off x="5638611" y="3112300"/>
            <a:ext cx="3433318" cy="16430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marL="257175" indent="-257175" defTabSz="685800">
              <a:lnSpc>
                <a:spcPct val="85000"/>
              </a:lnSpc>
              <a:spcBef>
                <a:spcPct val="20000"/>
              </a:spcBef>
              <a:buClr>
                <a:srgbClr val="000099"/>
              </a:buClr>
              <a:buSzPct val="65000"/>
              <a:defRPr/>
            </a:pPr>
            <a:r>
              <a:rPr lang="en-US" sz="2100" i="1" kern="1200" dirty="0">
                <a:solidFill>
                  <a:srgbClr val="CC0000"/>
                </a:solidFill>
                <a:latin typeface="Calibri" panose="020F0502020204030204"/>
                <a:ea typeface="ＭＳ Ｐゴシック" charset="0"/>
                <a:cs typeface="ＭＳ Ｐゴシック" charset="0"/>
              </a:rPr>
              <a:t>d</a:t>
            </a:r>
            <a:r>
              <a:rPr lang="en-US" sz="2100" kern="1200" baseline="-25000" dirty="0">
                <a:solidFill>
                  <a:srgbClr val="CC0000"/>
                </a:solidFill>
                <a:latin typeface="Calibri" panose="020F0502020204030204"/>
                <a:ea typeface="ＭＳ Ｐゴシック" charset="0"/>
                <a:cs typeface="ＭＳ Ｐゴシック" charset="0"/>
              </a:rPr>
              <a:t>prop</a:t>
            </a:r>
            <a:r>
              <a:rPr lang="en-US" sz="2100" kern="1200" dirty="0">
                <a:solidFill>
                  <a:srgbClr val="CC0000"/>
                </a:solidFill>
                <a:latin typeface="Calibri" panose="020F0502020204030204"/>
                <a:ea typeface="ＭＳ Ｐゴシック" charset="0"/>
                <a:cs typeface="ＭＳ Ｐゴシック" charset="0"/>
              </a:rPr>
              <a:t>: propagation delay:</a:t>
            </a:r>
            <a:endParaRPr lang="en-US" sz="1350" kern="1200" dirty="0">
              <a:solidFill>
                <a:srgbClr val="CC0000"/>
              </a:solidFill>
              <a:latin typeface="Calibri" panose="020F0502020204030204"/>
              <a:ea typeface="ＭＳ Ｐゴシック" charset="0"/>
              <a:cs typeface="ＭＳ Ｐゴシック" charset="0"/>
            </a:endParaRP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d</a:t>
            </a:r>
            <a:r>
              <a:rPr lang="en-US" sz="1800" kern="1200" dirty="0">
                <a:latin typeface="Calibri" panose="020F0502020204030204"/>
                <a:ea typeface="ＭＳ Ｐゴシック" charset="0"/>
                <a:cs typeface="ＭＳ Ｐゴシック" charset="0"/>
              </a:rPr>
              <a:t>: length of physical link</a:t>
            </a:r>
          </a:p>
          <a:p>
            <a:pPr marL="173831" indent="-173831" defTabSz="685800">
              <a:lnSpc>
                <a:spcPct val="90000"/>
              </a:lnSpc>
              <a:spcBef>
                <a:spcPts val="450"/>
              </a:spcBef>
              <a:buClr>
                <a:srgbClr val="000099"/>
              </a:buClr>
              <a:buFont typeface="Wingdings" charset="0"/>
              <a:buChar char="§"/>
              <a:defRPr/>
            </a:pPr>
            <a:r>
              <a:rPr lang="en-US" sz="1800" i="1" kern="1200" dirty="0">
                <a:latin typeface="Calibri" panose="020F0502020204030204"/>
                <a:ea typeface="ＭＳ Ｐゴシック" charset="0"/>
                <a:cs typeface="ＭＳ Ｐゴシック" charset="0"/>
              </a:rPr>
              <a:t>s</a:t>
            </a:r>
            <a:r>
              <a:rPr lang="en-US" sz="1800" kern="1200" dirty="0">
                <a:latin typeface="Calibri" panose="020F0502020204030204"/>
                <a:ea typeface="ＭＳ Ｐゴシック" charset="0"/>
                <a:cs typeface="ＭＳ Ｐゴシック" charset="0"/>
              </a:rPr>
              <a:t>: propagation speed (~2x10</a:t>
            </a:r>
            <a:r>
              <a:rPr lang="en-US" sz="1800" kern="1200" baseline="30000" dirty="0">
                <a:latin typeface="Calibri" panose="020F0502020204030204"/>
                <a:ea typeface="ＭＳ Ｐゴシック" charset="0"/>
                <a:cs typeface="ＭＳ Ｐゴシック" charset="0"/>
              </a:rPr>
              <a:t>8</a:t>
            </a:r>
            <a:r>
              <a:rPr lang="en-US" sz="1800" kern="1200" dirty="0">
                <a:latin typeface="Calibri" panose="020F0502020204030204"/>
                <a:ea typeface="ＭＳ Ｐゴシック" charset="0"/>
                <a:cs typeface="ＭＳ Ｐゴシック" charset="0"/>
              </a:rPr>
              <a:t> m/sec)</a:t>
            </a:r>
          </a:p>
          <a:p>
            <a:pPr marL="173831" indent="-173831" defTabSz="685800">
              <a:lnSpc>
                <a:spcPct val="90000"/>
              </a:lnSpc>
              <a:spcBef>
                <a:spcPts val="450"/>
              </a:spcBef>
              <a:buClr>
                <a:srgbClr val="000099"/>
              </a:buClr>
              <a:buFont typeface="Wingdings" charset="0"/>
              <a:buChar char="§"/>
              <a:defRPr/>
            </a:pPr>
            <a:r>
              <a:rPr lang="en-US" sz="1800" i="1" kern="1200" dirty="0">
                <a:solidFill>
                  <a:srgbClr val="CC0000"/>
                </a:solidFill>
                <a:latin typeface="Calibri" panose="020F0502020204030204"/>
                <a:ea typeface="ＭＳ Ｐゴシック" charset="0"/>
                <a:cs typeface="ＭＳ Ｐゴシック" charset="0"/>
              </a:rPr>
              <a:t>d</a:t>
            </a:r>
            <a:r>
              <a:rPr lang="en-US" sz="1800" kern="1200" baseline="-25000" dirty="0">
                <a:solidFill>
                  <a:srgbClr val="CC0000"/>
                </a:solidFill>
                <a:latin typeface="Calibri" panose="020F0502020204030204"/>
                <a:ea typeface="ＭＳ Ｐゴシック" charset="0"/>
                <a:cs typeface="ＭＳ Ｐゴシック" charset="0"/>
              </a:rPr>
              <a:t>prop</a:t>
            </a:r>
            <a:r>
              <a:rPr lang="en-US" sz="1800" kern="1200" dirty="0">
                <a:latin typeface="Calibri" panose="020F0502020204030204"/>
                <a:ea typeface="ＭＳ Ｐゴシック" charset="0"/>
                <a:cs typeface="ＭＳ Ｐゴシック" charset="0"/>
              </a:rPr>
              <a:t> = </a:t>
            </a:r>
            <a:r>
              <a:rPr lang="en-US" sz="1800" i="1" kern="1200" dirty="0">
                <a:latin typeface="Calibri" panose="020F0502020204030204"/>
                <a:ea typeface="ＭＳ Ｐゴシック" charset="0"/>
                <a:cs typeface="ＭＳ Ｐゴシック" charset="0"/>
              </a:rPr>
              <a:t>d</a:t>
            </a:r>
            <a:r>
              <a:rPr lang="en-US" sz="1800" kern="1200" dirty="0">
                <a:latin typeface="Calibri" panose="020F0502020204030204"/>
                <a:ea typeface="ＭＳ Ｐゴシック" charset="0"/>
                <a:cs typeface="ＭＳ Ｐゴシック" charset="0"/>
              </a:rPr>
              <a:t>/</a:t>
            </a:r>
            <a:r>
              <a:rPr lang="en-US" sz="1800" i="1" kern="1200" dirty="0">
                <a:latin typeface="Calibri" panose="020F0502020204030204"/>
                <a:ea typeface="ＭＳ Ｐゴシック" charset="0"/>
                <a:cs typeface="ＭＳ Ｐゴシック" charset="0"/>
              </a:rPr>
              <a:t>s</a:t>
            </a:r>
          </a:p>
        </p:txBody>
      </p:sp>
      <p:sp>
        <p:nvSpPr>
          <p:cNvPr id="4" name="TextBox 3">
            <a:extLst>
              <a:ext uri="{FF2B5EF4-FFF2-40B4-BE49-F238E27FC236}">
                <a16:creationId xmlns:a16="http://schemas.microsoft.com/office/drawing/2014/main" id="{1F114893-DF20-B64F-71DF-D751A1CC3FA0}"/>
              </a:ext>
            </a:extLst>
          </p:cNvPr>
          <p:cNvSpPr txBox="1"/>
          <p:nvPr/>
        </p:nvSpPr>
        <p:spPr>
          <a:xfrm>
            <a:off x="7355270" y="56799"/>
            <a:ext cx="1704506" cy="461665"/>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Calibri" panose="020F0502020204030204"/>
                <a:ea typeface="+mn-ea"/>
                <a:cs typeface="+mn-cs"/>
              </a:rPr>
              <a:t>IMPORTANT</a:t>
            </a:r>
            <a:endParaRPr kumimoji="0" lang="en-SE" sz="24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 name="TextBox 9">
            <a:extLst>
              <a:ext uri="{FF2B5EF4-FFF2-40B4-BE49-F238E27FC236}">
                <a16:creationId xmlns:a16="http://schemas.microsoft.com/office/drawing/2014/main" id="{1E28A315-E06F-7067-763F-5162A92F118B}"/>
              </a:ext>
            </a:extLst>
          </p:cNvPr>
          <p:cNvSpPr txBox="1"/>
          <p:nvPr/>
        </p:nvSpPr>
        <p:spPr>
          <a:xfrm>
            <a:off x="34756" y="1439199"/>
            <a:ext cx="2372098" cy="95410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kern="1200" dirty="0">
                <a:solidFill>
                  <a:schemeClr val="tx1"/>
                </a:solidFill>
                <a:latin typeface="Calibri" panose="020F0502020204030204"/>
                <a:ea typeface="+mn-ea"/>
                <a:cs typeface="+mn-cs"/>
              </a:rPr>
              <a:t>The </a:t>
            </a: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nodal processing delay (check bit errors, determine output link) is typically very small and can be ignored</a:t>
            </a:r>
            <a:endParaRPr lang="en-US" dirty="0">
              <a:solidFill>
                <a:schemeClr val="tx1"/>
              </a:solidFill>
            </a:endParaRPr>
          </a:p>
        </p:txBody>
      </p:sp>
    </p:spTree>
    <p:extLst>
      <p:ext uri="{BB962C8B-B14F-4D97-AF65-F5344CB8AC3E}">
        <p14:creationId xmlns:p14="http://schemas.microsoft.com/office/powerpoint/2010/main" val="4534572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nodePh="1">
                                  <p:stCondLst>
                                    <p:cond delay="0"/>
                                  </p:stCondLst>
                                  <p:endCondLst>
                                    <p:cond evt="begin" delay="0">
                                      <p:tn val="5"/>
                                    </p:cond>
                                  </p:endCondLst>
                                  <p:childTnLst>
                                    <p:set>
                                      <p:cBhvr>
                                        <p:cTn id="6" dur="1" fill="hold">
                                          <p:stCondLst>
                                            <p:cond delay="0"/>
                                          </p:stCondLst>
                                        </p:cTn>
                                        <p:tgtEl>
                                          <p:spTgt spid="58"/>
                                        </p:tgtEl>
                                        <p:attrNameLst>
                                          <p:attrName>style.visibility</p:attrName>
                                        </p:attrNameLst>
                                      </p:cBhvr>
                                      <p:to>
                                        <p:strVal val="visible"/>
                                      </p:to>
                                    </p:set>
                                    <p:animEffect transition="in" filter="dissolve">
                                      <p:cBhvr>
                                        <p:cTn id="7" dur="500"/>
                                        <p:tgtEl>
                                          <p:spTgt spid="5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75"/>
                                        </p:tgtEl>
                                        <p:attrNameLst>
                                          <p:attrName>style.visibility</p:attrName>
                                        </p:attrNameLst>
                                      </p:cBhvr>
                                      <p:to>
                                        <p:strVal val="visible"/>
                                      </p:to>
                                    </p:set>
                                    <p:animEffect transition="in" filter="dissolve">
                                      <p:cBhvr>
                                        <p:cTn id="12" dur="500"/>
                                        <p:tgtEl>
                                          <p:spTgt spid="75"/>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grpId="0" nodeType="clickEffect">
                                  <p:stCondLst>
                                    <p:cond delay="0"/>
                                  </p:stCondLst>
                                  <p:childTnLst>
                                    <p:set>
                                      <p:cBhvr>
                                        <p:cTn id="16" dur="1" fill="hold">
                                          <p:stCondLst>
                                            <p:cond delay="0"/>
                                          </p:stCondLst>
                                        </p:cTn>
                                        <p:tgtEl>
                                          <p:spTgt spid="52"/>
                                        </p:tgtEl>
                                        <p:attrNameLst>
                                          <p:attrName>style.visibility</p:attrName>
                                        </p:attrNameLst>
                                      </p:cBhvr>
                                      <p:to>
                                        <p:strVal val="visible"/>
                                      </p:to>
                                    </p:set>
                                    <p:animEffect transition="in" filter="dissolve">
                                      <p:cBhvr>
                                        <p:cTn id="17" dur="500"/>
                                        <p:tgtEl>
                                          <p:spTgt spid="5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53"/>
                                        </p:tgtEl>
                                        <p:attrNameLst>
                                          <p:attrName>style.visibility</p:attrName>
                                        </p:attrNameLst>
                                      </p:cBhvr>
                                      <p:to>
                                        <p:strVal val="visible"/>
                                      </p:to>
                                    </p:set>
                                    <p:animEffect transition="in" filter="dissolve">
                                      <p:cBhvr>
                                        <p:cTn id="22"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75" grpId="0"/>
      <p:bldP spid="52" grpId="0"/>
      <p:bldP spid="5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914B2-C161-4BFE-80A6-71DC7F5DA392}"/>
              </a:ext>
            </a:extLst>
          </p:cNvPr>
          <p:cNvSpPr>
            <a:spLocks noGrp="1"/>
          </p:cNvSpPr>
          <p:nvPr>
            <p:ph type="title"/>
          </p:nvPr>
        </p:nvSpPr>
        <p:spPr>
          <a:xfrm>
            <a:off x="637277" y="226180"/>
            <a:ext cx="4486275" cy="670967"/>
          </a:xfrm>
        </p:spPr>
        <p:txBody>
          <a:bodyPr>
            <a:normAutofit fontScale="90000"/>
          </a:bodyPr>
          <a:lstStyle/>
          <a:p>
            <a:r>
              <a:rPr lang="en-US" dirty="0"/>
              <a:t>Q1 End-­to­‐end delay </a:t>
            </a:r>
          </a:p>
        </p:txBody>
      </p:sp>
      <p:sp>
        <p:nvSpPr>
          <p:cNvPr id="3" name="Content Placeholder 2">
            <a:extLst>
              <a:ext uri="{FF2B5EF4-FFF2-40B4-BE49-F238E27FC236}">
                <a16:creationId xmlns:a16="http://schemas.microsoft.com/office/drawing/2014/main" id="{14A8C199-202B-428F-BCFF-DE6A5AABCDCD}"/>
              </a:ext>
            </a:extLst>
          </p:cNvPr>
          <p:cNvSpPr>
            <a:spLocks noGrp="1"/>
          </p:cNvSpPr>
          <p:nvPr>
            <p:ph sz="half" idx="1"/>
          </p:nvPr>
        </p:nvSpPr>
        <p:spPr>
          <a:xfrm>
            <a:off x="267419" y="897147"/>
            <a:ext cx="4247431" cy="3735576"/>
          </a:xfrm>
        </p:spPr>
        <p:txBody>
          <a:bodyPr>
            <a:normAutofit fontScale="92500" lnSpcReduction="10000"/>
          </a:bodyPr>
          <a:lstStyle/>
          <a:p>
            <a:r>
              <a:rPr lang="en-US" dirty="0"/>
              <a:t>Consider the network shown in the figure, with three links, each with a transmission rate of 1 Mbps, and a propagation delay of 1 msec per link. Assume the length of a packet is 1000 bits.</a:t>
            </a:r>
          </a:p>
          <a:p>
            <a:r>
              <a:rPr lang="en-US" dirty="0"/>
              <a:t>What is the end-end delay of a packet from when it first begins transmission on link 1, until is it received in full by the server at the end of link 3.  Assume that queueing delays are zero.</a:t>
            </a:r>
          </a:p>
        </p:txBody>
      </p:sp>
      <p:sp>
        <p:nvSpPr>
          <p:cNvPr id="5" name="Slide Number Placeholder 4">
            <a:extLst>
              <a:ext uri="{FF2B5EF4-FFF2-40B4-BE49-F238E27FC236}">
                <a16:creationId xmlns:a16="http://schemas.microsoft.com/office/drawing/2014/main" id="{1D0B0DF4-D0B4-4369-972D-BE8AFA559C49}"/>
              </a:ext>
            </a:extLst>
          </p:cNvPr>
          <p:cNvSpPr>
            <a:spLocks noGrp="1"/>
          </p:cNvSpPr>
          <p:nvPr>
            <p:ph type="sldNum" sz="quarter" idx="4"/>
          </p:nvPr>
        </p:nvSpPr>
        <p:spPr/>
        <p:txBody>
          <a:bodyPr/>
          <a:lstStyle/>
          <a:p>
            <a:r>
              <a:rPr lang="en-US"/>
              <a:t>Introduction: 1-</a:t>
            </a:r>
            <a:fld id="{C4204591-24BD-A542-B9D5-F8D8A88D2FEE}" type="slidenum">
              <a:rPr lang="en-US" smtClean="0"/>
              <a:pPr/>
              <a:t>3</a:t>
            </a:fld>
            <a:endParaRPr lang="en-US" dirty="0"/>
          </a:p>
        </p:txBody>
      </p:sp>
      <p:pic>
        <p:nvPicPr>
          <p:cNvPr id="6" name="Picture 5">
            <a:extLst>
              <a:ext uri="{FF2B5EF4-FFF2-40B4-BE49-F238E27FC236}">
                <a16:creationId xmlns:a16="http://schemas.microsoft.com/office/drawing/2014/main" id="{DF20A3C5-C68E-4D7F-9BC3-42DE800C88DC}"/>
              </a:ext>
            </a:extLst>
          </p:cNvPr>
          <p:cNvPicPr>
            <a:picLocks noChangeAspect="1"/>
          </p:cNvPicPr>
          <p:nvPr/>
        </p:nvPicPr>
        <p:blipFill>
          <a:blip r:embed="rId3"/>
          <a:stretch>
            <a:fillRect/>
          </a:stretch>
        </p:blipFill>
        <p:spPr>
          <a:xfrm>
            <a:off x="4514850" y="1990084"/>
            <a:ext cx="4529138" cy="1008966"/>
          </a:xfrm>
          <a:prstGeom prst="rect">
            <a:avLst/>
          </a:prstGeom>
        </p:spPr>
      </p:pic>
    </p:spTree>
    <p:extLst>
      <p:ext uri="{BB962C8B-B14F-4D97-AF65-F5344CB8AC3E}">
        <p14:creationId xmlns:p14="http://schemas.microsoft.com/office/powerpoint/2010/main" val="16605820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4445D-91D8-0A91-E5F6-EFB7107A4AE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5" name="Content Placeholder 3">
                <a:extLst>
                  <a:ext uri="{FF2B5EF4-FFF2-40B4-BE49-F238E27FC236}">
                    <a16:creationId xmlns:a16="http://schemas.microsoft.com/office/drawing/2014/main" id="{E81B0F1B-178E-A3B4-B3D2-DD0E379F8F84}"/>
                  </a:ext>
                </a:extLst>
              </p:cNvPr>
              <p:cNvSpPr>
                <a:spLocks noGrp="1"/>
              </p:cNvSpPr>
              <p:nvPr>
                <p:ph sz="half" idx="2"/>
              </p:nvPr>
            </p:nvSpPr>
            <p:spPr>
              <a:xfrm>
                <a:off x="237905" y="1009832"/>
                <a:ext cx="8400770" cy="3553541"/>
              </a:xfrm>
            </p:spPr>
            <p:txBody>
              <a:bodyPr>
                <a:normAutofit/>
              </a:bodyPr>
              <a:lstStyle/>
              <a:p>
                <a:r>
                  <a:rPr lang="en-US" dirty="0"/>
                  <a:t>Packet length </a:t>
                </a:r>
                <a14:m>
                  <m:oMath xmlns:m="http://schemas.openxmlformats.org/officeDocument/2006/math">
                    <m:r>
                      <a:rPr lang="en-US" i="1">
                        <a:latin typeface="Cambria Math" panose="02040503050406030204" pitchFamily="18" charset="0"/>
                      </a:rPr>
                      <m:t>𝐿</m:t>
                    </m:r>
                    <m:r>
                      <a:rPr lang="en-US">
                        <a:latin typeface="Cambria Math" panose="02040503050406030204" pitchFamily="18" charset="0"/>
                      </a:rPr>
                      <m:t>=</m:t>
                    </m:r>
                    <m:r>
                      <a:rPr lang="en-US">
                        <a:latin typeface="Cambria Math" panose="02040503050406030204" pitchFamily="18" charset="0"/>
                      </a:rPr>
                      <m:t>1000</m:t>
                    </m:r>
                  </m:oMath>
                </a14:m>
                <a:r>
                  <a:rPr lang="en-US" dirty="0"/>
                  <a:t>bits, link rate </a:t>
                </a:r>
                <a14:m>
                  <m:oMath xmlns:m="http://schemas.openxmlformats.org/officeDocument/2006/math">
                    <m:r>
                      <a:rPr lang="en-US" i="1">
                        <a:latin typeface="Cambria Math" panose="02040503050406030204" pitchFamily="18" charset="0"/>
                      </a:rPr>
                      <m:t>𝑅</m:t>
                    </m:r>
                    <m:r>
                      <a:rPr lang="en-US">
                        <a:latin typeface="Cambria Math" panose="02040503050406030204" pitchFamily="18" charset="0"/>
                      </a:rPr>
                      <m:t>=</m:t>
                    </m:r>
                    <m:r>
                      <a:rPr lang="en-US">
                        <a:latin typeface="Cambria Math" panose="02040503050406030204" pitchFamily="18" charset="0"/>
                      </a:rPr>
                      <m:t>1</m:t>
                    </m:r>
                  </m:oMath>
                </a14:m>
                <a:r>
                  <a:rPr lang="en-US" dirty="0"/>
                  <a:t>Mbps → transmission delay per link</a:t>
                </a:r>
                <a:br>
                  <a:rPr lang="en-US" dirty="0"/>
                </a:b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𝑡𝑥</m:t>
                        </m:r>
                      </m:sub>
                    </m:sSub>
                    <m:r>
                      <a:rPr lang="ar-AE">
                        <a:latin typeface="Cambria Math" panose="02040503050406030204" pitchFamily="18" charset="0"/>
                      </a:rPr>
                      <m:t>=</m:t>
                    </m:r>
                    <m:r>
                      <a:rPr lang="ar-AE" i="1">
                        <a:latin typeface="Cambria Math" panose="02040503050406030204" pitchFamily="18" charset="0"/>
                      </a:rPr>
                      <m:t>𝐿</m:t>
                    </m:r>
                    <m:r>
                      <a:rPr lang="ar-AE">
                        <a:latin typeface="Cambria Math" panose="02040503050406030204" pitchFamily="18" charset="0"/>
                      </a:rPr>
                      <m:t>/</m:t>
                    </m:r>
                    <m:r>
                      <a:rPr lang="ar-AE" i="1">
                        <a:latin typeface="Cambria Math" panose="02040503050406030204" pitchFamily="18" charset="0"/>
                      </a:rPr>
                      <m:t>𝑅</m:t>
                    </m:r>
                    <m:r>
                      <a:rPr lang="ar-AE">
                        <a:latin typeface="Cambria Math" panose="02040503050406030204" pitchFamily="18" charset="0"/>
                      </a:rPr>
                      <m:t>=</m:t>
                    </m:r>
                    <m:r>
                      <a:rPr lang="ar-AE">
                        <a:latin typeface="Cambria Math" panose="02040503050406030204" pitchFamily="18" charset="0"/>
                      </a:rPr>
                      <m:t>1000</m:t>
                    </m:r>
                    <m:r>
                      <a:rPr lang="ar-AE">
                        <a:latin typeface="Cambria Math" panose="02040503050406030204" pitchFamily="18" charset="0"/>
                      </a:rPr>
                      <m:t>/</m:t>
                    </m:r>
                    <m:r>
                      <a:rPr lang="ar-AE">
                        <a:latin typeface="Cambria Math" panose="02040503050406030204" pitchFamily="18" charset="0"/>
                      </a:rPr>
                      <m:t>1</m:t>
                    </m:r>
                    <m:r>
                      <a:rPr lang="ar-AE">
                        <a:latin typeface="Cambria Math" panose="02040503050406030204" pitchFamily="18" charset="0"/>
                      </a:rPr>
                      <m:t>,</m:t>
                    </m:r>
                    <m:r>
                      <a:rPr lang="ar-AE">
                        <a:latin typeface="Cambria Math" panose="02040503050406030204" pitchFamily="18" charset="0"/>
                      </a:rPr>
                      <m:t>000</m:t>
                    </m:r>
                    <m:r>
                      <a:rPr lang="ar-AE">
                        <a:latin typeface="Cambria Math" panose="02040503050406030204" pitchFamily="18" charset="0"/>
                      </a:rPr>
                      <m:t>,</m:t>
                    </m:r>
                    <m:r>
                      <a:rPr lang="ar-AE">
                        <a:latin typeface="Cambria Math" panose="02040503050406030204" pitchFamily="18" charset="0"/>
                      </a:rPr>
                      <m:t>000</m:t>
                    </m:r>
                    <m:r>
                      <a:rPr lang="ar-AE">
                        <a:latin typeface="Cambria Math" panose="02040503050406030204" pitchFamily="18" charset="0"/>
                      </a:rPr>
                      <m:t>=</m:t>
                    </m:r>
                    <m:r>
                      <a:rPr lang="ar-AE">
                        <a:latin typeface="Cambria Math" panose="02040503050406030204" pitchFamily="18" charset="0"/>
                      </a:rPr>
                      <m:t>0</m:t>
                    </m:r>
                    <m:r>
                      <a:rPr lang="ar-AE">
                        <a:latin typeface="Cambria Math" panose="02040503050406030204" pitchFamily="18" charset="0"/>
                      </a:rPr>
                      <m:t>.</m:t>
                    </m:r>
                    <m:r>
                      <a:rPr lang="ar-AE">
                        <a:latin typeface="Cambria Math" panose="02040503050406030204" pitchFamily="18" charset="0"/>
                      </a:rPr>
                      <m:t>001</m:t>
                    </m:r>
                  </m:oMath>
                </a14:m>
                <a:r>
                  <a:rPr lang="en-US" dirty="0"/>
                  <a:t>s = </a:t>
                </a:r>
                <a:r>
                  <a:rPr lang="en-US" b="1" dirty="0"/>
                  <a:t>1 </a:t>
                </a:r>
                <a:r>
                  <a:rPr lang="en-US" b="1" dirty="0" err="1"/>
                  <a:t>ms</a:t>
                </a:r>
                <a:r>
                  <a:rPr lang="en-US" dirty="0" err="1"/>
                  <a:t>.</a:t>
                </a:r>
                <a:endParaRPr lang="en-US" dirty="0"/>
              </a:p>
              <a:p>
                <a:r>
                  <a:rPr lang="en-US" dirty="0"/>
                  <a:t>Propagation delay per link = </a:t>
                </a:r>
                <a:r>
                  <a:rPr lang="en-US" b="1" dirty="0"/>
                  <a:t>1 </a:t>
                </a:r>
                <a:r>
                  <a:rPr lang="en-US" b="1" dirty="0" err="1"/>
                  <a:t>ms</a:t>
                </a:r>
                <a:r>
                  <a:rPr lang="en-US" dirty="0" err="1"/>
                  <a:t>.</a:t>
                </a:r>
                <a:endParaRPr lang="en-US" dirty="0"/>
              </a:p>
              <a:p>
                <a:r>
                  <a:rPr lang="en-US" dirty="0"/>
                  <a:t>Each link contributes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𝑡𝑥</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𝑡</m:t>
                        </m:r>
                      </m:e>
                      <m:sub>
                        <m:r>
                          <a:rPr lang="ar-AE" i="1">
                            <a:latin typeface="Cambria Math" panose="02040503050406030204" pitchFamily="18" charset="0"/>
                          </a:rPr>
                          <m:t>𝑝𝑟𝑜𝑝</m:t>
                        </m:r>
                      </m:sub>
                    </m:sSub>
                    <m:r>
                      <a:rPr lang="ar-AE">
                        <a:latin typeface="Cambria Math" panose="02040503050406030204" pitchFamily="18" charset="0"/>
                      </a:rPr>
                      <m:t>=</m:t>
                    </m:r>
                    <m:r>
                      <a:rPr lang="ar-AE">
                        <a:latin typeface="Cambria Math" panose="02040503050406030204" pitchFamily="18" charset="0"/>
                      </a:rPr>
                      <m:t>1</m:t>
                    </m:r>
                    <m:r>
                      <a:rPr lang="ar-AE">
                        <a:latin typeface="Cambria Math" panose="02040503050406030204" pitchFamily="18" charset="0"/>
                      </a:rPr>
                      <m:t>+</m:t>
                    </m:r>
                    <m:r>
                      <a:rPr lang="ar-AE">
                        <a:latin typeface="Cambria Math" panose="02040503050406030204" pitchFamily="18" charset="0"/>
                      </a:rPr>
                      <m:t>1</m:t>
                    </m:r>
                    <m:r>
                      <a:rPr lang="ar-AE">
                        <a:latin typeface="Cambria Math" panose="02040503050406030204" pitchFamily="18" charset="0"/>
                      </a:rPr>
                      <m:t>=</m:t>
                    </m:r>
                    <m:r>
                      <a:rPr lang="ar-AE">
                        <a:latin typeface="Cambria Math" panose="02040503050406030204" pitchFamily="18" charset="0"/>
                      </a:rPr>
                      <m:t>2</m:t>
                    </m:r>
                  </m:oMath>
                </a14:m>
                <a:r>
                  <a:rPr lang="en-US" dirty="0" err="1"/>
                  <a:t>ms.</a:t>
                </a:r>
                <a:endParaRPr lang="en-US" dirty="0"/>
              </a:p>
              <a:p>
                <a:r>
                  <a:rPr lang="en-US" dirty="0"/>
                  <a:t>Three links → total </a:t>
                </a:r>
                <a14:m>
                  <m:oMath xmlns:m="http://schemas.openxmlformats.org/officeDocument/2006/math">
                    <m:r>
                      <a:rPr lang="en-US">
                        <a:latin typeface="Cambria Math" panose="02040503050406030204" pitchFamily="18" charset="0"/>
                      </a:rPr>
                      <m:t>3</m:t>
                    </m:r>
                    <m:r>
                      <a:rPr lang="en-US">
                        <a:latin typeface="Cambria Math" panose="02040503050406030204" pitchFamily="18" charset="0"/>
                      </a:rPr>
                      <m:t>×</m:t>
                    </m:r>
                    <m:r>
                      <a:rPr lang="en-US">
                        <a:latin typeface="Cambria Math" panose="02040503050406030204" pitchFamily="18" charset="0"/>
                      </a:rPr>
                      <m:t>2</m:t>
                    </m:r>
                  </m:oMath>
                </a14:m>
                <a:r>
                  <a:rPr lang="en-US" dirty="0" err="1"/>
                  <a:t>ms</a:t>
                </a:r>
                <a:r>
                  <a:rPr lang="en-US" dirty="0"/>
                  <a:t> = </a:t>
                </a:r>
                <a:r>
                  <a:rPr lang="en-US" b="1" dirty="0"/>
                  <a:t>6 </a:t>
                </a:r>
                <a:r>
                  <a:rPr lang="en-US" b="1" dirty="0" err="1"/>
                  <a:t>ms</a:t>
                </a:r>
                <a:r>
                  <a:rPr lang="en-US" dirty="0" err="1"/>
                  <a:t>.</a:t>
                </a:r>
                <a:endParaRPr lang="en-US" dirty="0"/>
              </a:p>
              <a:p>
                <a:endParaRPr lang="en-US" dirty="0"/>
              </a:p>
            </p:txBody>
          </p:sp>
        </mc:Choice>
        <mc:Fallback>
          <p:sp>
            <p:nvSpPr>
              <p:cNvPr id="5" name="Content Placeholder 3">
                <a:extLst>
                  <a:ext uri="{FF2B5EF4-FFF2-40B4-BE49-F238E27FC236}">
                    <a16:creationId xmlns:a16="http://schemas.microsoft.com/office/drawing/2014/main" id="{E81B0F1B-178E-A3B4-B3D2-DD0E379F8F84}"/>
                  </a:ext>
                </a:extLst>
              </p:cNvPr>
              <p:cNvSpPr>
                <a:spLocks noGrp="1" noRot="1" noChangeAspect="1" noMove="1" noResize="1" noEditPoints="1" noAdjustHandles="1" noChangeArrowheads="1" noChangeShapeType="1" noTextEdit="1"/>
              </p:cNvSpPr>
              <p:nvPr>
                <p:ph sz="half" idx="2"/>
              </p:nvPr>
            </p:nvSpPr>
            <p:spPr>
              <a:xfrm>
                <a:off x="237905" y="1009832"/>
                <a:ext cx="8400770" cy="3553541"/>
              </a:xfrm>
              <a:blipFill>
                <a:blip r:embed="rId3"/>
                <a:stretch>
                  <a:fillRect/>
                </a:stretch>
              </a:blipFill>
            </p:spPr>
            <p:txBody>
              <a:bodyPr/>
              <a:lstStyle/>
              <a:p>
                <a:r>
                  <a:rPr lang="en-US">
                    <a:noFill/>
                  </a:rPr>
                  <a:t> </a:t>
                </a:r>
              </a:p>
            </p:txBody>
          </p:sp>
        </mc:Fallback>
      </mc:AlternateContent>
      <p:sp>
        <p:nvSpPr>
          <p:cNvPr id="8" name="Title 1">
            <a:extLst>
              <a:ext uri="{FF2B5EF4-FFF2-40B4-BE49-F238E27FC236}">
                <a16:creationId xmlns:a16="http://schemas.microsoft.com/office/drawing/2014/main" id="{99A64FE7-8119-8F18-0BDB-51A11BC03AA0}"/>
              </a:ext>
            </a:extLst>
          </p:cNvPr>
          <p:cNvSpPr>
            <a:spLocks noGrp="1"/>
          </p:cNvSpPr>
          <p:nvPr>
            <p:ph type="title"/>
          </p:nvPr>
        </p:nvSpPr>
        <p:spPr>
          <a:xfrm>
            <a:off x="505325" y="338866"/>
            <a:ext cx="4705029" cy="670967"/>
          </a:xfrm>
        </p:spPr>
        <p:txBody>
          <a:bodyPr>
            <a:normAutofit fontScale="90000"/>
          </a:bodyPr>
          <a:lstStyle/>
          <a:p>
            <a:r>
              <a:rPr lang="en-US" dirty="0"/>
              <a:t>Q1 End-­to­‐end delay ANS </a:t>
            </a:r>
          </a:p>
        </p:txBody>
      </p:sp>
    </p:spTree>
    <p:extLst>
      <p:ext uri="{BB962C8B-B14F-4D97-AF65-F5344CB8AC3E}">
        <p14:creationId xmlns:p14="http://schemas.microsoft.com/office/powerpoint/2010/main" val="15199896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F22ED-37E6-4035-812B-1E8BC9C40AD6}"/>
              </a:ext>
            </a:extLst>
          </p:cNvPr>
          <p:cNvSpPr>
            <a:spLocks noGrp="1"/>
          </p:cNvSpPr>
          <p:nvPr>
            <p:ph type="title"/>
          </p:nvPr>
        </p:nvSpPr>
        <p:spPr>
          <a:xfrm>
            <a:off x="505326" y="338866"/>
            <a:ext cx="4247148" cy="670967"/>
          </a:xfrm>
        </p:spPr>
        <p:txBody>
          <a:bodyPr>
            <a:normAutofit fontScale="90000"/>
          </a:bodyPr>
          <a:lstStyle/>
          <a:p>
            <a:r>
              <a:rPr lang="en-US" dirty="0"/>
              <a:t>Q2 End-­to­‐end delay </a:t>
            </a:r>
          </a:p>
        </p:txBody>
      </p:sp>
      <p:sp>
        <p:nvSpPr>
          <p:cNvPr id="3" name="Content Placeholder 2">
            <a:extLst>
              <a:ext uri="{FF2B5EF4-FFF2-40B4-BE49-F238E27FC236}">
                <a16:creationId xmlns:a16="http://schemas.microsoft.com/office/drawing/2014/main" id="{F2B8676C-9679-44F2-BCB3-BE98A23F06B6}"/>
              </a:ext>
            </a:extLst>
          </p:cNvPr>
          <p:cNvSpPr>
            <a:spLocks noGrp="1"/>
          </p:cNvSpPr>
          <p:nvPr>
            <p:ph sz="half" idx="1"/>
          </p:nvPr>
        </p:nvSpPr>
        <p:spPr>
          <a:xfrm>
            <a:off x="0" y="1009833"/>
            <a:ext cx="4514850" cy="4133667"/>
          </a:xfrm>
        </p:spPr>
        <p:txBody>
          <a:bodyPr>
            <a:normAutofit fontScale="92500"/>
          </a:bodyPr>
          <a:lstStyle/>
          <a:p>
            <a:r>
              <a:rPr lang="en-US" sz="1600" dirty="0"/>
              <a:t>Consider the scenario shown in Figure 1: a server is connected to a router by a 100Mbps link with a 50ms propagation delay. This router is connected to two other routers, each over a 50Mbps link with a 200ms propagation delay. A 1Gbps link connects each host to each of these routers with 0 propagation delay. All packets in the network are 20,000 bits long.</a:t>
            </a:r>
          </a:p>
          <a:p>
            <a:r>
              <a:rPr lang="en-US" sz="1600" dirty="0"/>
              <a:t>What is the end-­to­‐end delay (in </a:t>
            </a:r>
            <a:r>
              <a:rPr lang="en-US" sz="1600" dirty="0" err="1"/>
              <a:t>ms</a:t>
            </a:r>
            <a:r>
              <a:rPr lang="en-US" sz="1600" dirty="0"/>
              <a:t>) from when a packet is transmitted by the server to when it is received by the client? Assume there’s no queuing delay at the routers. </a:t>
            </a:r>
          </a:p>
        </p:txBody>
      </p:sp>
      <mc:AlternateContent xmlns:mc="http://schemas.openxmlformats.org/markup-compatibility/2006">
        <mc:Choice xmlns:p14="http://schemas.microsoft.com/office/powerpoint/2010/main" Requires="p14">
          <p:contentPart p14:bwMode="auto" r:id="rId2">
            <p14:nvContentPartPr>
              <p14:cNvPr id="6" name="Ink 5">
                <a:extLst>
                  <a:ext uri="{FF2B5EF4-FFF2-40B4-BE49-F238E27FC236}">
                    <a16:creationId xmlns:a16="http://schemas.microsoft.com/office/drawing/2014/main" id="{96D8F998-432C-4A41-BBEF-67AB4A478786}"/>
                  </a:ext>
                </a:extLst>
              </p14:cNvPr>
              <p14:cNvContentPartPr/>
              <p14:nvPr/>
            </p14:nvContentPartPr>
            <p14:xfrm>
              <a:off x="4162524" y="468673"/>
              <a:ext cx="270" cy="270"/>
            </p14:xfrm>
          </p:contentPart>
        </mc:Choice>
        <mc:Fallback>
          <p:pic>
            <p:nvPicPr>
              <p:cNvPr id="6" name="Ink 5">
                <a:extLst>
                  <a:ext uri="{FF2B5EF4-FFF2-40B4-BE49-F238E27FC236}">
                    <a16:creationId xmlns:a16="http://schemas.microsoft.com/office/drawing/2014/main" id="{96D8F998-432C-4A41-BBEF-67AB4A478786}"/>
                  </a:ext>
                </a:extLst>
              </p:cNvPr>
              <p:cNvPicPr/>
              <p:nvPr/>
            </p:nvPicPr>
            <p:blipFill>
              <a:blip r:embed="rId3"/>
              <a:stretch>
                <a:fillRect/>
              </a:stretch>
            </p:blipFill>
            <p:spPr>
              <a:xfrm>
                <a:off x="4155774" y="461923"/>
                <a:ext cx="13500" cy="135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7" name="Ink 6">
                <a:extLst>
                  <a:ext uri="{FF2B5EF4-FFF2-40B4-BE49-F238E27FC236}">
                    <a16:creationId xmlns:a16="http://schemas.microsoft.com/office/drawing/2014/main" id="{640A62D0-82F8-4CD4-9F6F-1195B827C41B}"/>
                  </a:ext>
                </a:extLst>
              </p14:cNvPr>
              <p14:cNvContentPartPr/>
              <p14:nvPr/>
            </p14:nvContentPartPr>
            <p14:xfrm>
              <a:off x="4355304" y="576943"/>
              <a:ext cx="270" cy="270"/>
            </p14:xfrm>
          </p:contentPart>
        </mc:Choice>
        <mc:Fallback>
          <p:pic>
            <p:nvPicPr>
              <p:cNvPr id="7" name="Ink 6">
                <a:extLst>
                  <a:ext uri="{FF2B5EF4-FFF2-40B4-BE49-F238E27FC236}">
                    <a16:creationId xmlns:a16="http://schemas.microsoft.com/office/drawing/2014/main" id="{640A62D0-82F8-4CD4-9F6F-1195B827C41B}"/>
                  </a:ext>
                </a:extLst>
              </p:cNvPr>
              <p:cNvPicPr/>
              <p:nvPr/>
            </p:nvPicPr>
            <p:blipFill>
              <a:blip r:embed="rId3"/>
              <a:stretch>
                <a:fillRect/>
              </a:stretch>
            </p:blipFill>
            <p:spPr>
              <a:xfrm>
                <a:off x="4348554" y="570193"/>
                <a:ext cx="13500" cy="135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DE675B20-89E1-4D27-933B-98606F59FBD5}"/>
                  </a:ext>
                </a:extLst>
              </p14:cNvPr>
              <p14:cNvContentPartPr/>
              <p14:nvPr/>
            </p14:nvContentPartPr>
            <p14:xfrm>
              <a:off x="2394024" y="1900753"/>
              <a:ext cx="270" cy="270"/>
            </p14:xfrm>
          </p:contentPart>
        </mc:Choice>
        <mc:Fallback>
          <p:pic>
            <p:nvPicPr>
              <p:cNvPr id="8" name="Ink 7">
                <a:extLst>
                  <a:ext uri="{FF2B5EF4-FFF2-40B4-BE49-F238E27FC236}">
                    <a16:creationId xmlns:a16="http://schemas.microsoft.com/office/drawing/2014/main" id="{DE675B20-89E1-4D27-933B-98606F59FBD5}"/>
                  </a:ext>
                </a:extLst>
              </p:cNvPr>
              <p:cNvPicPr/>
              <p:nvPr/>
            </p:nvPicPr>
            <p:blipFill>
              <a:blip r:embed="rId3"/>
              <a:stretch>
                <a:fillRect/>
              </a:stretch>
            </p:blipFill>
            <p:spPr>
              <a:xfrm>
                <a:off x="2387274" y="1894003"/>
                <a:ext cx="13500" cy="1350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9" name="Ink 8">
                <a:extLst>
                  <a:ext uri="{FF2B5EF4-FFF2-40B4-BE49-F238E27FC236}">
                    <a16:creationId xmlns:a16="http://schemas.microsoft.com/office/drawing/2014/main" id="{C0089B61-CEF3-4A8A-B3DC-36179B12D810}"/>
                  </a:ext>
                </a:extLst>
              </p14:cNvPr>
              <p14:cNvContentPartPr/>
              <p14:nvPr/>
            </p14:nvContentPartPr>
            <p14:xfrm>
              <a:off x="1142574" y="1551373"/>
              <a:ext cx="270" cy="270"/>
            </p14:xfrm>
          </p:contentPart>
        </mc:Choice>
        <mc:Fallback>
          <p:pic>
            <p:nvPicPr>
              <p:cNvPr id="9" name="Ink 8">
                <a:extLst>
                  <a:ext uri="{FF2B5EF4-FFF2-40B4-BE49-F238E27FC236}">
                    <a16:creationId xmlns:a16="http://schemas.microsoft.com/office/drawing/2014/main" id="{C0089B61-CEF3-4A8A-B3DC-36179B12D810}"/>
                  </a:ext>
                </a:extLst>
              </p:cNvPr>
              <p:cNvPicPr/>
              <p:nvPr/>
            </p:nvPicPr>
            <p:blipFill>
              <a:blip r:embed="rId3"/>
              <a:stretch>
                <a:fillRect/>
              </a:stretch>
            </p:blipFill>
            <p:spPr>
              <a:xfrm>
                <a:off x="1135824" y="1544623"/>
                <a:ext cx="13500" cy="13500"/>
              </a:xfrm>
              <a:prstGeom prst="rect">
                <a:avLst/>
              </a:prstGeom>
            </p:spPr>
          </p:pic>
        </mc:Fallback>
      </mc:AlternateContent>
      <p:sp>
        <p:nvSpPr>
          <p:cNvPr id="12" name="AutoShape 4">
            <a:extLst>
              <a:ext uri="{FF2B5EF4-FFF2-40B4-BE49-F238E27FC236}">
                <a16:creationId xmlns:a16="http://schemas.microsoft.com/office/drawing/2014/main" id="{6B92C2C3-DB8F-435E-88E5-BDB35A55DC5D}"/>
              </a:ext>
            </a:extLst>
          </p:cNvPr>
          <p:cNvSpPr>
            <a:spLocks noChangeAspect="1" noChangeArrowheads="1"/>
          </p:cNvSpPr>
          <p:nvPr/>
        </p:nvSpPr>
        <p:spPr bwMode="auto">
          <a:xfrm>
            <a:off x="3239691" y="1325166"/>
            <a:ext cx="2664619" cy="249316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endParaRPr lang="en-US" sz="1050"/>
          </a:p>
        </p:txBody>
      </p:sp>
      <p:pic>
        <p:nvPicPr>
          <p:cNvPr id="16" name="Picture 15">
            <a:extLst>
              <a:ext uri="{FF2B5EF4-FFF2-40B4-BE49-F238E27FC236}">
                <a16:creationId xmlns:a16="http://schemas.microsoft.com/office/drawing/2014/main" id="{AC1F5761-15A8-42FC-ACC1-15EF84C22131}"/>
              </a:ext>
            </a:extLst>
          </p:cNvPr>
          <p:cNvPicPr>
            <a:picLocks noChangeAspect="1"/>
          </p:cNvPicPr>
          <p:nvPr/>
        </p:nvPicPr>
        <p:blipFill>
          <a:blip r:embed="rId7"/>
          <a:stretch>
            <a:fillRect/>
          </a:stretch>
        </p:blipFill>
        <p:spPr>
          <a:xfrm>
            <a:off x="4737524" y="674349"/>
            <a:ext cx="4223594" cy="3954819"/>
          </a:xfrm>
          <a:prstGeom prst="rect">
            <a:avLst/>
          </a:prstGeom>
        </p:spPr>
      </p:pic>
    </p:spTree>
    <p:extLst>
      <p:ext uri="{BB962C8B-B14F-4D97-AF65-F5344CB8AC3E}">
        <p14:creationId xmlns:p14="http://schemas.microsoft.com/office/powerpoint/2010/main" val="15333118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AF29413-F7B6-95BF-4926-E80D77CE1F99}"/>
                  </a:ext>
                </a:extLst>
              </p:cNvPr>
              <p:cNvSpPr>
                <a:spLocks noGrp="1"/>
              </p:cNvSpPr>
              <p:nvPr>
                <p:ph sz="half" idx="1"/>
              </p:nvPr>
            </p:nvSpPr>
            <p:spPr>
              <a:xfrm>
                <a:off x="362309" y="873424"/>
                <a:ext cx="8117457" cy="4270076"/>
              </a:xfrm>
            </p:spPr>
            <p:txBody>
              <a:bodyPr/>
              <a:lstStyle/>
              <a:p>
                <a:pPr>
                  <a:lnSpc>
                    <a:spcPct val="100000"/>
                  </a:lnSpc>
                </a:pPr>
                <a:r>
                  <a:rPr lang="en-US" sz="1200" b="1" dirty="0"/>
                  <a:t>Transmission delays:</a:t>
                </a:r>
              </a:p>
              <a:p>
                <a:pPr>
                  <a:lnSpc>
                    <a:spcPct val="100000"/>
                  </a:lnSpc>
                </a:pPr>
                <a:r>
                  <a:rPr lang="en-US" sz="1200" b="1" dirty="0"/>
                  <a:t>100 Mbps link</a:t>
                </a:r>
                <a:r>
                  <a:rPr lang="en-US" sz="1200" dirty="0"/>
                  <a:t>:</a:t>
                </a:r>
                <a:br>
                  <a:rPr lang="en-US" sz="1200" dirty="0"/>
                </a:br>
                <a14:m>
                  <m:oMath xmlns:m="http://schemas.openxmlformats.org/officeDocument/2006/math">
                    <m:r>
                      <a:rPr lang="en-US" sz="1200"/>
                      <m:t>20</m:t>
                    </m:r>
                    <m:r>
                      <a:rPr lang="en-US" sz="1200"/>
                      <m:t>,</m:t>
                    </m:r>
                    <m:r>
                      <a:rPr lang="en-US" sz="1200"/>
                      <m:t>000</m:t>
                    </m:r>
                    <m:r>
                      <a:rPr lang="en-US" sz="1200"/>
                      <m:t>/</m:t>
                    </m:r>
                    <m:r>
                      <a:rPr lang="en-US" sz="1200"/>
                      <m:t>100</m:t>
                    </m:r>
                    <m:r>
                      <a:rPr lang="en-US" sz="1200"/>
                      <m:t>,</m:t>
                    </m:r>
                    <m:r>
                      <a:rPr lang="en-US" sz="1200"/>
                      <m:t>000</m:t>
                    </m:r>
                    <m:r>
                      <a:rPr lang="en-US" sz="1200"/>
                      <m:t>,</m:t>
                    </m:r>
                    <m:r>
                      <a:rPr lang="en-US" sz="1200"/>
                      <m:t>000</m:t>
                    </m:r>
                    <m:r>
                      <a:rPr lang="en-US" sz="1200"/>
                      <m:t>=</m:t>
                    </m:r>
                    <m:r>
                      <a:rPr lang="en-US" sz="1200"/>
                      <m:t>0</m:t>
                    </m:r>
                    <m:r>
                      <a:rPr lang="en-US" sz="1200"/>
                      <m:t>.</m:t>
                    </m:r>
                    <m:r>
                      <a:rPr lang="en-US" sz="1200"/>
                      <m:t>0002</m:t>
                    </m:r>
                  </m:oMath>
                </a14:m>
                <a:r>
                  <a:rPr lang="en-US" sz="1200" dirty="0"/>
                  <a:t>s = </a:t>
                </a:r>
                <a:r>
                  <a:rPr lang="en-US" sz="1200" b="1" dirty="0"/>
                  <a:t>200 </a:t>
                </a:r>
                <a:r>
                  <a:rPr lang="el-GR" sz="1200" b="1" dirty="0"/>
                  <a:t>μ</a:t>
                </a:r>
                <a:r>
                  <a:rPr lang="en-US" sz="1200" b="1" dirty="0"/>
                  <a:t>s</a:t>
                </a:r>
                <a:endParaRPr lang="en-US" sz="1200" dirty="0"/>
              </a:p>
              <a:p>
                <a:pPr>
                  <a:lnSpc>
                    <a:spcPct val="100000"/>
                  </a:lnSpc>
                </a:pPr>
                <a:r>
                  <a:rPr lang="en-US" sz="1200" b="1" dirty="0"/>
                  <a:t>50 Mbps link</a:t>
                </a:r>
                <a:r>
                  <a:rPr lang="en-US" sz="1200" dirty="0"/>
                  <a:t>:</a:t>
                </a:r>
                <a:br>
                  <a:rPr lang="en-US" sz="1200" dirty="0"/>
                </a:br>
                <a14:m>
                  <m:oMath xmlns:m="http://schemas.openxmlformats.org/officeDocument/2006/math">
                    <m:r>
                      <a:rPr lang="en-US" sz="1200"/>
                      <m:t>20</m:t>
                    </m:r>
                    <m:r>
                      <a:rPr lang="en-US" sz="1200"/>
                      <m:t>,</m:t>
                    </m:r>
                    <m:r>
                      <a:rPr lang="en-US" sz="1200"/>
                      <m:t>000</m:t>
                    </m:r>
                    <m:r>
                      <a:rPr lang="en-US" sz="1200"/>
                      <m:t>/</m:t>
                    </m:r>
                    <m:r>
                      <a:rPr lang="en-US" sz="1200"/>
                      <m:t>50</m:t>
                    </m:r>
                    <m:r>
                      <a:rPr lang="en-US" sz="1200"/>
                      <m:t>,</m:t>
                    </m:r>
                    <m:r>
                      <a:rPr lang="en-US" sz="1200"/>
                      <m:t>000</m:t>
                    </m:r>
                    <m:r>
                      <a:rPr lang="en-US" sz="1200"/>
                      <m:t>,</m:t>
                    </m:r>
                    <m:r>
                      <a:rPr lang="en-US" sz="1200"/>
                      <m:t>000</m:t>
                    </m:r>
                    <m:r>
                      <a:rPr lang="en-US" sz="1200"/>
                      <m:t>=</m:t>
                    </m:r>
                    <m:r>
                      <a:rPr lang="en-US" sz="1200"/>
                      <m:t>0</m:t>
                    </m:r>
                    <m:r>
                      <a:rPr lang="en-US" sz="1200"/>
                      <m:t>.</m:t>
                    </m:r>
                    <m:r>
                      <a:rPr lang="en-US" sz="1200"/>
                      <m:t>0004</m:t>
                    </m:r>
                  </m:oMath>
                </a14:m>
                <a:r>
                  <a:rPr lang="en-US" sz="1200" dirty="0"/>
                  <a:t>s = </a:t>
                </a:r>
                <a:r>
                  <a:rPr lang="en-US" sz="1200" b="1" dirty="0"/>
                  <a:t>400 </a:t>
                </a:r>
                <a:r>
                  <a:rPr lang="el-GR" sz="1200" b="1" dirty="0"/>
                  <a:t>μ</a:t>
                </a:r>
                <a:r>
                  <a:rPr lang="en-US" sz="1200" b="1" dirty="0"/>
                  <a:t>s</a:t>
                </a:r>
                <a:endParaRPr lang="en-US" sz="1200" dirty="0"/>
              </a:p>
              <a:p>
                <a:pPr>
                  <a:lnSpc>
                    <a:spcPct val="100000"/>
                  </a:lnSpc>
                </a:pPr>
                <a:r>
                  <a:rPr lang="en-US" sz="1200" b="1" dirty="0"/>
                  <a:t>1 Gbps link</a:t>
                </a:r>
                <a:r>
                  <a:rPr lang="en-US" sz="1200" dirty="0"/>
                  <a:t>:</a:t>
                </a:r>
                <a:br>
                  <a:rPr lang="en-US" sz="1200" dirty="0"/>
                </a:br>
                <a14:m>
                  <m:oMath xmlns:m="http://schemas.openxmlformats.org/officeDocument/2006/math">
                    <m:r>
                      <a:rPr lang="en-US" sz="1200"/>
                      <m:t>20</m:t>
                    </m:r>
                    <m:r>
                      <a:rPr lang="en-US" sz="1200"/>
                      <m:t>,</m:t>
                    </m:r>
                    <m:r>
                      <a:rPr lang="en-US" sz="1200"/>
                      <m:t>000</m:t>
                    </m:r>
                    <m:r>
                      <a:rPr lang="en-US" sz="1200"/>
                      <m:t>/</m:t>
                    </m:r>
                    <m:r>
                      <a:rPr lang="en-US" sz="1200"/>
                      <m:t>1</m:t>
                    </m:r>
                    <m:r>
                      <a:rPr lang="en-US" sz="1200"/>
                      <m:t>,</m:t>
                    </m:r>
                    <m:r>
                      <a:rPr lang="en-US" sz="1200"/>
                      <m:t>000</m:t>
                    </m:r>
                    <m:r>
                      <a:rPr lang="en-US" sz="1200"/>
                      <m:t>,</m:t>
                    </m:r>
                    <m:r>
                      <a:rPr lang="en-US" sz="1200"/>
                      <m:t>000</m:t>
                    </m:r>
                    <m:r>
                      <a:rPr lang="en-US" sz="1200"/>
                      <m:t>,</m:t>
                    </m:r>
                    <m:r>
                      <a:rPr lang="en-US" sz="1200"/>
                      <m:t>000</m:t>
                    </m:r>
                    <m:r>
                      <a:rPr lang="en-US" sz="1200"/>
                      <m:t>=</m:t>
                    </m:r>
                    <m:r>
                      <a:rPr lang="en-US" sz="1200"/>
                      <m:t>0</m:t>
                    </m:r>
                    <m:r>
                      <a:rPr lang="en-US" sz="1200"/>
                      <m:t>.</m:t>
                    </m:r>
                    <m:r>
                      <a:rPr lang="en-US" sz="1200"/>
                      <m:t>00002</m:t>
                    </m:r>
                  </m:oMath>
                </a14:m>
                <a:r>
                  <a:rPr lang="en-US" sz="1200" dirty="0"/>
                  <a:t>s = </a:t>
                </a:r>
                <a:r>
                  <a:rPr lang="en-US" sz="1200" b="1" dirty="0"/>
                  <a:t>20 </a:t>
                </a:r>
                <a:r>
                  <a:rPr lang="el-GR" sz="1200" b="1" dirty="0"/>
                  <a:t>μ</a:t>
                </a:r>
                <a:r>
                  <a:rPr lang="en-US" sz="1200" b="1" dirty="0"/>
                  <a:t>s</a:t>
                </a:r>
                <a:endParaRPr lang="en-US" sz="1200" dirty="0"/>
              </a:p>
              <a:p>
                <a:pPr>
                  <a:lnSpc>
                    <a:spcPct val="100000"/>
                  </a:lnSpc>
                </a:pPr>
                <a:r>
                  <a:rPr lang="en-US" sz="1200" dirty="0"/>
                  <a:t>Total transmission delay:</a:t>
                </a:r>
                <a:br>
                  <a:rPr lang="en-US" sz="1200" dirty="0"/>
                </a:br>
                <a14:m>
                  <m:oMath xmlns:m="http://schemas.openxmlformats.org/officeDocument/2006/math">
                    <m:r>
                      <a:rPr lang="en-US" sz="1200"/>
                      <m:t>200</m:t>
                    </m:r>
                    <m:r>
                      <a:rPr lang="en-US" sz="1200"/>
                      <m:t>+</m:t>
                    </m:r>
                    <m:r>
                      <a:rPr lang="en-US" sz="1200"/>
                      <m:t>400</m:t>
                    </m:r>
                    <m:r>
                      <a:rPr lang="en-US" sz="1200"/>
                      <m:t>+</m:t>
                    </m:r>
                    <m:r>
                      <a:rPr lang="en-US" sz="1200"/>
                      <m:t>20</m:t>
                    </m:r>
                    <m:r>
                      <a:rPr lang="en-US" sz="1200"/>
                      <m:t>=</m:t>
                    </m:r>
                    <m:r>
                      <a:rPr lang="en-US" sz="1200"/>
                      <m:t>620</m:t>
                    </m:r>
                  </m:oMath>
                </a14:m>
                <a:r>
                  <a:rPr lang="el-GR" sz="1200" dirty="0"/>
                  <a:t>μ</a:t>
                </a:r>
                <a:r>
                  <a:rPr lang="en-US" sz="1200" dirty="0"/>
                  <a:t>s = </a:t>
                </a:r>
                <a:r>
                  <a:rPr lang="en-US" sz="1200" b="1" dirty="0"/>
                  <a:t>0.62 </a:t>
                </a:r>
                <a:r>
                  <a:rPr lang="en-US" sz="1200" b="1" dirty="0" err="1"/>
                  <a:t>ms</a:t>
                </a:r>
                <a:endParaRPr lang="en-US" sz="1200" dirty="0"/>
              </a:p>
              <a:p>
                <a:pPr>
                  <a:lnSpc>
                    <a:spcPct val="100000"/>
                  </a:lnSpc>
                </a:pPr>
                <a:r>
                  <a:rPr lang="en-US" sz="1200" b="1" dirty="0"/>
                  <a:t>Propagation delays:</a:t>
                </a:r>
              </a:p>
              <a:p>
                <a:pPr>
                  <a:lnSpc>
                    <a:spcPct val="100000"/>
                  </a:lnSpc>
                </a:pPr>
                <a:r>
                  <a:rPr lang="en-US" sz="1200" dirty="0"/>
                  <a:t>Server → router: </a:t>
                </a:r>
                <a:r>
                  <a:rPr lang="en-US" sz="1200" b="1" dirty="0"/>
                  <a:t>50 </a:t>
                </a:r>
                <a:r>
                  <a:rPr lang="en-US" sz="1200" b="1" dirty="0" err="1"/>
                  <a:t>ms</a:t>
                </a:r>
                <a:endParaRPr lang="en-US" sz="1200" dirty="0"/>
              </a:p>
              <a:p>
                <a:pPr>
                  <a:lnSpc>
                    <a:spcPct val="100000"/>
                  </a:lnSpc>
                </a:pPr>
                <a:r>
                  <a:rPr lang="en-US" sz="1200" dirty="0"/>
                  <a:t>Router → router: </a:t>
                </a:r>
                <a:r>
                  <a:rPr lang="en-US" sz="1200" b="1" dirty="0"/>
                  <a:t>200 </a:t>
                </a:r>
                <a:r>
                  <a:rPr lang="en-US" sz="1200" b="1" dirty="0" err="1"/>
                  <a:t>ms</a:t>
                </a:r>
                <a:endParaRPr lang="en-US" sz="1200" dirty="0"/>
              </a:p>
              <a:p>
                <a:pPr>
                  <a:lnSpc>
                    <a:spcPct val="100000"/>
                  </a:lnSpc>
                </a:pPr>
                <a:r>
                  <a:rPr lang="en-US" sz="1200" dirty="0"/>
                  <a:t>Router → client: </a:t>
                </a:r>
                <a:r>
                  <a:rPr lang="en-US" sz="1200" b="1" dirty="0"/>
                  <a:t>0 </a:t>
                </a:r>
                <a:r>
                  <a:rPr lang="en-US" sz="1200" b="1" dirty="0" err="1"/>
                  <a:t>ms</a:t>
                </a:r>
                <a:endParaRPr lang="en-US" sz="1200" dirty="0"/>
              </a:p>
              <a:p>
                <a:pPr>
                  <a:lnSpc>
                    <a:spcPct val="100000"/>
                  </a:lnSpc>
                </a:pPr>
                <a:r>
                  <a:rPr lang="en-US" sz="1200" dirty="0"/>
                  <a:t>Total propagation delay:</a:t>
                </a:r>
                <a:br>
                  <a:rPr lang="en-US" sz="1200" dirty="0"/>
                </a:br>
                <a14:m>
                  <m:oMath xmlns:m="http://schemas.openxmlformats.org/officeDocument/2006/math">
                    <m:r>
                      <a:rPr lang="en-US" sz="1200"/>
                      <m:t>50</m:t>
                    </m:r>
                    <m:r>
                      <a:rPr lang="en-US" sz="1200"/>
                      <m:t>+</m:t>
                    </m:r>
                    <m:r>
                      <a:rPr lang="en-US" sz="1200"/>
                      <m:t>200</m:t>
                    </m:r>
                    <m:r>
                      <a:rPr lang="en-US" sz="1200"/>
                      <m:t>=</m:t>
                    </m:r>
                    <m:r>
                      <a:rPr lang="en-US" sz="1200"/>
                      <m:t>250</m:t>
                    </m:r>
                  </m:oMath>
                </a14:m>
                <a:r>
                  <a:rPr lang="en-US" sz="1200" dirty="0" err="1"/>
                  <a:t>ms</a:t>
                </a:r>
                <a:endParaRPr lang="en-US" sz="1200" dirty="0"/>
              </a:p>
              <a:p>
                <a:pPr>
                  <a:lnSpc>
                    <a:spcPct val="100000"/>
                  </a:lnSpc>
                </a:pPr>
                <a:r>
                  <a:rPr lang="en-US" sz="1200" b="1" dirty="0"/>
                  <a:t>End-to-end delay</a:t>
                </a:r>
              </a:p>
              <a:p>
                <a:pPr>
                  <a:lnSpc>
                    <a:spcPct val="100000"/>
                  </a:lnSpc>
                </a:pPr>
                <a14:m>
                  <m:oMath xmlns:m="http://schemas.openxmlformats.org/officeDocument/2006/math">
                    <m:r>
                      <a:rPr lang="en-US" sz="1200"/>
                      <m:t>250</m:t>
                    </m:r>
                    <m:r>
                      <m:rPr>
                        <m:nor/>
                      </m:rPr>
                      <a:rPr lang="en-US" sz="1200" i="1"/>
                      <m:t> </m:t>
                    </m:r>
                    <m:r>
                      <m:rPr>
                        <m:nor/>
                      </m:rPr>
                      <a:rPr lang="en-US" sz="1200" i="1"/>
                      <m:t>ms</m:t>
                    </m:r>
                    <m:r>
                      <a:rPr lang="en-US" sz="1200"/>
                      <m:t>+</m:t>
                    </m:r>
                    <m:r>
                      <a:rPr lang="en-US" sz="1200"/>
                      <m:t>0</m:t>
                    </m:r>
                    <m:r>
                      <a:rPr lang="en-US" sz="1200"/>
                      <m:t>.</m:t>
                    </m:r>
                    <m:r>
                      <a:rPr lang="en-US" sz="1200"/>
                      <m:t>62</m:t>
                    </m:r>
                    <m:r>
                      <m:rPr>
                        <m:nor/>
                      </m:rPr>
                      <a:rPr lang="en-US" sz="1200" i="1"/>
                      <m:t> </m:t>
                    </m:r>
                    <m:r>
                      <m:rPr>
                        <m:nor/>
                      </m:rPr>
                      <a:rPr lang="en-US" sz="1200" i="1"/>
                      <m:t>ms</m:t>
                    </m:r>
                    <m:r>
                      <a:rPr lang="en-US" sz="1200"/>
                      <m:t>=</m:t>
                    </m:r>
                  </m:oMath>
                </a14:m>
                <a:r>
                  <a:rPr lang="en-US" sz="1200" dirty="0"/>
                  <a:t> </a:t>
                </a:r>
                <a14:m>
                  <m:oMath xmlns:m="http://schemas.openxmlformats.org/officeDocument/2006/math">
                    <m:r>
                      <a:rPr lang="en-US" sz="1200">
                        <a:latin typeface="Cambria Math" panose="02040503050406030204" pitchFamily="18" charset="0"/>
                      </a:rPr>
                      <m:t>250</m:t>
                    </m:r>
                    <m:r>
                      <a:rPr lang="en-US" sz="1200" b="0" i="0" smtClean="0">
                        <a:latin typeface="Cambria Math" panose="02040503050406030204" pitchFamily="18" charset="0"/>
                      </a:rPr>
                      <m:t>.</m:t>
                    </m:r>
                    <m:r>
                      <a:rPr lang="en-US" sz="1200" b="0" i="0" smtClean="0">
                        <a:latin typeface="Cambria Math" panose="02040503050406030204" pitchFamily="18" charset="0"/>
                      </a:rPr>
                      <m:t>62</m:t>
                    </m:r>
                    <m:r>
                      <m:rPr>
                        <m:nor/>
                      </m:rPr>
                      <a:rPr lang="en-US" sz="1200" i="1"/>
                      <m:t> </m:t>
                    </m:r>
                    <m:r>
                      <m:rPr>
                        <m:nor/>
                      </m:rPr>
                      <a:rPr lang="en-US" sz="1200" i="1"/>
                      <m:t>ms</m:t>
                    </m:r>
                  </m:oMath>
                </a14:m>
                <a:endParaRPr lang="en-US" sz="1200" dirty="0"/>
              </a:p>
            </p:txBody>
          </p:sp>
        </mc:Choice>
        <mc:Fallback>
          <p:sp>
            <p:nvSpPr>
              <p:cNvPr id="3" name="Content Placeholder 2">
                <a:extLst>
                  <a:ext uri="{FF2B5EF4-FFF2-40B4-BE49-F238E27FC236}">
                    <a16:creationId xmlns:a16="http://schemas.microsoft.com/office/drawing/2014/main" id="{AAF29413-F7B6-95BF-4926-E80D77CE1F99}"/>
                  </a:ext>
                </a:extLst>
              </p:cNvPr>
              <p:cNvSpPr>
                <a:spLocks noGrp="1" noRot="1" noChangeAspect="1" noMove="1" noResize="1" noEditPoints="1" noAdjustHandles="1" noChangeArrowheads="1" noChangeShapeType="1" noTextEdit="1"/>
              </p:cNvSpPr>
              <p:nvPr>
                <p:ph sz="half" idx="1"/>
              </p:nvPr>
            </p:nvSpPr>
            <p:spPr>
              <a:xfrm>
                <a:off x="362309" y="873424"/>
                <a:ext cx="8117457" cy="4270076"/>
              </a:xfrm>
              <a:blipFill>
                <a:blip r:embed="rId3"/>
                <a:stretch>
                  <a:fillRect b="-285"/>
                </a:stretch>
              </a:blipFill>
            </p:spPr>
            <p:txBody>
              <a:bodyPr/>
              <a:lstStyle/>
              <a:p>
                <a:r>
                  <a:rPr lang="en-US">
                    <a:noFill/>
                  </a:rPr>
                  <a:t> </a:t>
                </a:r>
              </a:p>
            </p:txBody>
          </p:sp>
        </mc:Fallback>
      </mc:AlternateContent>
      <p:sp>
        <p:nvSpPr>
          <p:cNvPr id="8" name="Title 1">
            <a:extLst>
              <a:ext uri="{FF2B5EF4-FFF2-40B4-BE49-F238E27FC236}">
                <a16:creationId xmlns:a16="http://schemas.microsoft.com/office/drawing/2014/main" id="{57B04D29-7352-8C5B-7844-EF4BA6701978}"/>
              </a:ext>
            </a:extLst>
          </p:cNvPr>
          <p:cNvSpPr>
            <a:spLocks noGrp="1"/>
          </p:cNvSpPr>
          <p:nvPr>
            <p:ph type="title"/>
          </p:nvPr>
        </p:nvSpPr>
        <p:spPr>
          <a:xfrm>
            <a:off x="505325" y="338866"/>
            <a:ext cx="4705029" cy="670967"/>
          </a:xfrm>
        </p:spPr>
        <p:txBody>
          <a:bodyPr>
            <a:normAutofit fontScale="90000"/>
          </a:bodyPr>
          <a:lstStyle/>
          <a:p>
            <a:r>
              <a:rPr lang="en-US" dirty="0"/>
              <a:t>Q1 End-­to­‐end delay ANS </a:t>
            </a:r>
          </a:p>
        </p:txBody>
      </p:sp>
    </p:spTree>
    <p:extLst>
      <p:ext uri="{BB962C8B-B14F-4D97-AF65-F5344CB8AC3E}">
        <p14:creationId xmlns:p14="http://schemas.microsoft.com/office/powerpoint/2010/main" val="547263288"/>
      </p:ext>
    </p:extLst>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84</TotalTime>
  <Words>801</Words>
  <Application>Microsoft Office PowerPoint</Application>
  <PresentationFormat>On-screen Show (16:9)</PresentationFormat>
  <Paragraphs>80</Paragraphs>
  <Slides>6</Slides>
  <Notes>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vt:i4>
      </vt:variant>
    </vt:vector>
  </HeadingPairs>
  <TitlesOfParts>
    <vt:vector size="15" baseType="lpstr">
      <vt:lpstr>Arial</vt:lpstr>
      <vt:lpstr>Calibri</vt:lpstr>
      <vt:lpstr>Roboto Medium</vt:lpstr>
      <vt:lpstr>Wingdings</vt:lpstr>
      <vt:lpstr>Cambria Math</vt:lpstr>
      <vt:lpstr>Roboto</vt:lpstr>
      <vt:lpstr>Roboto Light</vt:lpstr>
      <vt:lpstr>ＭＳ Ｐゴシック</vt:lpstr>
      <vt:lpstr>Simple Lecture</vt:lpstr>
      <vt:lpstr>Bandwidth and Propagation Delay Exercises ANS</vt:lpstr>
      <vt:lpstr>Packet delay: four sources</vt:lpstr>
      <vt:lpstr>Q1 End-­to­‐end delay </vt:lpstr>
      <vt:lpstr>Q1 End-­to­‐end delay ANS </vt:lpstr>
      <vt:lpstr>Q2 End-­to­‐end delay </vt:lpstr>
      <vt:lpstr>Q1 End-­to­‐end delay ANS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2</cp:revision>
  <dcterms:modified xsi:type="dcterms:W3CDTF">2026-01-30T02:14:09Z</dcterms:modified>
</cp:coreProperties>
</file>