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63" r:id="rId1"/>
  </p:sldMasterIdLst>
  <p:notesMasterIdLst>
    <p:notesMasterId r:id="rId9"/>
  </p:notesMasterIdLst>
  <p:sldIdLst>
    <p:sldId id="478" r:id="rId2"/>
    <p:sldId id="402" r:id="rId3"/>
    <p:sldId id="445" r:id="rId4"/>
    <p:sldId id="471" r:id="rId5"/>
    <p:sldId id="448" r:id="rId6"/>
    <p:sldId id="472" r:id="rId7"/>
    <p:sldId id="473" r:id="rId8"/>
  </p:sldIdLst>
  <p:sldSz cx="12192000" cy="6858000"/>
  <p:notesSz cx="6858000" cy="9144000"/>
  <p:embeddedFontLst>
    <p:embeddedFont>
      <p:font typeface="Consolas" panose="020B0609020204030204" pitchFamily="49" charset="0"/>
      <p:regular r:id="rId10"/>
      <p:bold r:id="rId11"/>
      <p:italic r:id="rId12"/>
      <p:boldItalic r:id="rId13"/>
    </p:embeddedFont>
    <p:embeddedFont>
      <p:font typeface="Quattrocento Sans" panose="020B0502050000020003" pitchFamily="34" charset="0"/>
      <p:regular r:id="rId14"/>
      <p:bold r:id="rId15"/>
      <p:italic r:id="rId16"/>
      <p:boldItalic r:id="rId17"/>
    </p:embeddedFont>
    <p:embeddedFont>
      <p:font typeface="Roboto Light" panose="02000000000000000000" pitchFamily="2" charset="0"/>
      <p:regular r:id="rId18"/>
      <p:italic r:id="rId19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FF133EAE-9452-4A4F-AA2F-8C1BA018900D}" v="1" dt="2026-01-30T04:37:44.338"/>
  </p1510:revLst>
</p1510:revInfo>
</file>

<file path=ppt/tableStyles.xml><?xml version="1.0" encoding="utf-8"?>
<a:tblStyleLst xmlns:a="http://schemas.openxmlformats.org/drawingml/2006/main" def="{C6F4A71E-2EC3-4D22-9284-7B01D5CB0B2A}">
  <a:tblStyle styleId="{C6F4A71E-2EC3-4D22-9284-7B01D5CB0B2A}" styleName="Table_0">
    <a:wholeTbl>
      <a:tcTxStyle b="off" i="off">
        <a:font>
          <a:latin typeface="Segoe UI Semilight"/>
          <a:ea typeface="Segoe UI Semilight"/>
          <a:cs typeface="Segoe UI Semilight"/>
        </a:font>
        <a:schemeClr val="dk1"/>
      </a:tcTxStyle>
      <a:tcStyle>
        <a:tcBdr>
          <a:lef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E7F1FA"/>
          </a:solidFill>
        </a:fill>
      </a:tcStyle>
    </a:wholeTbl>
    <a:band1H>
      <a:tcTxStyle/>
      <a:tcStyle>
        <a:tcBdr/>
        <a:fill>
          <a:solidFill>
            <a:srgbClr val="CBE2F5"/>
          </a:solidFill>
        </a:fill>
      </a:tcStyle>
    </a:band1H>
    <a:band2H>
      <a:tcTxStyle/>
      <a:tcStyle>
        <a:tcBdr/>
      </a:tcStyle>
    </a:band2H>
    <a:band1V>
      <a:tcTxStyle/>
      <a:tcStyle>
        <a:tcBdr/>
        <a:fill>
          <a:solidFill>
            <a:srgbClr val="CBE2F5"/>
          </a:solidFill>
        </a:fill>
      </a:tcStyle>
    </a:band1V>
    <a:band2V>
      <a:tcTxStyle/>
      <a:tcStyle>
        <a:tcBdr/>
      </a:tcStyle>
    </a:band2V>
    <a:lastCol>
      <a:tcTxStyle b="on" i="off">
        <a:font>
          <a:latin typeface="Segoe UI Semilight"/>
          <a:ea typeface="Segoe UI Semilight"/>
          <a:cs typeface="Segoe UI Semilight"/>
        </a:font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 i="off">
        <a:font>
          <a:latin typeface="Segoe UI Semilight"/>
          <a:ea typeface="Segoe UI Semilight"/>
          <a:cs typeface="Segoe UI Semilight"/>
        </a:font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 i="off">
        <a:font>
          <a:latin typeface="Segoe UI Semilight"/>
          <a:ea typeface="Segoe UI Semilight"/>
          <a:cs typeface="Segoe UI Semilight"/>
        </a:font>
        <a:schemeClr val="lt1"/>
      </a:tcTxStyle>
      <a:tcStyle>
        <a:tcBdr>
          <a:top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chemeClr val="accent1"/>
          </a:solidFill>
        </a:fill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 b="on" i="off">
        <a:font>
          <a:latin typeface="Segoe UI Semilight"/>
          <a:ea typeface="Segoe UI Semilight"/>
          <a:cs typeface="Segoe UI Semilight"/>
        </a:font>
        <a:schemeClr val="lt1"/>
      </a:tcTxStyle>
      <a:tcStyle>
        <a:tcBdr>
          <a:bottom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chemeClr val="accent1"/>
          </a:solidFill>
        </a:fill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89412" autoAdjust="0"/>
  </p:normalViewPr>
  <p:slideViewPr>
    <p:cSldViewPr snapToGrid="0">
      <p:cViewPr varScale="1">
        <p:scale>
          <a:sx n="74" d="100"/>
          <a:sy n="74" d="100"/>
        </p:scale>
        <p:origin x="1013" y="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" d="1"/>
        <a:sy n="1" d="1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4.fntdata"/><Relationship Id="rId18" Type="http://schemas.openxmlformats.org/officeDocument/2006/relationships/font" Target="fonts/font9.fntdata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font" Target="fonts/font3.fntdata"/><Relationship Id="rId17" Type="http://schemas.openxmlformats.org/officeDocument/2006/relationships/font" Target="fonts/font8.fntdata"/><Relationship Id="rId25" Type="http://schemas.microsoft.com/office/2015/10/relationships/revisionInfo" Target="revisionInfo.xml"/><Relationship Id="rId2" Type="http://schemas.openxmlformats.org/officeDocument/2006/relationships/slide" Target="slides/slide1.xml"/><Relationship Id="rId16" Type="http://schemas.openxmlformats.org/officeDocument/2006/relationships/font" Target="fonts/font7.fntdata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2.fntdata"/><Relationship Id="rId24" Type="http://schemas.microsoft.com/office/2016/11/relationships/changesInfo" Target="changesInfos/changesInfo1.xml"/><Relationship Id="rId5" Type="http://schemas.openxmlformats.org/officeDocument/2006/relationships/slide" Target="slides/slide4.xml"/><Relationship Id="rId15" Type="http://schemas.openxmlformats.org/officeDocument/2006/relationships/font" Target="fonts/font6.fntdata"/><Relationship Id="rId23" Type="http://schemas.openxmlformats.org/officeDocument/2006/relationships/tableStyles" Target="tableStyles.xml"/><Relationship Id="rId10" Type="http://schemas.openxmlformats.org/officeDocument/2006/relationships/font" Target="fonts/font1.fntdata"/><Relationship Id="rId19" Type="http://schemas.openxmlformats.org/officeDocument/2006/relationships/font" Target="fonts/font10.fntdata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Relationship Id="rId14" Type="http://schemas.openxmlformats.org/officeDocument/2006/relationships/font" Target="fonts/font5.fntdata"/><Relationship Id="rId22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Zonghua Gu" userId="9a7e1853e1951ef5" providerId="LiveId" clId="{CF1FAA12-072C-4ED5-BA76-0FFFAEFDB88A}"/>
    <pc:docChg chg="addSld delSld modSld">
      <pc:chgData name="Zonghua Gu" userId="9a7e1853e1951ef5" providerId="LiveId" clId="{CF1FAA12-072C-4ED5-BA76-0FFFAEFDB88A}" dt="2026-01-30T04:41:56.937" v="5" actId="20577"/>
      <pc:docMkLst>
        <pc:docMk/>
      </pc:docMkLst>
      <pc:sldChg chg="del">
        <pc:chgData name="Zonghua Gu" userId="9a7e1853e1951ef5" providerId="LiveId" clId="{CF1FAA12-072C-4ED5-BA76-0FFFAEFDB88A}" dt="2026-01-30T04:37:51.398" v="2" actId="47"/>
        <pc:sldMkLst>
          <pc:docMk/>
          <pc:sldMk cId="0" sldId="296"/>
        </pc:sldMkLst>
      </pc:sldChg>
      <pc:sldChg chg="modSp add mod">
        <pc:chgData name="Zonghua Gu" userId="9a7e1853e1951ef5" providerId="LiveId" clId="{CF1FAA12-072C-4ED5-BA76-0FFFAEFDB88A}" dt="2026-01-30T04:41:56.937" v="5" actId="20577"/>
        <pc:sldMkLst>
          <pc:docMk/>
          <pc:sldMk cId="0" sldId="478"/>
        </pc:sldMkLst>
        <pc:spChg chg="mod">
          <ac:chgData name="Zonghua Gu" userId="9a7e1853e1951ef5" providerId="LiveId" clId="{CF1FAA12-072C-4ED5-BA76-0FFFAEFDB88A}" dt="2026-01-30T04:41:56.937" v="5" actId="20577"/>
          <ac:spMkLst>
            <pc:docMk/>
            <pc:sldMk cId="0" sldId="478"/>
            <ac:spMk id="160" creationId="{00000000-0000-0000-0000-000000000000}"/>
          </ac:spMkLst>
        </pc:spChg>
      </pc:sldChg>
      <pc:sldMasterChg chg="delSldLayout">
        <pc:chgData name="Zonghua Gu" userId="9a7e1853e1951ef5" providerId="LiveId" clId="{CF1FAA12-072C-4ED5-BA76-0FFFAEFDB88A}" dt="2026-01-30T04:37:51.398" v="2" actId="47"/>
        <pc:sldMasterMkLst>
          <pc:docMk/>
          <pc:sldMasterMk cId="0" sldId="2147483663"/>
        </pc:sldMasterMkLst>
        <pc:sldLayoutChg chg="del">
          <pc:chgData name="Zonghua Gu" userId="9a7e1853e1951ef5" providerId="LiveId" clId="{CF1FAA12-072C-4ED5-BA76-0FFFAEFDB88A}" dt="2026-01-30T04:37:51.398" v="2" actId="47"/>
          <pc:sldLayoutMkLst>
            <pc:docMk/>
            <pc:sldMasterMk cId="0" sldId="2147483663"/>
            <pc:sldLayoutMk cId="3441677481" sldId="2147483664"/>
          </pc:sldLayoutMkLst>
        </pc:sldLayoutChg>
      </pc:sldMaster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g2786d2d46cd_0_43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7" name="Google Shape;157;g2786d2d46cd_0_43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Welcome to week 2 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Finally, we get to build a routing protocol. Today will be entirely focused on Distance-Vector approach and then we’ll talk about an alternative approach hopefully tomorrow. 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so we're going to number them 1 through seven we'll come up with rules and when you put the seven rules together you get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29:30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an algorithm called the distance Vector protocol and it allows us to find shortest paths through the entire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29:36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network </a:t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11">
          <a:extLst>
            <a:ext uri="{FF2B5EF4-FFF2-40B4-BE49-F238E27FC236}">
              <a16:creationId xmlns:a16="http://schemas.microsoft.com/office/drawing/2014/main" id="{8F6471FB-0E28-2713-0631-49EBBF61D1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" name="Google Shape;512;p36:notes">
            <a:extLst>
              <a:ext uri="{FF2B5EF4-FFF2-40B4-BE49-F238E27FC236}">
                <a16:creationId xmlns:a16="http://schemas.microsoft.com/office/drawing/2014/main" id="{85DA7750-7780-E94C-48B1-E3CD7BBBCCB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513" name="Google Shape;513;p36:notes">
            <a:extLst>
              <a:ext uri="{FF2B5EF4-FFF2-40B4-BE49-F238E27FC236}">
                <a16:creationId xmlns:a16="http://schemas.microsoft.com/office/drawing/2014/main" id="{6288FFBD-DB47-5654-41C8-2F3B25F9E06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dirty="0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14" name="Google Shape;514;p36:notes">
            <a:extLst>
              <a:ext uri="{FF2B5EF4-FFF2-40B4-BE49-F238E27FC236}">
                <a16:creationId xmlns:a16="http://schemas.microsoft.com/office/drawing/2014/main" id="{846B2B4B-6F74-E98C-05D1-B3AE36647811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2</a:t>
            </a:fld>
            <a:endParaRPr/>
          </a:p>
        </p:txBody>
      </p:sp>
      <p:sp>
        <p:nvSpPr>
          <p:cNvPr id="515" name="Google Shape;515;p36:notes">
            <a:extLst>
              <a:ext uri="{FF2B5EF4-FFF2-40B4-BE49-F238E27FC236}">
                <a16:creationId xmlns:a16="http://schemas.microsoft.com/office/drawing/2014/main" id="{40416FDA-7548-275A-A534-E1EB84D529F8}"/>
              </a:ext>
            </a:extLst>
          </p:cNvPr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11/20/2019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385181382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br>
              <a:rPr lang="en-GB" sz="1200" dirty="0"/>
            </a:br>
            <a:r>
              <a:rPr lang="en-GB" sz="1200" dirty="0"/>
              <a:t>SD: Shortest Distance. PN: Previous Node</a:t>
            </a:r>
            <a:endParaRPr lang="en-S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3</a:t>
            </a:fld>
            <a:endParaRPr lang="en-US"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47045055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en-SE" dirty="0"/>
              <a:t>David Kauchak</a:t>
            </a:r>
          </a:p>
          <a:p>
            <a:r>
              <a:rPr lang="en-US" altLang="en-SE" dirty="0"/>
              <a:t>cs161</a:t>
            </a:r>
          </a:p>
          <a:p>
            <a:r>
              <a:rPr lang="en-US" altLang="en-SE" dirty="0"/>
              <a:t>Summer 2009</a:t>
            </a:r>
          </a:p>
          <a:p>
            <a:r>
              <a:rPr lang="en-US" altLang="en-SE" dirty="0"/>
              <a:t>Graphs: MSTs</a:t>
            </a:r>
            <a:br>
              <a:rPr lang="en-US" altLang="en-SE" dirty="0"/>
            </a:br>
            <a:r>
              <a:rPr lang="en-US" altLang="en-SE" dirty="0"/>
              <a:t>and Shortest Paths https://cs.pomona.edu/~dkauchak/classes/algorithms/</a:t>
            </a:r>
          </a:p>
          <a:p>
            <a:endParaRPr lang="en-S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3F62E29-99FC-EB40-923F-D38E4FE7BE7E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27611728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S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5</a:t>
            </a:fld>
            <a:endParaRPr lang="en-US"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35560105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  <a:p>
            <a:r>
              <a:rPr lang="en-GB" dirty="0"/>
              <a:t>Consider this DAG, use Topological Sort to find Shortest Paths in DAG start, considering all possible topological orders</a:t>
            </a:r>
            <a:endParaRPr lang="en-SE" dirty="0"/>
          </a:p>
          <a:p>
            <a:endParaRPr lang="en-S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6</a:t>
            </a:fld>
            <a:endParaRPr lang="en-US"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75804167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Custom Layout" userDrawn="1">
  <p:cSld name="1_Custom Layout">
    <p:spTree>
      <p:nvGrpSpPr>
        <p:cNvPr id="1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/>
          <p:nvPr/>
        </p:nvSpPr>
        <p:spPr>
          <a:xfrm>
            <a:off x="272955" y="0"/>
            <a:ext cx="422700" cy="15624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88375" tIns="44175" rIns="88375" bIns="441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" name="Google Shape;10;p1">
            <a:extLst>
              <a:ext uri="{FF2B5EF4-FFF2-40B4-BE49-F238E27FC236}">
                <a16:creationId xmlns:a16="http://schemas.microsoft.com/office/drawing/2014/main" id="{35EA3EC4-5CFC-3730-9A30-E00CD020B59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75239" y="263276"/>
            <a:ext cx="11187000" cy="101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8375" tIns="44175" rIns="88375" bIns="44175" anchor="ctr" anchorCtr="0">
            <a:normAutofit/>
          </a:bodyPr>
          <a:lstStyle>
            <a:lvl1pPr marR="0" lvl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300"/>
              <a:buFont typeface="Quattrocento Sans"/>
              <a:buNone/>
              <a:defRPr sz="4300" b="0" i="0" u="none" strike="noStrike" cap="none">
                <a:solidFill>
                  <a:srgbClr val="0C0C0C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 dirty="0"/>
          </a:p>
        </p:txBody>
      </p:sp>
      <p:sp>
        <p:nvSpPr>
          <p:cNvPr id="3" name="Google Shape;11;p1">
            <a:extLst>
              <a:ext uri="{FF2B5EF4-FFF2-40B4-BE49-F238E27FC236}">
                <a16:creationId xmlns:a16="http://schemas.microsoft.com/office/drawing/2014/main" id="{DF3A178F-FC4F-64BC-D36E-D44B4E6C13C6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575240" y="1463857"/>
            <a:ext cx="11187000" cy="484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4175" tIns="44175" rIns="44175" bIns="44175" anchor="t" anchorCtr="0">
            <a:spAutoFit/>
          </a:bodyPr>
          <a:lstStyle>
            <a:lvl1pPr marL="457200" marR="0" lvl="0" indent="-393700" algn="l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4C3282"/>
              </a:buClr>
              <a:buSzPts val="2600"/>
              <a:buFont typeface="Twentieth Century"/>
              <a:buChar char=" "/>
              <a:defRPr sz="26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1pPr>
            <a:lvl2pPr marL="914400" marR="0" lvl="1" indent="-361950" algn="l" rtl="0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Clr>
                <a:srgbClr val="B6A479"/>
              </a:buClr>
              <a:buSzPts val="2100"/>
              <a:buFont typeface="Quattrocento Sans"/>
              <a:buChar char="-"/>
              <a:defRPr sz="21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2pPr>
            <a:lvl3pPr marL="1371600" marR="0" lvl="2" indent="-32385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B6A479"/>
              </a:buClr>
              <a:buSzPts val="1500"/>
              <a:buFont typeface="Quattrocento Sans"/>
              <a:buChar char="-"/>
              <a:defRPr sz="15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3pPr>
            <a:lvl4pPr marL="1828800" marR="0" lvl="3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B6A479"/>
              </a:buClr>
              <a:buSzPts val="1400"/>
              <a:buFont typeface="Quattrocento Sans"/>
              <a:buChar char="-"/>
              <a:defRPr sz="14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4pPr>
            <a:lvl5pPr marL="2286000" marR="0" lvl="4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B6A479"/>
              </a:buClr>
              <a:buSzPts val="1400"/>
              <a:buFont typeface="Quattrocento Sans"/>
              <a:buChar char="-"/>
              <a:defRPr sz="14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5pPr>
            <a:lvl6pPr marL="2743200" marR="0" lvl="5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sz="1400" b="0" i="0" u="none" strike="noStrike" cap="non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marL="3200400" marR="0" lvl="6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sz="1400" b="0" i="0" u="none" strike="noStrike" cap="non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marL="3657600" marR="0" lvl="7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sz="1400" b="0" i="0" u="none" strike="noStrike" cap="non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marL="4114800" marR="0" lvl="8" indent="-317500" algn="l" rtl="0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sz="1400" b="0" i="0" u="none" strike="noStrike" cap="non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 1">
  <p:cSld name="OBJECT_1">
    <p:spTree>
      <p:nvGrpSpPr>
        <p:cNvPr id="1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5"/>
          <p:cNvSpPr txBox="1">
            <a:spLocks noGrp="1"/>
          </p:cNvSpPr>
          <p:nvPr>
            <p:ph type="title"/>
          </p:nvPr>
        </p:nvSpPr>
        <p:spPr>
          <a:xfrm>
            <a:off x="575239" y="263276"/>
            <a:ext cx="11187000" cy="101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8375" tIns="44175" rIns="88375" bIns="44175" anchor="ctr" anchorCtr="0">
            <a:normAutofit/>
          </a:bodyPr>
          <a:lstStyle>
            <a:lvl1pPr lvl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ustom Layout">
  <p:cSld name="Custom Layout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6"/>
          <p:cNvSpPr txBox="1">
            <a:spLocks noGrp="1"/>
          </p:cNvSpPr>
          <p:nvPr>
            <p:ph type="title"/>
          </p:nvPr>
        </p:nvSpPr>
        <p:spPr>
          <a:xfrm>
            <a:off x="3315881" y="3446573"/>
            <a:ext cx="5590200" cy="101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8375" tIns="44175" rIns="88375" bIns="44175" anchor="ctr" anchorCtr="0">
            <a:normAutofit/>
          </a:bodyPr>
          <a:lstStyle>
            <a:lvl1pPr lvl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300"/>
              <a:buFont typeface="Quattrocento Sans"/>
              <a:buNone/>
              <a:defRPr cap="none"/>
            </a:lvl1pPr>
            <a:lvl2pPr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cxnSp>
        <p:nvCxnSpPr>
          <p:cNvPr id="43" name="Google Shape;43;p6"/>
          <p:cNvCxnSpPr/>
          <p:nvPr/>
        </p:nvCxnSpPr>
        <p:spPr>
          <a:xfrm>
            <a:off x="138752" y="1917510"/>
            <a:ext cx="11914500" cy="0"/>
          </a:xfrm>
          <a:prstGeom prst="straightConnector1">
            <a:avLst/>
          </a:prstGeom>
          <a:noFill/>
          <a:ln w="19050" cap="flat" cmpd="sng">
            <a:solidFill>
              <a:srgbClr val="D8D8D8"/>
            </a:solidFill>
            <a:prstDash val="solid"/>
            <a:round/>
            <a:headEnd type="none" w="sm" len="sm"/>
            <a:tailEnd type="none" w="sm" len="sm"/>
          </a:ln>
        </p:spPr>
      </p:cxnSp>
      <p:grpSp>
        <p:nvGrpSpPr>
          <p:cNvPr id="44" name="Google Shape;44;p6"/>
          <p:cNvGrpSpPr/>
          <p:nvPr/>
        </p:nvGrpSpPr>
        <p:grpSpPr>
          <a:xfrm>
            <a:off x="4736689" y="555664"/>
            <a:ext cx="2723981" cy="2723981"/>
            <a:chOff x="4360460" y="449353"/>
            <a:chExt cx="3282300" cy="3282300"/>
          </a:xfrm>
        </p:grpSpPr>
        <p:sp>
          <p:nvSpPr>
            <p:cNvPr id="45" name="Google Shape;45;p6"/>
            <p:cNvSpPr/>
            <p:nvPr/>
          </p:nvSpPr>
          <p:spPr>
            <a:xfrm>
              <a:off x="4360460" y="449353"/>
              <a:ext cx="3282300" cy="3282300"/>
            </a:xfrm>
            <a:prstGeom prst="ellipse">
              <a:avLst/>
            </a:prstGeom>
            <a:solidFill>
              <a:srgbClr val="B6A479"/>
            </a:solidFill>
            <a:ln>
              <a:noFill/>
            </a:ln>
          </p:spPr>
          <p:txBody>
            <a:bodyPr spcFirstLastPara="1" wrap="square" lIns="88375" tIns="44175" rIns="88375" bIns="44175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endParaRPr>
            </a:p>
          </p:txBody>
        </p:sp>
        <p:grpSp>
          <p:nvGrpSpPr>
            <p:cNvPr id="46" name="Google Shape;46;p6"/>
            <p:cNvGrpSpPr/>
            <p:nvPr/>
          </p:nvGrpSpPr>
          <p:grpSpPr>
            <a:xfrm>
              <a:off x="4868882" y="1003916"/>
              <a:ext cx="2265384" cy="2173111"/>
              <a:chOff x="5233525" y="4954450"/>
              <a:chExt cx="538275" cy="516350"/>
            </a:xfrm>
          </p:grpSpPr>
          <p:sp>
            <p:nvSpPr>
              <p:cNvPr id="47" name="Google Shape;47;p6"/>
              <p:cNvSpPr/>
              <p:nvPr/>
            </p:nvSpPr>
            <p:spPr>
              <a:xfrm>
                <a:off x="5637825" y="4954450"/>
                <a:ext cx="89525" cy="89525"/>
              </a:xfrm>
              <a:custGeom>
                <a:avLst/>
                <a:gdLst/>
                <a:ahLst/>
                <a:cxnLst/>
                <a:rect l="l" t="t" r="r" b="b"/>
                <a:pathLst>
                  <a:path w="3581" h="3581" fill="none" extrusionOk="0">
                    <a:moveTo>
                      <a:pt x="1023" y="3410"/>
                    </a:moveTo>
                    <a:lnTo>
                      <a:pt x="1023" y="3410"/>
                    </a:lnTo>
                    <a:lnTo>
                      <a:pt x="1193" y="3483"/>
                    </a:lnTo>
                    <a:lnTo>
                      <a:pt x="1388" y="3532"/>
                    </a:lnTo>
                    <a:lnTo>
                      <a:pt x="1583" y="3556"/>
                    </a:lnTo>
                    <a:lnTo>
                      <a:pt x="1778" y="3581"/>
                    </a:lnTo>
                    <a:lnTo>
                      <a:pt x="1778" y="3581"/>
                    </a:lnTo>
                    <a:lnTo>
                      <a:pt x="1973" y="3556"/>
                    </a:lnTo>
                    <a:lnTo>
                      <a:pt x="2143" y="3532"/>
                    </a:lnTo>
                    <a:lnTo>
                      <a:pt x="2314" y="3508"/>
                    </a:lnTo>
                    <a:lnTo>
                      <a:pt x="2484" y="3435"/>
                    </a:lnTo>
                    <a:lnTo>
                      <a:pt x="2630" y="3361"/>
                    </a:lnTo>
                    <a:lnTo>
                      <a:pt x="2776" y="3264"/>
                    </a:lnTo>
                    <a:lnTo>
                      <a:pt x="2923" y="3167"/>
                    </a:lnTo>
                    <a:lnTo>
                      <a:pt x="3044" y="3045"/>
                    </a:lnTo>
                    <a:lnTo>
                      <a:pt x="3166" y="2923"/>
                    </a:lnTo>
                    <a:lnTo>
                      <a:pt x="3264" y="2801"/>
                    </a:lnTo>
                    <a:lnTo>
                      <a:pt x="3361" y="2631"/>
                    </a:lnTo>
                    <a:lnTo>
                      <a:pt x="3434" y="2485"/>
                    </a:lnTo>
                    <a:lnTo>
                      <a:pt x="3483" y="2314"/>
                    </a:lnTo>
                    <a:lnTo>
                      <a:pt x="3531" y="2144"/>
                    </a:lnTo>
                    <a:lnTo>
                      <a:pt x="3556" y="1973"/>
                    </a:lnTo>
                    <a:lnTo>
                      <a:pt x="3580" y="1803"/>
                    </a:lnTo>
                    <a:lnTo>
                      <a:pt x="3580" y="1803"/>
                    </a:lnTo>
                    <a:lnTo>
                      <a:pt x="3556" y="1608"/>
                    </a:lnTo>
                    <a:lnTo>
                      <a:pt x="3531" y="1437"/>
                    </a:lnTo>
                    <a:lnTo>
                      <a:pt x="3483" y="1267"/>
                    </a:lnTo>
                    <a:lnTo>
                      <a:pt x="3434" y="1096"/>
                    </a:lnTo>
                    <a:lnTo>
                      <a:pt x="3361" y="950"/>
                    </a:lnTo>
                    <a:lnTo>
                      <a:pt x="3264" y="804"/>
                    </a:lnTo>
                    <a:lnTo>
                      <a:pt x="3166" y="658"/>
                    </a:lnTo>
                    <a:lnTo>
                      <a:pt x="3044" y="536"/>
                    </a:lnTo>
                    <a:lnTo>
                      <a:pt x="2923" y="414"/>
                    </a:lnTo>
                    <a:lnTo>
                      <a:pt x="2776" y="317"/>
                    </a:lnTo>
                    <a:lnTo>
                      <a:pt x="2630" y="220"/>
                    </a:lnTo>
                    <a:lnTo>
                      <a:pt x="2484" y="147"/>
                    </a:lnTo>
                    <a:lnTo>
                      <a:pt x="2314" y="98"/>
                    </a:lnTo>
                    <a:lnTo>
                      <a:pt x="2143" y="49"/>
                    </a:lnTo>
                    <a:lnTo>
                      <a:pt x="1973" y="25"/>
                    </a:lnTo>
                    <a:lnTo>
                      <a:pt x="1778" y="0"/>
                    </a:lnTo>
                    <a:lnTo>
                      <a:pt x="1778" y="0"/>
                    </a:lnTo>
                    <a:lnTo>
                      <a:pt x="1607" y="25"/>
                    </a:lnTo>
                    <a:lnTo>
                      <a:pt x="1437" y="49"/>
                    </a:lnTo>
                    <a:lnTo>
                      <a:pt x="1266" y="98"/>
                    </a:lnTo>
                    <a:lnTo>
                      <a:pt x="1096" y="147"/>
                    </a:lnTo>
                    <a:lnTo>
                      <a:pt x="925" y="220"/>
                    </a:lnTo>
                    <a:lnTo>
                      <a:pt x="779" y="317"/>
                    </a:lnTo>
                    <a:lnTo>
                      <a:pt x="658" y="414"/>
                    </a:lnTo>
                    <a:lnTo>
                      <a:pt x="536" y="536"/>
                    </a:lnTo>
                    <a:lnTo>
                      <a:pt x="414" y="658"/>
                    </a:lnTo>
                    <a:lnTo>
                      <a:pt x="317" y="804"/>
                    </a:lnTo>
                    <a:lnTo>
                      <a:pt x="219" y="950"/>
                    </a:lnTo>
                    <a:lnTo>
                      <a:pt x="146" y="1096"/>
                    </a:lnTo>
                    <a:lnTo>
                      <a:pt x="73" y="1267"/>
                    </a:lnTo>
                    <a:lnTo>
                      <a:pt x="49" y="1437"/>
                    </a:lnTo>
                    <a:lnTo>
                      <a:pt x="24" y="1608"/>
                    </a:lnTo>
                    <a:lnTo>
                      <a:pt x="0" y="1803"/>
                    </a:lnTo>
                    <a:lnTo>
                      <a:pt x="0" y="1803"/>
                    </a:lnTo>
                    <a:lnTo>
                      <a:pt x="24" y="2071"/>
                    </a:lnTo>
                    <a:lnTo>
                      <a:pt x="97" y="2339"/>
                    </a:lnTo>
                    <a:lnTo>
                      <a:pt x="195" y="2582"/>
                    </a:lnTo>
                    <a:lnTo>
                      <a:pt x="317" y="2801"/>
                    </a:lnTo>
                  </a:path>
                </a:pathLst>
              </a:custGeom>
              <a:noFill/>
              <a:ln w="28575" cap="rnd" cmpd="sng">
                <a:solidFill>
                  <a:srgbClr val="00000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88375" tIns="88375" rIns="88375" bIns="8837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800"/>
                  <a:buFont typeface="Twentieth Century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endParaRPr>
              </a:p>
            </p:txBody>
          </p:sp>
          <p:sp>
            <p:nvSpPr>
              <p:cNvPr id="48" name="Google Shape;48;p6"/>
              <p:cNvSpPr/>
              <p:nvPr/>
            </p:nvSpPr>
            <p:spPr>
              <a:xfrm>
                <a:off x="5323025" y="4980625"/>
                <a:ext cx="88925" cy="88925"/>
              </a:xfrm>
              <a:custGeom>
                <a:avLst/>
                <a:gdLst/>
                <a:ahLst/>
                <a:cxnLst/>
                <a:rect l="l" t="t" r="r" b="b"/>
                <a:pathLst>
                  <a:path w="3557" h="3557" fill="none" extrusionOk="0">
                    <a:moveTo>
                      <a:pt x="3191" y="2850"/>
                    </a:moveTo>
                    <a:lnTo>
                      <a:pt x="3191" y="2850"/>
                    </a:lnTo>
                    <a:lnTo>
                      <a:pt x="3313" y="2680"/>
                    </a:lnTo>
                    <a:lnTo>
                      <a:pt x="3410" y="2509"/>
                    </a:lnTo>
                    <a:lnTo>
                      <a:pt x="3483" y="2314"/>
                    </a:lnTo>
                    <a:lnTo>
                      <a:pt x="3532" y="2095"/>
                    </a:lnTo>
                    <a:lnTo>
                      <a:pt x="3532" y="2095"/>
                    </a:lnTo>
                    <a:lnTo>
                      <a:pt x="3556" y="1925"/>
                    </a:lnTo>
                    <a:lnTo>
                      <a:pt x="3556" y="1730"/>
                    </a:lnTo>
                    <a:lnTo>
                      <a:pt x="3556" y="1559"/>
                    </a:lnTo>
                    <a:lnTo>
                      <a:pt x="3508" y="1389"/>
                    </a:lnTo>
                    <a:lnTo>
                      <a:pt x="3459" y="1218"/>
                    </a:lnTo>
                    <a:lnTo>
                      <a:pt x="3410" y="1072"/>
                    </a:lnTo>
                    <a:lnTo>
                      <a:pt x="3337" y="902"/>
                    </a:lnTo>
                    <a:lnTo>
                      <a:pt x="3240" y="756"/>
                    </a:lnTo>
                    <a:lnTo>
                      <a:pt x="3142" y="634"/>
                    </a:lnTo>
                    <a:lnTo>
                      <a:pt x="3021" y="512"/>
                    </a:lnTo>
                    <a:lnTo>
                      <a:pt x="2899" y="390"/>
                    </a:lnTo>
                    <a:lnTo>
                      <a:pt x="2753" y="293"/>
                    </a:lnTo>
                    <a:lnTo>
                      <a:pt x="2606" y="196"/>
                    </a:lnTo>
                    <a:lnTo>
                      <a:pt x="2436" y="122"/>
                    </a:lnTo>
                    <a:lnTo>
                      <a:pt x="2266" y="74"/>
                    </a:lnTo>
                    <a:lnTo>
                      <a:pt x="2095" y="25"/>
                    </a:lnTo>
                    <a:lnTo>
                      <a:pt x="2095" y="25"/>
                    </a:lnTo>
                    <a:lnTo>
                      <a:pt x="1925" y="1"/>
                    </a:lnTo>
                    <a:lnTo>
                      <a:pt x="1730" y="1"/>
                    </a:lnTo>
                    <a:lnTo>
                      <a:pt x="1559" y="1"/>
                    </a:lnTo>
                    <a:lnTo>
                      <a:pt x="1389" y="25"/>
                    </a:lnTo>
                    <a:lnTo>
                      <a:pt x="1218" y="74"/>
                    </a:lnTo>
                    <a:lnTo>
                      <a:pt x="1072" y="147"/>
                    </a:lnTo>
                    <a:lnTo>
                      <a:pt x="902" y="220"/>
                    </a:lnTo>
                    <a:lnTo>
                      <a:pt x="756" y="317"/>
                    </a:lnTo>
                    <a:lnTo>
                      <a:pt x="634" y="415"/>
                    </a:lnTo>
                    <a:lnTo>
                      <a:pt x="512" y="537"/>
                    </a:lnTo>
                    <a:lnTo>
                      <a:pt x="390" y="658"/>
                    </a:lnTo>
                    <a:lnTo>
                      <a:pt x="293" y="804"/>
                    </a:lnTo>
                    <a:lnTo>
                      <a:pt x="195" y="951"/>
                    </a:lnTo>
                    <a:lnTo>
                      <a:pt x="122" y="1097"/>
                    </a:lnTo>
                    <a:lnTo>
                      <a:pt x="74" y="1267"/>
                    </a:lnTo>
                    <a:lnTo>
                      <a:pt x="25" y="1462"/>
                    </a:lnTo>
                    <a:lnTo>
                      <a:pt x="25" y="1462"/>
                    </a:lnTo>
                    <a:lnTo>
                      <a:pt x="1" y="1633"/>
                    </a:lnTo>
                    <a:lnTo>
                      <a:pt x="1" y="1803"/>
                    </a:lnTo>
                    <a:lnTo>
                      <a:pt x="1" y="1998"/>
                    </a:lnTo>
                    <a:lnTo>
                      <a:pt x="25" y="2168"/>
                    </a:lnTo>
                    <a:lnTo>
                      <a:pt x="74" y="2339"/>
                    </a:lnTo>
                    <a:lnTo>
                      <a:pt x="147" y="2485"/>
                    </a:lnTo>
                    <a:lnTo>
                      <a:pt x="220" y="2655"/>
                    </a:lnTo>
                    <a:lnTo>
                      <a:pt x="317" y="2777"/>
                    </a:lnTo>
                    <a:lnTo>
                      <a:pt x="415" y="2923"/>
                    </a:lnTo>
                    <a:lnTo>
                      <a:pt x="536" y="3045"/>
                    </a:lnTo>
                    <a:lnTo>
                      <a:pt x="658" y="3167"/>
                    </a:lnTo>
                    <a:lnTo>
                      <a:pt x="804" y="3264"/>
                    </a:lnTo>
                    <a:lnTo>
                      <a:pt x="950" y="3362"/>
                    </a:lnTo>
                    <a:lnTo>
                      <a:pt x="1096" y="3435"/>
                    </a:lnTo>
                    <a:lnTo>
                      <a:pt x="1267" y="3483"/>
                    </a:lnTo>
                    <a:lnTo>
                      <a:pt x="1462" y="3532"/>
                    </a:lnTo>
                    <a:lnTo>
                      <a:pt x="1462" y="3532"/>
                    </a:lnTo>
                    <a:lnTo>
                      <a:pt x="1705" y="3557"/>
                    </a:lnTo>
                    <a:lnTo>
                      <a:pt x="1973" y="3557"/>
                    </a:lnTo>
                    <a:lnTo>
                      <a:pt x="2217" y="3508"/>
                    </a:lnTo>
                    <a:lnTo>
                      <a:pt x="2460" y="3435"/>
                    </a:lnTo>
                  </a:path>
                </a:pathLst>
              </a:custGeom>
              <a:noFill/>
              <a:ln w="28575" cap="rnd" cmpd="sng">
                <a:solidFill>
                  <a:srgbClr val="00000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88375" tIns="88375" rIns="88375" bIns="8837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800"/>
                  <a:buFont typeface="Twentieth Century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endParaRPr>
              </a:p>
            </p:txBody>
          </p:sp>
          <p:sp>
            <p:nvSpPr>
              <p:cNvPr id="49" name="Google Shape;49;p6"/>
              <p:cNvSpPr/>
              <p:nvPr/>
            </p:nvSpPr>
            <p:spPr>
              <a:xfrm>
                <a:off x="5233525" y="5255225"/>
                <a:ext cx="89525" cy="89525"/>
              </a:xfrm>
              <a:custGeom>
                <a:avLst/>
                <a:gdLst/>
                <a:ahLst/>
                <a:cxnLst/>
                <a:rect l="l" t="t" r="r" b="b"/>
                <a:pathLst>
                  <a:path w="3581" h="3581" fill="none" extrusionOk="0">
                    <a:moveTo>
                      <a:pt x="3215" y="707"/>
                    </a:moveTo>
                    <a:lnTo>
                      <a:pt x="3215" y="707"/>
                    </a:lnTo>
                    <a:lnTo>
                      <a:pt x="3093" y="585"/>
                    </a:lnTo>
                    <a:lnTo>
                      <a:pt x="2972" y="464"/>
                    </a:lnTo>
                    <a:lnTo>
                      <a:pt x="2850" y="342"/>
                    </a:lnTo>
                    <a:lnTo>
                      <a:pt x="2679" y="244"/>
                    </a:lnTo>
                    <a:lnTo>
                      <a:pt x="2679" y="244"/>
                    </a:lnTo>
                    <a:lnTo>
                      <a:pt x="2533" y="171"/>
                    </a:lnTo>
                    <a:lnTo>
                      <a:pt x="2363" y="98"/>
                    </a:lnTo>
                    <a:lnTo>
                      <a:pt x="2192" y="50"/>
                    </a:lnTo>
                    <a:lnTo>
                      <a:pt x="2022" y="25"/>
                    </a:lnTo>
                    <a:lnTo>
                      <a:pt x="1851" y="1"/>
                    </a:lnTo>
                    <a:lnTo>
                      <a:pt x="1681" y="25"/>
                    </a:lnTo>
                    <a:lnTo>
                      <a:pt x="1510" y="25"/>
                    </a:lnTo>
                    <a:lnTo>
                      <a:pt x="1340" y="74"/>
                    </a:lnTo>
                    <a:lnTo>
                      <a:pt x="1169" y="123"/>
                    </a:lnTo>
                    <a:lnTo>
                      <a:pt x="1023" y="196"/>
                    </a:lnTo>
                    <a:lnTo>
                      <a:pt x="877" y="269"/>
                    </a:lnTo>
                    <a:lnTo>
                      <a:pt x="731" y="366"/>
                    </a:lnTo>
                    <a:lnTo>
                      <a:pt x="585" y="488"/>
                    </a:lnTo>
                    <a:lnTo>
                      <a:pt x="463" y="610"/>
                    </a:lnTo>
                    <a:lnTo>
                      <a:pt x="341" y="731"/>
                    </a:lnTo>
                    <a:lnTo>
                      <a:pt x="244" y="902"/>
                    </a:lnTo>
                    <a:lnTo>
                      <a:pt x="244" y="902"/>
                    </a:lnTo>
                    <a:lnTo>
                      <a:pt x="171" y="1048"/>
                    </a:lnTo>
                    <a:lnTo>
                      <a:pt x="98" y="1219"/>
                    </a:lnTo>
                    <a:lnTo>
                      <a:pt x="49" y="1389"/>
                    </a:lnTo>
                    <a:lnTo>
                      <a:pt x="25" y="1560"/>
                    </a:lnTo>
                    <a:lnTo>
                      <a:pt x="0" y="1730"/>
                    </a:lnTo>
                    <a:lnTo>
                      <a:pt x="0" y="1900"/>
                    </a:lnTo>
                    <a:lnTo>
                      <a:pt x="25" y="2071"/>
                    </a:lnTo>
                    <a:lnTo>
                      <a:pt x="73" y="2241"/>
                    </a:lnTo>
                    <a:lnTo>
                      <a:pt x="122" y="2412"/>
                    </a:lnTo>
                    <a:lnTo>
                      <a:pt x="195" y="2558"/>
                    </a:lnTo>
                    <a:lnTo>
                      <a:pt x="268" y="2729"/>
                    </a:lnTo>
                    <a:lnTo>
                      <a:pt x="366" y="2850"/>
                    </a:lnTo>
                    <a:lnTo>
                      <a:pt x="463" y="2996"/>
                    </a:lnTo>
                    <a:lnTo>
                      <a:pt x="609" y="3118"/>
                    </a:lnTo>
                    <a:lnTo>
                      <a:pt x="731" y="3240"/>
                    </a:lnTo>
                    <a:lnTo>
                      <a:pt x="901" y="3337"/>
                    </a:lnTo>
                    <a:lnTo>
                      <a:pt x="901" y="3337"/>
                    </a:lnTo>
                    <a:lnTo>
                      <a:pt x="1048" y="3410"/>
                    </a:lnTo>
                    <a:lnTo>
                      <a:pt x="1218" y="3484"/>
                    </a:lnTo>
                    <a:lnTo>
                      <a:pt x="1389" y="3532"/>
                    </a:lnTo>
                    <a:lnTo>
                      <a:pt x="1559" y="3557"/>
                    </a:lnTo>
                    <a:lnTo>
                      <a:pt x="1730" y="3581"/>
                    </a:lnTo>
                    <a:lnTo>
                      <a:pt x="1900" y="3581"/>
                    </a:lnTo>
                    <a:lnTo>
                      <a:pt x="2071" y="3557"/>
                    </a:lnTo>
                    <a:lnTo>
                      <a:pt x="2241" y="3508"/>
                    </a:lnTo>
                    <a:lnTo>
                      <a:pt x="2411" y="3459"/>
                    </a:lnTo>
                    <a:lnTo>
                      <a:pt x="2558" y="3410"/>
                    </a:lnTo>
                    <a:lnTo>
                      <a:pt x="2704" y="3313"/>
                    </a:lnTo>
                    <a:lnTo>
                      <a:pt x="2850" y="3216"/>
                    </a:lnTo>
                    <a:lnTo>
                      <a:pt x="2996" y="3118"/>
                    </a:lnTo>
                    <a:lnTo>
                      <a:pt x="3118" y="2996"/>
                    </a:lnTo>
                    <a:lnTo>
                      <a:pt x="3240" y="2850"/>
                    </a:lnTo>
                    <a:lnTo>
                      <a:pt x="3337" y="2704"/>
                    </a:lnTo>
                    <a:lnTo>
                      <a:pt x="3337" y="2704"/>
                    </a:lnTo>
                    <a:lnTo>
                      <a:pt x="3459" y="2412"/>
                    </a:lnTo>
                    <a:lnTo>
                      <a:pt x="3532" y="2144"/>
                    </a:lnTo>
                    <a:lnTo>
                      <a:pt x="3581" y="1852"/>
                    </a:lnTo>
                    <a:lnTo>
                      <a:pt x="3556" y="1560"/>
                    </a:lnTo>
                  </a:path>
                </a:pathLst>
              </a:custGeom>
              <a:noFill/>
              <a:ln w="28575" cap="rnd" cmpd="sng">
                <a:solidFill>
                  <a:srgbClr val="00000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88375" tIns="88375" rIns="88375" bIns="8837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800"/>
                  <a:buFont typeface="Twentieth Century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endParaRPr>
              </a:p>
            </p:txBody>
          </p:sp>
          <p:sp>
            <p:nvSpPr>
              <p:cNvPr id="50" name="Google Shape;50;p6"/>
              <p:cNvSpPr/>
              <p:nvPr/>
            </p:nvSpPr>
            <p:spPr>
              <a:xfrm>
                <a:off x="5453325" y="5382475"/>
                <a:ext cx="88925" cy="88325"/>
              </a:xfrm>
              <a:custGeom>
                <a:avLst/>
                <a:gdLst/>
                <a:ahLst/>
                <a:cxnLst/>
                <a:rect l="l" t="t" r="r" b="b"/>
                <a:pathLst>
                  <a:path w="3557" h="3533" fill="none" extrusionOk="0">
                    <a:moveTo>
                      <a:pt x="1389" y="1"/>
                    </a:moveTo>
                    <a:lnTo>
                      <a:pt x="1389" y="1"/>
                    </a:lnTo>
                    <a:lnTo>
                      <a:pt x="1194" y="50"/>
                    </a:lnTo>
                    <a:lnTo>
                      <a:pt x="999" y="147"/>
                    </a:lnTo>
                    <a:lnTo>
                      <a:pt x="804" y="245"/>
                    </a:lnTo>
                    <a:lnTo>
                      <a:pt x="634" y="366"/>
                    </a:lnTo>
                    <a:lnTo>
                      <a:pt x="634" y="366"/>
                    </a:lnTo>
                    <a:lnTo>
                      <a:pt x="488" y="488"/>
                    </a:lnTo>
                    <a:lnTo>
                      <a:pt x="390" y="634"/>
                    </a:lnTo>
                    <a:lnTo>
                      <a:pt x="268" y="780"/>
                    </a:lnTo>
                    <a:lnTo>
                      <a:pt x="195" y="926"/>
                    </a:lnTo>
                    <a:lnTo>
                      <a:pt x="122" y="1073"/>
                    </a:lnTo>
                    <a:lnTo>
                      <a:pt x="74" y="1243"/>
                    </a:lnTo>
                    <a:lnTo>
                      <a:pt x="25" y="1414"/>
                    </a:lnTo>
                    <a:lnTo>
                      <a:pt x="0" y="1584"/>
                    </a:lnTo>
                    <a:lnTo>
                      <a:pt x="0" y="1755"/>
                    </a:lnTo>
                    <a:lnTo>
                      <a:pt x="0" y="1925"/>
                    </a:lnTo>
                    <a:lnTo>
                      <a:pt x="25" y="2096"/>
                    </a:lnTo>
                    <a:lnTo>
                      <a:pt x="74" y="2266"/>
                    </a:lnTo>
                    <a:lnTo>
                      <a:pt x="122" y="2412"/>
                    </a:lnTo>
                    <a:lnTo>
                      <a:pt x="195" y="2583"/>
                    </a:lnTo>
                    <a:lnTo>
                      <a:pt x="293" y="2729"/>
                    </a:lnTo>
                    <a:lnTo>
                      <a:pt x="415" y="2875"/>
                    </a:lnTo>
                    <a:lnTo>
                      <a:pt x="415" y="2875"/>
                    </a:lnTo>
                    <a:lnTo>
                      <a:pt x="536" y="3021"/>
                    </a:lnTo>
                    <a:lnTo>
                      <a:pt x="658" y="3143"/>
                    </a:lnTo>
                    <a:lnTo>
                      <a:pt x="804" y="3240"/>
                    </a:lnTo>
                    <a:lnTo>
                      <a:pt x="950" y="3313"/>
                    </a:lnTo>
                    <a:lnTo>
                      <a:pt x="1121" y="3386"/>
                    </a:lnTo>
                    <a:lnTo>
                      <a:pt x="1267" y="3459"/>
                    </a:lnTo>
                    <a:lnTo>
                      <a:pt x="1437" y="3484"/>
                    </a:lnTo>
                    <a:lnTo>
                      <a:pt x="1608" y="3508"/>
                    </a:lnTo>
                    <a:lnTo>
                      <a:pt x="1778" y="3532"/>
                    </a:lnTo>
                    <a:lnTo>
                      <a:pt x="1949" y="3508"/>
                    </a:lnTo>
                    <a:lnTo>
                      <a:pt x="2119" y="3484"/>
                    </a:lnTo>
                    <a:lnTo>
                      <a:pt x="2290" y="3435"/>
                    </a:lnTo>
                    <a:lnTo>
                      <a:pt x="2460" y="3386"/>
                    </a:lnTo>
                    <a:lnTo>
                      <a:pt x="2606" y="3313"/>
                    </a:lnTo>
                    <a:lnTo>
                      <a:pt x="2777" y="3216"/>
                    </a:lnTo>
                    <a:lnTo>
                      <a:pt x="2923" y="3118"/>
                    </a:lnTo>
                    <a:lnTo>
                      <a:pt x="2923" y="3118"/>
                    </a:lnTo>
                    <a:lnTo>
                      <a:pt x="3045" y="2997"/>
                    </a:lnTo>
                    <a:lnTo>
                      <a:pt x="3167" y="2851"/>
                    </a:lnTo>
                    <a:lnTo>
                      <a:pt x="3264" y="2704"/>
                    </a:lnTo>
                    <a:lnTo>
                      <a:pt x="3361" y="2558"/>
                    </a:lnTo>
                    <a:lnTo>
                      <a:pt x="3435" y="2412"/>
                    </a:lnTo>
                    <a:lnTo>
                      <a:pt x="3483" y="2242"/>
                    </a:lnTo>
                    <a:lnTo>
                      <a:pt x="3532" y="2071"/>
                    </a:lnTo>
                    <a:lnTo>
                      <a:pt x="3556" y="1901"/>
                    </a:lnTo>
                    <a:lnTo>
                      <a:pt x="3556" y="1730"/>
                    </a:lnTo>
                    <a:lnTo>
                      <a:pt x="3556" y="1560"/>
                    </a:lnTo>
                    <a:lnTo>
                      <a:pt x="3532" y="1389"/>
                    </a:lnTo>
                    <a:lnTo>
                      <a:pt x="3483" y="1219"/>
                    </a:lnTo>
                    <a:lnTo>
                      <a:pt x="3410" y="1048"/>
                    </a:lnTo>
                    <a:lnTo>
                      <a:pt x="3337" y="902"/>
                    </a:lnTo>
                    <a:lnTo>
                      <a:pt x="3264" y="756"/>
                    </a:lnTo>
                    <a:lnTo>
                      <a:pt x="3142" y="610"/>
                    </a:lnTo>
                    <a:lnTo>
                      <a:pt x="3142" y="610"/>
                    </a:lnTo>
                    <a:lnTo>
                      <a:pt x="2972" y="415"/>
                    </a:lnTo>
                    <a:lnTo>
                      <a:pt x="2753" y="245"/>
                    </a:lnTo>
                    <a:lnTo>
                      <a:pt x="2533" y="123"/>
                    </a:lnTo>
                    <a:lnTo>
                      <a:pt x="2314" y="50"/>
                    </a:lnTo>
                  </a:path>
                </a:pathLst>
              </a:custGeom>
              <a:noFill/>
              <a:ln w="28575" cap="rnd" cmpd="sng">
                <a:solidFill>
                  <a:srgbClr val="00000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88375" tIns="88375" rIns="88375" bIns="8837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800"/>
                  <a:buFont typeface="Twentieth Century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endParaRPr>
              </a:p>
            </p:txBody>
          </p:sp>
          <p:sp>
            <p:nvSpPr>
              <p:cNvPr id="51" name="Google Shape;51;p6"/>
              <p:cNvSpPr/>
              <p:nvPr/>
            </p:nvSpPr>
            <p:spPr>
              <a:xfrm>
                <a:off x="5682875" y="5188875"/>
                <a:ext cx="88925" cy="89525"/>
              </a:xfrm>
              <a:custGeom>
                <a:avLst/>
                <a:gdLst/>
                <a:ahLst/>
                <a:cxnLst/>
                <a:rect l="l" t="t" r="r" b="b"/>
                <a:pathLst>
                  <a:path w="3557" h="3581" fill="none" extrusionOk="0">
                    <a:moveTo>
                      <a:pt x="0" y="2022"/>
                    </a:moveTo>
                    <a:lnTo>
                      <a:pt x="0" y="2022"/>
                    </a:lnTo>
                    <a:lnTo>
                      <a:pt x="25" y="2216"/>
                    </a:lnTo>
                    <a:lnTo>
                      <a:pt x="98" y="2411"/>
                    </a:lnTo>
                    <a:lnTo>
                      <a:pt x="98" y="2411"/>
                    </a:lnTo>
                    <a:lnTo>
                      <a:pt x="171" y="2557"/>
                    </a:lnTo>
                    <a:lnTo>
                      <a:pt x="244" y="2728"/>
                    </a:lnTo>
                    <a:lnTo>
                      <a:pt x="341" y="2874"/>
                    </a:lnTo>
                    <a:lnTo>
                      <a:pt x="463" y="2996"/>
                    </a:lnTo>
                    <a:lnTo>
                      <a:pt x="585" y="3118"/>
                    </a:lnTo>
                    <a:lnTo>
                      <a:pt x="707" y="3239"/>
                    </a:lnTo>
                    <a:lnTo>
                      <a:pt x="853" y="3337"/>
                    </a:lnTo>
                    <a:lnTo>
                      <a:pt x="999" y="3410"/>
                    </a:lnTo>
                    <a:lnTo>
                      <a:pt x="1169" y="3483"/>
                    </a:lnTo>
                    <a:lnTo>
                      <a:pt x="1340" y="3532"/>
                    </a:lnTo>
                    <a:lnTo>
                      <a:pt x="1510" y="3556"/>
                    </a:lnTo>
                    <a:lnTo>
                      <a:pt x="1681" y="3580"/>
                    </a:lnTo>
                    <a:lnTo>
                      <a:pt x="1851" y="3580"/>
                    </a:lnTo>
                    <a:lnTo>
                      <a:pt x="2022" y="3556"/>
                    </a:lnTo>
                    <a:lnTo>
                      <a:pt x="2192" y="3532"/>
                    </a:lnTo>
                    <a:lnTo>
                      <a:pt x="2363" y="3459"/>
                    </a:lnTo>
                    <a:lnTo>
                      <a:pt x="2363" y="3459"/>
                    </a:lnTo>
                    <a:lnTo>
                      <a:pt x="2533" y="3410"/>
                    </a:lnTo>
                    <a:lnTo>
                      <a:pt x="2704" y="3312"/>
                    </a:lnTo>
                    <a:lnTo>
                      <a:pt x="2850" y="3215"/>
                    </a:lnTo>
                    <a:lnTo>
                      <a:pt x="2972" y="3093"/>
                    </a:lnTo>
                    <a:lnTo>
                      <a:pt x="3093" y="2971"/>
                    </a:lnTo>
                    <a:lnTo>
                      <a:pt x="3215" y="2850"/>
                    </a:lnTo>
                    <a:lnTo>
                      <a:pt x="3288" y="2704"/>
                    </a:lnTo>
                    <a:lnTo>
                      <a:pt x="3386" y="2557"/>
                    </a:lnTo>
                    <a:lnTo>
                      <a:pt x="3434" y="2387"/>
                    </a:lnTo>
                    <a:lnTo>
                      <a:pt x="3483" y="2216"/>
                    </a:lnTo>
                    <a:lnTo>
                      <a:pt x="3532" y="2070"/>
                    </a:lnTo>
                    <a:lnTo>
                      <a:pt x="3556" y="1875"/>
                    </a:lnTo>
                    <a:lnTo>
                      <a:pt x="3556" y="1705"/>
                    </a:lnTo>
                    <a:lnTo>
                      <a:pt x="3532" y="1534"/>
                    </a:lnTo>
                    <a:lnTo>
                      <a:pt x="3507" y="1364"/>
                    </a:lnTo>
                    <a:lnTo>
                      <a:pt x="3434" y="1194"/>
                    </a:lnTo>
                    <a:lnTo>
                      <a:pt x="3434" y="1194"/>
                    </a:lnTo>
                    <a:lnTo>
                      <a:pt x="3361" y="1023"/>
                    </a:lnTo>
                    <a:lnTo>
                      <a:pt x="3288" y="853"/>
                    </a:lnTo>
                    <a:lnTo>
                      <a:pt x="3191" y="706"/>
                    </a:lnTo>
                    <a:lnTo>
                      <a:pt x="3069" y="585"/>
                    </a:lnTo>
                    <a:lnTo>
                      <a:pt x="2947" y="463"/>
                    </a:lnTo>
                    <a:lnTo>
                      <a:pt x="2825" y="341"/>
                    </a:lnTo>
                    <a:lnTo>
                      <a:pt x="2679" y="268"/>
                    </a:lnTo>
                    <a:lnTo>
                      <a:pt x="2533" y="171"/>
                    </a:lnTo>
                    <a:lnTo>
                      <a:pt x="2363" y="122"/>
                    </a:lnTo>
                    <a:lnTo>
                      <a:pt x="2192" y="73"/>
                    </a:lnTo>
                    <a:lnTo>
                      <a:pt x="2022" y="24"/>
                    </a:lnTo>
                    <a:lnTo>
                      <a:pt x="1851" y="24"/>
                    </a:lnTo>
                    <a:lnTo>
                      <a:pt x="1681" y="0"/>
                    </a:lnTo>
                    <a:lnTo>
                      <a:pt x="1510" y="24"/>
                    </a:lnTo>
                    <a:lnTo>
                      <a:pt x="1340" y="73"/>
                    </a:lnTo>
                    <a:lnTo>
                      <a:pt x="1169" y="122"/>
                    </a:lnTo>
                    <a:lnTo>
                      <a:pt x="1169" y="122"/>
                    </a:lnTo>
                    <a:lnTo>
                      <a:pt x="974" y="195"/>
                    </a:lnTo>
                    <a:lnTo>
                      <a:pt x="804" y="292"/>
                    </a:lnTo>
                    <a:lnTo>
                      <a:pt x="658" y="390"/>
                    </a:lnTo>
                    <a:lnTo>
                      <a:pt x="512" y="512"/>
                    </a:lnTo>
                    <a:lnTo>
                      <a:pt x="390" y="658"/>
                    </a:lnTo>
                    <a:lnTo>
                      <a:pt x="293" y="804"/>
                    </a:lnTo>
                    <a:lnTo>
                      <a:pt x="195" y="950"/>
                    </a:lnTo>
                    <a:lnTo>
                      <a:pt x="122" y="1120"/>
                    </a:lnTo>
                  </a:path>
                </a:pathLst>
              </a:custGeom>
              <a:noFill/>
              <a:ln w="28575" cap="rnd" cmpd="sng">
                <a:solidFill>
                  <a:srgbClr val="00000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88375" tIns="88375" rIns="88375" bIns="8837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800"/>
                  <a:buFont typeface="Twentieth Century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endParaRPr>
              </a:p>
            </p:txBody>
          </p:sp>
          <p:sp>
            <p:nvSpPr>
              <p:cNvPr id="52" name="Google Shape;52;p6"/>
              <p:cNvSpPr/>
              <p:nvPr/>
            </p:nvSpPr>
            <p:spPr>
              <a:xfrm>
                <a:off x="5411925" y="5110925"/>
                <a:ext cx="188775" cy="189400"/>
              </a:xfrm>
              <a:custGeom>
                <a:avLst/>
                <a:gdLst/>
                <a:ahLst/>
                <a:cxnLst/>
                <a:rect l="l" t="t" r="r" b="b"/>
                <a:pathLst>
                  <a:path w="7551" h="7576" fill="none" extrusionOk="0">
                    <a:moveTo>
                      <a:pt x="0" y="3776"/>
                    </a:moveTo>
                    <a:lnTo>
                      <a:pt x="0" y="3776"/>
                    </a:lnTo>
                    <a:lnTo>
                      <a:pt x="25" y="3410"/>
                    </a:lnTo>
                    <a:lnTo>
                      <a:pt x="73" y="3021"/>
                    </a:lnTo>
                    <a:lnTo>
                      <a:pt x="171" y="2655"/>
                    </a:lnTo>
                    <a:lnTo>
                      <a:pt x="293" y="2314"/>
                    </a:lnTo>
                    <a:lnTo>
                      <a:pt x="463" y="1973"/>
                    </a:lnTo>
                    <a:lnTo>
                      <a:pt x="658" y="1681"/>
                    </a:lnTo>
                    <a:lnTo>
                      <a:pt x="877" y="1389"/>
                    </a:lnTo>
                    <a:lnTo>
                      <a:pt x="1121" y="1121"/>
                    </a:lnTo>
                    <a:lnTo>
                      <a:pt x="1389" y="877"/>
                    </a:lnTo>
                    <a:lnTo>
                      <a:pt x="1656" y="658"/>
                    </a:lnTo>
                    <a:lnTo>
                      <a:pt x="1973" y="463"/>
                    </a:lnTo>
                    <a:lnTo>
                      <a:pt x="2314" y="293"/>
                    </a:lnTo>
                    <a:lnTo>
                      <a:pt x="2655" y="171"/>
                    </a:lnTo>
                    <a:lnTo>
                      <a:pt x="3020" y="74"/>
                    </a:lnTo>
                    <a:lnTo>
                      <a:pt x="3386" y="25"/>
                    </a:lnTo>
                    <a:lnTo>
                      <a:pt x="3775" y="1"/>
                    </a:lnTo>
                    <a:lnTo>
                      <a:pt x="3775" y="1"/>
                    </a:lnTo>
                    <a:lnTo>
                      <a:pt x="4165" y="25"/>
                    </a:lnTo>
                    <a:lnTo>
                      <a:pt x="4555" y="74"/>
                    </a:lnTo>
                    <a:lnTo>
                      <a:pt x="4896" y="171"/>
                    </a:lnTo>
                    <a:lnTo>
                      <a:pt x="5261" y="293"/>
                    </a:lnTo>
                    <a:lnTo>
                      <a:pt x="5578" y="463"/>
                    </a:lnTo>
                    <a:lnTo>
                      <a:pt x="5894" y="658"/>
                    </a:lnTo>
                    <a:lnTo>
                      <a:pt x="6186" y="877"/>
                    </a:lnTo>
                    <a:lnTo>
                      <a:pt x="6454" y="1121"/>
                    </a:lnTo>
                    <a:lnTo>
                      <a:pt x="6698" y="1389"/>
                    </a:lnTo>
                    <a:lnTo>
                      <a:pt x="6917" y="1681"/>
                    </a:lnTo>
                    <a:lnTo>
                      <a:pt x="7112" y="1973"/>
                    </a:lnTo>
                    <a:lnTo>
                      <a:pt x="7258" y="2314"/>
                    </a:lnTo>
                    <a:lnTo>
                      <a:pt x="7404" y="2655"/>
                    </a:lnTo>
                    <a:lnTo>
                      <a:pt x="7477" y="3021"/>
                    </a:lnTo>
                    <a:lnTo>
                      <a:pt x="7550" y="3410"/>
                    </a:lnTo>
                    <a:lnTo>
                      <a:pt x="7550" y="3776"/>
                    </a:lnTo>
                    <a:lnTo>
                      <a:pt x="7550" y="3776"/>
                    </a:lnTo>
                    <a:lnTo>
                      <a:pt x="7550" y="4165"/>
                    </a:lnTo>
                    <a:lnTo>
                      <a:pt x="7477" y="4555"/>
                    </a:lnTo>
                    <a:lnTo>
                      <a:pt x="7404" y="4920"/>
                    </a:lnTo>
                    <a:lnTo>
                      <a:pt x="7258" y="5261"/>
                    </a:lnTo>
                    <a:lnTo>
                      <a:pt x="7112" y="5578"/>
                    </a:lnTo>
                    <a:lnTo>
                      <a:pt x="6917" y="5895"/>
                    </a:lnTo>
                    <a:lnTo>
                      <a:pt x="6698" y="6187"/>
                    </a:lnTo>
                    <a:lnTo>
                      <a:pt x="6454" y="6455"/>
                    </a:lnTo>
                    <a:lnTo>
                      <a:pt x="6186" y="6698"/>
                    </a:lnTo>
                    <a:lnTo>
                      <a:pt x="5894" y="6917"/>
                    </a:lnTo>
                    <a:lnTo>
                      <a:pt x="5578" y="7112"/>
                    </a:lnTo>
                    <a:lnTo>
                      <a:pt x="5261" y="7258"/>
                    </a:lnTo>
                    <a:lnTo>
                      <a:pt x="4896" y="7405"/>
                    </a:lnTo>
                    <a:lnTo>
                      <a:pt x="4555" y="7478"/>
                    </a:lnTo>
                    <a:lnTo>
                      <a:pt x="4165" y="7551"/>
                    </a:lnTo>
                    <a:lnTo>
                      <a:pt x="3775" y="7575"/>
                    </a:lnTo>
                    <a:lnTo>
                      <a:pt x="3775" y="7575"/>
                    </a:lnTo>
                    <a:lnTo>
                      <a:pt x="3386" y="7551"/>
                    </a:lnTo>
                    <a:lnTo>
                      <a:pt x="3020" y="7478"/>
                    </a:lnTo>
                    <a:lnTo>
                      <a:pt x="2655" y="7405"/>
                    </a:lnTo>
                    <a:lnTo>
                      <a:pt x="2314" y="7258"/>
                    </a:lnTo>
                    <a:lnTo>
                      <a:pt x="1973" y="7112"/>
                    </a:lnTo>
                    <a:lnTo>
                      <a:pt x="1656" y="6917"/>
                    </a:lnTo>
                    <a:lnTo>
                      <a:pt x="1389" y="6698"/>
                    </a:lnTo>
                    <a:lnTo>
                      <a:pt x="1121" y="6455"/>
                    </a:lnTo>
                    <a:lnTo>
                      <a:pt x="877" y="6187"/>
                    </a:lnTo>
                    <a:lnTo>
                      <a:pt x="658" y="5895"/>
                    </a:lnTo>
                    <a:lnTo>
                      <a:pt x="463" y="5578"/>
                    </a:lnTo>
                    <a:lnTo>
                      <a:pt x="293" y="5261"/>
                    </a:lnTo>
                    <a:lnTo>
                      <a:pt x="171" y="4920"/>
                    </a:lnTo>
                    <a:lnTo>
                      <a:pt x="73" y="4555"/>
                    </a:lnTo>
                    <a:lnTo>
                      <a:pt x="25" y="4165"/>
                    </a:lnTo>
                    <a:lnTo>
                      <a:pt x="0" y="3776"/>
                    </a:lnTo>
                    <a:lnTo>
                      <a:pt x="0" y="3776"/>
                    </a:lnTo>
                    <a:close/>
                  </a:path>
                </a:pathLst>
              </a:custGeom>
              <a:noFill/>
              <a:ln w="28575" cap="rnd" cmpd="sng">
                <a:solidFill>
                  <a:srgbClr val="00000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88375" tIns="88375" rIns="88375" bIns="8837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800"/>
                  <a:buFont typeface="Twentieth Century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endParaRPr>
              </a:p>
            </p:txBody>
          </p:sp>
          <p:sp>
            <p:nvSpPr>
              <p:cNvPr id="53" name="Google Shape;53;p6"/>
              <p:cNvSpPr/>
              <p:nvPr/>
            </p:nvSpPr>
            <p:spPr>
              <a:xfrm>
                <a:off x="5367475" y="5025075"/>
                <a:ext cx="81600" cy="105975"/>
              </a:xfrm>
              <a:custGeom>
                <a:avLst/>
                <a:gdLst/>
                <a:ahLst/>
                <a:cxnLst/>
                <a:rect l="l" t="t" r="r" b="b"/>
                <a:pathLst>
                  <a:path w="3264" h="4239" fill="none" extrusionOk="0">
                    <a:moveTo>
                      <a:pt x="0" y="1"/>
                    </a:moveTo>
                    <a:lnTo>
                      <a:pt x="3264" y="4238"/>
                    </a:lnTo>
                  </a:path>
                </a:pathLst>
              </a:custGeom>
              <a:noFill/>
              <a:ln w="28575" cap="rnd" cmpd="sng">
                <a:solidFill>
                  <a:srgbClr val="00000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88375" tIns="88375" rIns="88375" bIns="8837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800"/>
                  <a:buFont typeface="Twentieth Century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endParaRPr>
              </a:p>
            </p:txBody>
          </p:sp>
          <p:sp>
            <p:nvSpPr>
              <p:cNvPr id="54" name="Google Shape;54;p6"/>
              <p:cNvSpPr/>
              <p:nvPr/>
            </p:nvSpPr>
            <p:spPr>
              <a:xfrm>
                <a:off x="5567800" y="4999500"/>
                <a:ext cx="115100" cy="133975"/>
              </a:xfrm>
              <a:custGeom>
                <a:avLst/>
                <a:gdLst/>
                <a:ahLst/>
                <a:cxnLst/>
                <a:rect l="l" t="t" r="r" b="b"/>
                <a:pathLst>
                  <a:path w="4604" h="5359" fill="none" extrusionOk="0">
                    <a:moveTo>
                      <a:pt x="0" y="5359"/>
                    </a:moveTo>
                    <a:lnTo>
                      <a:pt x="4603" y="1"/>
                    </a:lnTo>
                  </a:path>
                </a:pathLst>
              </a:custGeom>
              <a:noFill/>
              <a:ln w="28575" cap="rnd" cmpd="sng">
                <a:solidFill>
                  <a:srgbClr val="00000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88375" tIns="88375" rIns="88375" bIns="8837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800"/>
                  <a:buFont typeface="Twentieth Century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endParaRPr>
              </a:p>
            </p:txBody>
          </p:sp>
          <p:sp>
            <p:nvSpPr>
              <p:cNvPr id="55" name="Google Shape;55;p6"/>
              <p:cNvSpPr/>
              <p:nvPr/>
            </p:nvSpPr>
            <p:spPr>
              <a:xfrm>
                <a:off x="5600075" y="5217475"/>
                <a:ext cx="127275" cy="16475"/>
              </a:xfrm>
              <a:custGeom>
                <a:avLst/>
                <a:gdLst/>
                <a:ahLst/>
                <a:cxnLst/>
                <a:rect l="l" t="t" r="r" b="b"/>
                <a:pathLst>
                  <a:path w="5091" h="659" fill="none" extrusionOk="0">
                    <a:moveTo>
                      <a:pt x="5090" y="658"/>
                    </a:moveTo>
                    <a:lnTo>
                      <a:pt x="0" y="1"/>
                    </a:lnTo>
                  </a:path>
                </a:pathLst>
              </a:custGeom>
              <a:noFill/>
              <a:ln w="28575" cap="rnd" cmpd="sng">
                <a:solidFill>
                  <a:srgbClr val="00000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88375" tIns="88375" rIns="88375" bIns="8837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800"/>
                  <a:buFont typeface="Twentieth Century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endParaRPr>
              </a:p>
            </p:txBody>
          </p:sp>
          <p:sp>
            <p:nvSpPr>
              <p:cNvPr id="56" name="Google Shape;56;p6"/>
              <p:cNvSpPr/>
              <p:nvPr/>
            </p:nvSpPr>
            <p:spPr>
              <a:xfrm>
                <a:off x="5497775" y="5299675"/>
                <a:ext cx="4900" cy="126675"/>
              </a:xfrm>
              <a:custGeom>
                <a:avLst/>
                <a:gdLst/>
                <a:ahLst/>
                <a:cxnLst/>
                <a:rect l="l" t="t" r="r" b="b"/>
                <a:pathLst>
                  <a:path w="196" h="5067" fill="none" extrusionOk="0">
                    <a:moveTo>
                      <a:pt x="0" y="5067"/>
                    </a:moveTo>
                    <a:lnTo>
                      <a:pt x="195" y="1"/>
                    </a:lnTo>
                  </a:path>
                </a:pathLst>
              </a:custGeom>
              <a:noFill/>
              <a:ln w="28575" cap="rnd" cmpd="sng">
                <a:solidFill>
                  <a:srgbClr val="00000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88375" tIns="88375" rIns="88375" bIns="8837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800"/>
                  <a:buFont typeface="Twentieth Century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endParaRPr>
              </a:p>
            </p:txBody>
          </p:sp>
          <p:sp>
            <p:nvSpPr>
              <p:cNvPr id="57" name="Google Shape;57;p6"/>
              <p:cNvSpPr/>
              <p:nvPr/>
            </p:nvSpPr>
            <p:spPr>
              <a:xfrm>
                <a:off x="5277975" y="5241825"/>
                <a:ext cx="141275" cy="58500"/>
              </a:xfrm>
              <a:custGeom>
                <a:avLst/>
                <a:gdLst/>
                <a:ahLst/>
                <a:cxnLst/>
                <a:rect l="l" t="t" r="r" b="b"/>
                <a:pathLst>
                  <a:path w="5651" h="2340" fill="none" extrusionOk="0">
                    <a:moveTo>
                      <a:pt x="0" y="2339"/>
                    </a:moveTo>
                    <a:lnTo>
                      <a:pt x="5651" y="1"/>
                    </a:lnTo>
                  </a:path>
                </a:pathLst>
              </a:custGeom>
              <a:noFill/>
              <a:ln w="28575" cap="rnd" cmpd="sng">
                <a:solidFill>
                  <a:srgbClr val="00000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88375" tIns="88375" rIns="88375" bIns="8837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800"/>
                  <a:buFont typeface="Twentieth Century"/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endParaRPr>
              </a:p>
            </p:txBody>
          </p:sp>
        </p:grpSp>
      </p:grpSp>
      <p:sp>
        <p:nvSpPr>
          <p:cNvPr id="58" name="Google Shape;58;p6"/>
          <p:cNvSpPr txBox="1">
            <a:spLocks noGrp="1"/>
          </p:cNvSpPr>
          <p:nvPr>
            <p:ph type="body" idx="1"/>
          </p:nvPr>
        </p:nvSpPr>
        <p:spPr>
          <a:xfrm>
            <a:off x="3315880" y="4628428"/>
            <a:ext cx="5590200" cy="146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8375" tIns="44175" rIns="88375" bIns="44175" anchor="t" anchorCtr="0">
            <a:spAutoFit/>
          </a:bodyPr>
          <a:lstStyle>
            <a:lvl1pPr marL="45720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marL="914400" lvl="1" indent="-228600" algn="l" rtl="0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marL="1371600" lvl="2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None/>
              <a:defRPr sz="1500">
                <a:solidFill>
                  <a:srgbClr val="888888"/>
                </a:solidFill>
              </a:defRPr>
            </a:lvl3pPr>
            <a:lvl4pPr marL="1828800" lvl="3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marL="2286000" lvl="4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marL="2743200" lvl="5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marL="3200400" lvl="6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marL="3657600" lvl="7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marL="4114800" lvl="8" indent="-228600" algn="l" rtl="0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59" name="Google Shape;59;p6"/>
          <p:cNvSpPr/>
          <p:nvPr/>
        </p:nvSpPr>
        <p:spPr>
          <a:xfrm>
            <a:off x="272955" y="0"/>
            <a:ext cx="422700" cy="15624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88375" tIns="44175" rIns="88375" bIns="441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>
  <p:cSld name="Comparison">
    <p:spTree>
      <p:nvGrpSpPr>
        <p:cNvPr id="1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7"/>
          <p:cNvSpPr txBox="1">
            <a:spLocks noGrp="1"/>
          </p:cNvSpPr>
          <p:nvPr>
            <p:ph type="body" idx="1"/>
          </p:nvPr>
        </p:nvSpPr>
        <p:spPr>
          <a:xfrm>
            <a:off x="6364809" y="2096446"/>
            <a:ext cx="5397600" cy="4330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4175" tIns="44175" rIns="44175" bIns="44175" anchor="t" anchorCtr="0">
            <a:normAutofit/>
          </a:bodyPr>
          <a:lstStyle>
            <a:lvl1pPr marL="457200" lvl="0" indent="-342900" algn="l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marL="914400" lvl="1" indent="-342900" algn="l" rtl="0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800"/>
              <a:buChar char="-"/>
              <a:defRPr/>
            </a:lvl2pPr>
            <a:lvl3pPr marL="1371600" lvl="2" indent="-3429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-"/>
              <a:defRPr/>
            </a:lvl3pPr>
            <a:lvl4pPr marL="1828800" lvl="3" indent="-3429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-"/>
              <a:defRPr/>
            </a:lvl4pPr>
            <a:lvl5pPr marL="2286000" lvl="4" indent="-3429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-"/>
              <a:defRPr/>
            </a:lvl5pPr>
            <a:lvl6pPr marL="2743200" lvl="5" indent="-3429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?"/>
              <a:defRPr/>
            </a:lvl6pPr>
            <a:lvl7pPr marL="3200400" lvl="6" indent="-3429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?"/>
              <a:defRPr/>
            </a:lvl7pPr>
            <a:lvl8pPr marL="3657600" lvl="7" indent="-3429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?"/>
              <a:defRPr/>
            </a:lvl8pPr>
            <a:lvl9pPr marL="4114800" lvl="8" indent="-342900" algn="l" rtl="0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?"/>
              <a:defRPr/>
            </a:lvl9pPr>
          </a:lstStyle>
          <a:p>
            <a:endParaRPr/>
          </a:p>
        </p:txBody>
      </p:sp>
      <p:sp>
        <p:nvSpPr>
          <p:cNvPr id="62" name="Google Shape;62;p7"/>
          <p:cNvSpPr txBox="1">
            <a:spLocks noGrp="1"/>
          </p:cNvSpPr>
          <p:nvPr>
            <p:ph type="title"/>
          </p:nvPr>
        </p:nvSpPr>
        <p:spPr>
          <a:xfrm>
            <a:off x="575239" y="263276"/>
            <a:ext cx="11187000" cy="101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8375" tIns="44175" rIns="88375" bIns="44175" anchor="ctr" anchorCtr="0">
            <a:normAutofit/>
          </a:bodyPr>
          <a:lstStyle>
            <a:lvl1pPr lvl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7"/>
          <p:cNvSpPr txBox="1">
            <a:spLocks noGrp="1"/>
          </p:cNvSpPr>
          <p:nvPr>
            <p:ph type="body" idx="2"/>
          </p:nvPr>
        </p:nvSpPr>
        <p:spPr>
          <a:xfrm>
            <a:off x="575239" y="1531279"/>
            <a:ext cx="5397600" cy="44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32575" tIns="44175" rIns="132575" bIns="44175" anchor="ctr" anchorCtr="0">
            <a:normAutofit/>
          </a:bodyPr>
          <a:lstStyle>
            <a:lvl1pPr marL="45720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 b="0" cap="none">
                <a:solidFill>
                  <a:srgbClr val="4C3282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1pPr>
            <a:lvl2pPr marL="914400" lvl="1" indent="-228600" algn="l" rtl="0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900"/>
              <a:buNone/>
              <a:defRPr sz="1900" b="1"/>
            </a:lvl2pPr>
            <a:lvl3pPr marL="1371600" lvl="2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 b="1"/>
            </a:lvl3pPr>
            <a:lvl4pPr marL="1828800" lvl="3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None/>
              <a:defRPr sz="1500" b="1"/>
            </a:lvl4pPr>
            <a:lvl5pPr marL="2286000" lvl="4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None/>
              <a:defRPr sz="1500" b="1"/>
            </a:lvl5pPr>
            <a:lvl6pPr marL="2743200" lvl="5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None/>
              <a:defRPr sz="1500" b="1"/>
            </a:lvl6pPr>
            <a:lvl7pPr marL="3200400" lvl="6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None/>
              <a:defRPr sz="1500" b="1"/>
            </a:lvl7pPr>
            <a:lvl8pPr marL="3657600" lvl="7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None/>
              <a:defRPr sz="1500" b="1"/>
            </a:lvl8pPr>
            <a:lvl9pPr marL="4114800" lvl="8" indent="-228600" algn="l" rtl="0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500"/>
              <a:buNone/>
              <a:defRPr sz="1500" b="1"/>
            </a:lvl9pPr>
          </a:lstStyle>
          <a:p>
            <a:endParaRPr/>
          </a:p>
        </p:txBody>
      </p:sp>
      <p:sp>
        <p:nvSpPr>
          <p:cNvPr id="64" name="Google Shape;64;p7"/>
          <p:cNvSpPr txBox="1">
            <a:spLocks noGrp="1"/>
          </p:cNvSpPr>
          <p:nvPr>
            <p:ph type="body" idx="3"/>
          </p:nvPr>
        </p:nvSpPr>
        <p:spPr>
          <a:xfrm>
            <a:off x="584218" y="2096446"/>
            <a:ext cx="5397600" cy="4330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4175" tIns="44175" rIns="44175" bIns="44175" anchor="t" anchorCtr="0">
            <a:normAutofit/>
          </a:bodyPr>
          <a:lstStyle>
            <a:lvl1pPr marL="457200" lvl="0" indent="-342900" algn="l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marL="914400" lvl="1" indent="-342900" algn="l" rtl="0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800"/>
              <a:buChar char="-"/>
              <a:defRPr/>
            </a:lvl2pPr>
            <a:lvl3pPr marL="1371600" lvl="2" indent="-3429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-"/>
              <a:defRPr/>
            </a:lvl3pPr>
            <a:lvl4pPr marL="1828800" lvl="3" indent="-3429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-"/>
              <a:defRPr/>
            </a:lvl4pPr>
            <a:lvl5pPr marL="2286000" lvl="4" indent="-3429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-"/>
              <a:defRPr/>
            </a:lvl5pPr>
            <a:lvl6pPr marL="2743200" lvl="5" indent="-3429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?"/>
              <a:defRPr/>
            </a:lvl6pPr>
            <a:lvl7pPr marL="3200400" lvl="6" indent="-3429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?"/>
              <a:defRPr/>
            </a:lvl7pPr>
            <a:lvl8pPr marL="3657600" lvl="7" indent="-3429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?"/>
              <a:defRPr/>
            </a:lvl8pPr>
            <a:lvl9pPr marL="4114800" lvl="8" indent="-342900" algn="l" rtl="0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?"/>
              <a:defRPr/>
            </a:lvl9pPr>
          </a:lstStyle>
          <a:p>
            <a:endParaRPr/>
          </a:p>
        </p:txBody>
      </p:sp>
      <p:sp>
        <p:nvSpPr>
          <p:cNvPr id="65" name="Google Shape;65;p7"/>
          <p:cNvSpPr txBox="1">
            <a:spLocks noGrp="1"/>
          </p:cNvSpPr>
          <p:nvPr>
            <p:ph type="body" idx="4"/>
          </p:nvPr>
        </p:nvSpPr>
        <p:spPr>
          <a:xfrm>
            <a:off x="6355830" y="1531279"/>
            <a:ext cx="5397600" cy="44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32575" tIns="44175" rIns="132575" bIns="44175" anchor="ctr" anchorCtr="0">
            <a:normAutofit/>
          </a:bodyPr>
          <a:lstStyle>
            <a:lvl1pPr marL="45720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 b="0" cap="none">
                <a:solidFill>
                  <a:srgbClr val="4C3282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1pPr>
            <a:lvl2pPr marL="914400" lvl="1" indent="-228600" algn="l" rtl="0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900"/>
              <a:buNone/>
              <a:defRPr sz="1900" b="1"/>
            </a:lvl2pPr>
            <a:lvl3pPr marL="1371600" lvl="2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 b="1"/>
            </a:lvl3pPr>
            <a:lvl4pPr marL="1828800" lvl="3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None/>
              <a:defRPr sz="1500" b="1"/>
            </a:lvl4pPr>
            <a:lvl5pPr marL="2286000" lvl="4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None/>
              <a:defRPr sz="1500" b="1"/>
            </a:lvl5pPr>
            <a:lvl6pPr marL="2743200" lvl="5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None/>
              <a:defRPr sz="1500" b="1"/>
            </a:lvl6pPr>
            <a:lvl7pPr marL="3200400" lvl="6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None/>
              <a:defRPr sz="1500" b="1"/>
            </a:lvl7pPr>
            <a:lvl8pPr marL="3657600" lvl="7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None/>
              <a:defRPr sz="1500" b="1"/>
            </a:lvl8pPr>
            <a:lvl9pPr marL="4114800" lvl="8" indent="-228600" algn="l" rtl="0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500"/>
              <a:buNone/>
              <a:defRPr sz="1500" b="1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letely blank">
  <p:cSld name="Completely blank"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Section Header" type="secHead">
  <p:cSld name="SECTION_HEADER">
    <p:spTree>
      <p:nvGrpSpPr>
        <p:cNvPr id="1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1"/>
          <p:cNvSpPr/>
          <p:nvPr/>
        </p:nvSpPr>
        <p:spPr>
          <a:xfrm>
            <a:off x="0" y="0"/>
            <a:ext cx="12192000" cy="4572000"/>
          </a:xfrm>
          <a:prstGeom prst="rect">
            <a:avLst/>
          </a:prstGeom>
          <a:solidFill>
            <a:srgbClr val="1D9AA1"/>
          </a:solidFill>
          <a:ln>
            <a:noFill/>
          </a:ln>
        </p:spPr>
        <p:txBody>
          <a:bodyPr spcFirstLastPara="1" wrap="square" lIns="88375" tIns="88375" rIns="88375" bIns="8837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6" name="Google Shape;96;p11"/>
          <p:cNvSpPr/>
          <p:nvPr/>
        </p:nvSpPr>
        <p:spPr>
          <a:xfrm>
            <a:off x="-1" y="0"/>
            <a:ext cx="12192000" cy="4572001"/>
          </a:xfrm>
          <a:custGeom>
            <a:avLst/>
            <a:gdLst/>
            <a:ahLst/>
            <a:cxnLst/>
            <a:rect l="l" t="t" r="r" b="b"/>
            <a:pathLst>
              <a:path w="12192000" h="4572001" extrusionOk="0">
                <a:moveTo>
                  <a:pt x="12192000" y="4387986"/>
                </a:moveTo>
                <a:lnTo>
                  <a:pt x="12192000" y="4572001"/>
                </a:lnTo>
                <a:lnTo>
                  <a:pt x="12013927" y="4572001"/>
                </a:lnTo>
                <a:cubicBezTo>
                  <a:pt x="12084901" y="4522707"/>
                  <a:pt x="12145198" y="4460004"/>
                  <a:pt x="12192000" y="4387986"/>
                </a:cubicBezTo>
                <a:close/>
                <a:moveTo>
                  <a:pt x="12192000" y="4041440"/>
                </a:moveTo>
                <a:lnTo>
                  <a:pt x="12192000" y="4174488"/>
                </a:lnTo>
                <a:cubicBezTo>
                  <a:pt x="12005469" y="4244657"/>
                  <a:pt x="11857227" y="4389538"/>
                  <a:pt x="11786673" y="4572001"/>
                </a:cubicBezTo>
                <a:lnTo>
                  <a:pt x="11649784" y="4572001"/>
                </a:lnTo>
                <a:cubicBezTo>
                  <a:pt x="11730542" y="4320085"/>
                  <a:pt x="11933879" y="4121396"/>
                  <a:pt x="12192000" y="4041440"/>
                </a:cubicBezTo>
                <a:close/>
                <a:moveTo>
                  <a:pt x="10767111" y="3999419"/>
                </a:moveTo>
                <a:lnTo>
                  <a:pt x="10784198" y="4001042"/>
                </a:lnTo>
                <a:cubicBezTo>
                  <a:pt x="10816584" y="4001569"/>
                  <a:pt x="10848477" y="4004550"/>
                  <a:pt x="10879660" y="4010107"/>
                </a:cubicBezTo>
                <a:cubicBezTo>
                  <a:pt x="10885236" y="4009688"/>
                  <a:pt x="10890564" y="4010636"/>
                  <a:pt x="10895873" y="4011646"/>
                </a:cubicBezTo>
                <a:lnTo>
                  <a:pt x="10895990" y="4012794"/>
                </a:lnTo>
                <a:cubicBezTo>
                  <a:pt x="11208069" y="4064450"/>
                  <a:pt x="11461298" y="4283539"/>
                  <a:pt x="11554662" y="4572001"/>
                </a:cubicBezTo>
                <a:lnTo>
                  <a:pt x="11417114" y="4572001"/>
                </a:lnTo>
                <a:cubicBezTo>
                  <a:pt x="11333731" y="4357380"/>
                  <a:pt x="11143362" y="4194541"/>
                  <a:pt x="10909360" y="4144250"/>
                </a:cubicBezTo>
                <a:cubicBezTo>
                  <a:pt x="10943854" y="4319651"/>
                  <a:pt x="11046077" y="4471530"/>
                  <a:pt x="11189175" y="4572001"/>
                </a:cubicBezTo>
                <a:lnTo>
                  <a:pt x="10994934" y="4572001"/>
                </a:lnTo>
                <a:cubicBezTo>
                  <a:pt x="10878802" y="4452596"/>
                  <a:pt x="10800240" y="4298519"/>
                  <a:pt x="10775875" y="4127511"/>
                </a:cubicBezTo>
                <a:cubicBezTo>
                  <a:pt x="10775707" y="4127458"/>
                  <a:pt x="10775539" y="4127453"/>
                  <a:pt x="10775369" y="4127448"/>
                </a:cubicBezTo>
                <a:lnTo>
                  <a:pt x="10774831" y="4120772"/>
                </a:lnTo>
                <a:cubicBezTo>
                  <a:pt x="10769772" y="4090522"/>
                  <a:pt x="10767321" y="4059631"/>
                  <a:pt x="10767364" y="4028296"/>
                </a:cubicBezTo>
                <a:cubicBezTo>
                  <a:pt x="10766052" y="4022668"/>
                  <a:pt x="10765993" y="4017001"/>
                  <a:pt x="10765993" y="4011320"/>
                </a:cubicBezTo>
                <a:lnTo>
                  <a:pt x="10766587" y="3999880"/>
                </a:lnTo>
                <a:lnTo>
                  <a:pt x="10767085" y="3999913"/>
                </a:lnTo>
                <a:close/>
                <a:moveTo>
                  <a:pt x="10744358" y="3999419"/>
                </a:moveTo>
                <a:lnTo>
                  <a:pt x="10744384" y="3999913"/>
                </a:lnTo>
                <a:lnTo>
                  <a:pt x="10744882" y="3999880"/>
                </a:lnTo>
                <a:lnTo>
                  <a:pt x="10745476" y="4011320"/>
                </a:lnTo>
                <a:cubicBezTo>
                  <a:pt x="10745476" y="4017001"/>
                  <a:pt x="10745417" y="4022668"/>
                  <a:pt x="10744105" y="4028296"/>
                </a:cubicBezTo>
                <a:cubicBezTo>
                  <a:pt x="10744148" y="4059631"/>
                  <a:pt x="10741697" y="4090522"/>
                  <a:pt x="10736638" y="4120772"/>
                </a:cubicBezTo>
                <a:lnTo>
                  <a:pt x="10736100" y="4127448"/>
                </a:lnTo>
                <a:cubicBezTo>
                  <a:pt x="10735930" y="4127453"/>
                  <a:pt x="10735762" y="4127458"/>
                  <a:pt x="10735594" y="4127511"/>
                </a:cubicBezTo>
                <a:cubicBezTo>
                  <a:pt x="10711229" y="4298519"/>
                  <a:pt x="10632667" y="4452596"/>
                  <a:pt x="10516535" y="4572001"/>
                </a:cubicBezTo>
                <a:lnTo>
                  <a:pt x="10322294" y="4572001"/>
                </a:lnTo>
                <a:cubicBezTo>
                  <a:pt x="10465392" y="4471530"/>
                  <a:pt x="10567615" y="4319650"/>
                  <a:pt x="10602109" y="4144250"/>
                </a:cubicBezTo>
                <a:cubicBezTo>
                  <a:pt x="10368107" y="4194541"/>
                  <a:pt x="10177738" y="4357380"/>
                  <a:pt x="10094355" y="4572001"/>
                </a:cubicBezTo>
                <a:lnTo>
                  <a:pt x="9956808" y="4572001"/>
                </a:lnTo>
                <a:cubicBezTo>
                  <a:pt x="10050171" y="4283539"/>
                  <a:pt x="10303400" y="4064450"/>
                  <a:pt x="10615479" y="4012794"/>
                </a:cubicBezTo>
                <a:lnTo>
                  <a:pt x="10615596" y="4011646"/>
                </a:lnTo>
                <a:cubicBezTo>
                  <a:pt x="10620905" y="4010636"/>
                  <a:pt x="10626233" y="4009688"/>
                  <a:pt x="10631809" y="4010107"/>
                </a:cubicBezTo>
                <a:cubicBezTo>
                  <a:pt x="10662992" y="4004550"/>
                  <a:pt x="10694885" y="4001569"/>
                  <a:pt x="10727271" y="4001042"/>
                </a:cubicBezTo>
                <a:close/>
                <a:moveTo>
                  <a:pt x="9074958" y="3999419"/>
                </a:moveTo>
                <a:lnTo>
                  <a:pt x="9092045" y="4001042"/>
                </a:lnTo>
                <a:cubicBezTo>
                  <a:pt x="9124431" y="4001569"/>
                  <a:pt x="9156324" y="4004550"/>
                  <a:pt x="9187507" y="4010107"/>
                </a:cubicBezTo>
                <a:cubicBezTo>
                  <a:pt x="9193083" y="4009688"/>
                  <a:pt x="9198411" y="4010636"/>
                  <a:pt x="9203720" y="4011646"/>
                </a:cubicBezTo>
                <a:lnTo>
                  <a:pt x="9203837" y="4012794"/>
                </a:lnTo>
                <a:cubicBezTo>
                  <a:pt x="9515916" y="4064450"/>
                  <a:pt x="9769145" y="4283539"/>
                  <a:pt x="9862508" y="4572001"/>
                </a:cubicBezTo>
                <a:lnTo>
                  <a:pt x="9724961" y="4572001"/>
                </a:lnTo>
                <a:cubicBezTo>
                  <a:pt x="9641578" y="4357380"/>
                  <a:pt x="9451209" y="4194541"/>
                  <a:pt x="9217207" y="4144250"/>
                </a:cubicBezTo>
                <a:cubicBezTo>
                  <a:pt x="9251701" y="4319651"/>
                  <a:pt x="9353924" y="4471530"/>
                  <a:pt x="9497022" y="4572001"/>
                </a:cubicBezTo>
                <a:lnTo>
                  <a:pt x="9302781" y="4572001"/>
                </a:lnTo>
                <a:cubicBezTo>
                  <a:pt x="9186649" y="4452596"/>
                  <a:pt x="9108087" y="4298519"/>
                  <a:pt x="9083722" y="4127511"/>
                </a:cubicBezTo>
                <a:cubicBezTo>
                  <a:pt x="9083554" y="4127458"/>
                  <a:pt x="9083386" y="4127453"/>
                  <a:pt x="9083216" y="4127448"/>
                </a:cubicBezTo>
                <a:lnTo>
                  <a:pt x="9082678" y="4120772"/>
                </a:lnTo>
                <a:cubicBezTo>
                  <a:pt x="9077619" y="4090522"/>
                  <a:pt x="9075168" y="4059631"/>
                  <a:pt x="9075211" y="4028296"/>
                </a:cubicBezTo>
                <a:cubicBezTo>
                  <a:pt x="9073899" y="4022668"/>
                  <a:pt x="9073840" y="4017001"/>
                  <a:pt x="9073840" y="4011320"/>
                </a:cubicBezTo>
                <a:lnTo>
                  <a:pt x="9074434" y="3999880"/>
                </a:lnTo>
                <a:lnTo>
                  <a:pt x="9074932" y="3999913"/>
                </a:lnTo>
                <a:close/>
                <a:moveTo>
                  <a:pt x="9052207" y="3999419"/>
                </a:moveTo>
                <a:lnTo>
                  <a:pt x="9052233" y="3999913"/>
                </a:lnTo>
                <a:lnTo>
                  <a:pt x="9052731" y="3999880"/>
                </a:lnTo>
                <a:lnTo>
                  <a:pt x="9053325" y="4011320"/>
                </a:lnTo>
                <a:cubicBezTo>
                  <a:pt x="9053325" y="4017001"/>
                  <a:pt x="9053266" y="4022668"/>
                  <a:pt x="9051954" y="4028296"/>
                </a:cubicBezTo>
                <a:cubicBezTo>
                  <a:pt x="9051997" y="4059631"/>
                  <a:pt x="9049546" y="4090522"/>
                  <a:pt x="9044487" y="4120772"/>
                </a:cubicBezTo>
                <a:lnTo>
                  <a:pt x="9043949" y="4127448"/>
                </a:lnTo>
                <a:cubicBezTo>
                  <a:pt x="9043779" y="4127453"/>
                  <a:pt x="9043611" y="4127458"/>
                  <a:pt x="9043443" y="4127511"/>
                </a:cubicBezTo>
                <a:cubicBezTo>
                  <a:pt x="9019078" y="4298519"/>
                  <a:pt x="8940516" y="4452596"/>
                  <a:pt x="8824384" y="4572001"/>
                </a:cubicBezTo>
                <a:lnTo>
                  <a:pt x="8630143" y="4572001"/>
                </a:lnTo>
                <a:cubicBezTo>
                  <a:pt x="8773241" y="4471530"/>
                  <a:pt x="8875464" y="4319651"/>
                  <a:pt x="8909958" y="4144250"/>
                </a:cubicBezTo>
                <a:cubicBezTo>
                  <a:pt x="8675956" y="4194541"/>
                  <a:pt x="8485587" y="4357380"/>
                  <a:pt x="8402204" y="4572001"/>
                </a:cubicBezTo>
                <a:lnTo>
                  <a:pt x="8264656" y="4572001"/>
                </a:lnTo>
                <a:cubicBezTo>
                  <a:pt x="8358019" y="4283539"/>
                  <a:pt x="8611249" y="4064450"/>
                  <a:pt x="8923328" y="4012794"/>
                </a:cubicBezTo>
                <a:lnTo>
                  <a:pt x="8923445" y="4011646"/>
                </a:lnTo>
                <a:cubicBezTo>
                  <a:pt x="8928754" y="4010636"/>
                  <a:pt x="8934082" y="4009688"/>
                  <a:pt x="8939658" y="4010107"/>
                </a:cubicBezTo>
                <a:cubicBezTo>
                  <a:pt x="8970841" y="4004550"/>
                  <a:pt x="9002734" y="4001569"/>
                  <a:pt x="9035120" y="4001042"/>
                </a:cubicBezTo>
                <a:close/>
                <a:moveTo>
                  <a:pt x="7382807" y="3999419"/>
                </a:moveTo>
                <a:lnTo>
                  <a:pt x="7399895" y="4001042"/>
                </a:lnTo>
                <a:cubicBezTo>
                  <a:pt x="7432280" y="4001569"/>
                  <a:pt x="7464173" y="4004550"/>
                  <a:pt x="7495356" y="4010107"/>
                </a:cubicBezTo>
                <a:cubicBezTo>
                  <a:pt x="7500932" y="4009688"/>
                  <a:pt x="7506260" y="4010636"/>
                  <a:pt x="7511569" y="4011646"/>
                </a:cubicBezTo>
                <a:lnTo>
                  <a:pt x="7511686" y="4012794"/>
                </a:lnTo>
                <a:cubicBezTo>
                  <a:pt x="7823765" y="4064450"/>
                  <a:pt x="8076994" y="4283539"/>
                  <a:pt x="8170358" y="4572001"/>
                </a:cubicBezTo>
                <a:lnTo>
                  <a:pt x="8032809" y="4572001"/>
                </a:lnTo>
                <a:cubicBezTo>
                  <a:pt x="7949426" y="4357380"/>
                  <a:pt x="7759058" y="4194541"/>
                  <a:pt x="7525056" y="4144250"/>
                </a:cubicBezTo>
                <a:cubicBezTo>
                  <a:pt x="7559550" y="4319650"/>
                  <a:pt x="7661773" y="4471530"/>
                  <a:pt x="7804870" y="4572001"/>
                </a:cubicBezTo>
                <a:lnTo>
                  <a:pt x="7610630" y="4572001"/>
                </a:lnTo>
                <a:cubicBezTo>
                  <a:pt x="7494498" y="4452596"/>
                  <a:pt x="7415935" y="4298519"/>
                  <a:pt x="7391571" y="4127511"/>
                </a:cubicBezTo>
                <a:cubicBezTo>
                  <a:pt x="7391403" y="4127458"/>
                  <a:pt x="7391235" y="4127453"/>
                  <a:pt x="7391065" y="4127448"/>
                </a:cubicBezTo>
                <a:lnTo>
                  <a:pt x="7390527" y="4120772"/>
                </a:lnTo>
                <a:cubicBezTo>
                  <a:pt x="7385468" y="4090522"/>
                  <a:pt x="7383018" y="4059631"/>
                  <a:pt x="7383060" y="4028296"/>
                </a:cubicBezTo>
                <a:cubicBezTo>
                  <a:pt x="7381748" y="4022668"/>
                  <a:pt x="7381689" y="4017001"/>
                  <a:pt x="7381689" y="4011320"/>
                </a:cubicBezTo>
                <a:lnTo>
                  <a:pt x="7382283" y="3999880"/>
                </a:lnTo>
                <a:lnTo>
                  <a:pt x="7382781" y="3999913"/>
                </a:lnTo>
                <a:close/>
                <a:moveTo>
                  <a:pt x="7360056" y="3999419"/>
                </a:moveTo>
                <a:lnTo>
                  <a:pt x="7360082" y="3999913"/>
                </a:lnTo>
                <a:lnTo>
                  <a:pt x="7360580" y="3999880"/>
                </a:lnTo>
                <a:lnTo>
                  <a:pt x="7361174" y="4011320"/>
                </a:lnTo>
                <a:cubicBezTo>
                  <a:pt x="7361174" y="4017001"/>
                  <a:pt x="7361115" y="4022668"/>
                  <a:pt x="7359803" y="4028296"/>
                </a:cubicBezTo>
                <a:cubicBezTo>
                  <a:pt x="7359845" y="4059631"/>
                  <a:pt x="7357395" y="4090522"/>
                  <a:pt x="7352336" y="4120772"/>
                </a:cubicBezTo>
                <a:lnTo>
                  <a:pt x="7351798" y="4127448"/>
                </a:lnTo>
                <a:cubicBezTo>
                  <a:pt x="7351628" y="4127453"/>
                  <a:pt x="7351460" y="4127458"/>
                  <a:pt x="7351292" y="4127511"/>
                </a:cubicBezTo>
                <a:cubicBezTo>
                  <a:pt x="7326927" y="4298519"/>
                  <a:pt x="7248364" y="4452596"/>
                  <a:pt x="7132233" y="4572001"/>
                </a:cubicBezTo>
                <a:lnTo>
                  <a:pt x="6937992" y="4572001"/>
                </a:lnTo>
                <a:cubicBezTo>
                  <a:pt x="7081090" y="4471530"/>
                  <a:pt x="7183313" y="4319650"/>
                  <a:pt x="7217807" y="4144250"/>
                </a:cubicBezTo>
                <a:cubicBezTo>
                  <a:pt x="6983804" y="4194541"/>
                  <a:pt x="6793436" y="4357380"/>
                  <a:pt x="6710053" y="4572001"/>
                </a:cubicBezTo>
                <a:lnTo>
                  <a:pt x="6572505" y="4572001"/>
                </a:lnTo>
                <a:cubicBezTo>
                  <a:pt x="6665868" y="4283539"/>
                  <a:pt x="6919098" y="4064450"/>
                  <a:pt x="7231177" y="4012794"/>
                </a:cubicBezTo>
                <a:lnTo>
                  <a:pt x="7231294" y="4011646"/>
                </a:lnTo>
                <a:cubicBezTo>
                  <a:pt x="7236603" y="4010636"/>
                  <a:pt x="7241931" y="4009688"/>
                  <a:pt x="7247507" y="4010107"/>
                </a:cubicBezTo>
                <a:cubicBezTo>
                  <a:pt x="7278690" y="4004550"/>
                  <a:pt x="7310583" y="4001569"/>
                  <a:pt x="7342968" y="4001042"/>
                </a:cubicBezTo>
                <a:close/>
                <a:moveTo>
                  <a:pt x="5690656" y="3999419"/>
                </a:moveTo>
                <a:lnTo>
                  <a:pt x="5707743" y="4001042"/>
                </a:lnTo>
                <a:cubicBezTo>
                  <a:pt x="5740129" y="4001569"/>
                  <a:pt x="5772021" y="4004550"/>
                  <a:pt x="5803205" y="4010107"/>
                </a:cubicBezTo>
                <a:cubicBezTo>
                  <a:pt x="5808781" y="4009688"/>
                  <a:pt x="5814109" y="4010636"/>
                  <a:pt x="5819417" y="4011646"/>
                </a:cubicBezTo>
                <a:lnTo>
                  <a:pt x="5819534" y="4012794"/>
                </a:lnTo>
                <a:cubicBezTo>
                  <a:pt x="6131614" y="4064450"/>
                  <a:pt x="6384843" y="4283539"/>
                  <a:pt x="6478206" y="4572001"/>
                </a:cubicBezTo>
                <a:lnTo>
                  <a:pt x="6340658" y="4572001"/>
                </a:lnTo>
                <a:cubicBezTo>
                  <a:pt x="6257275" y="4357380"/>
                  <a:pt x="6066907" y="4194541"/>
                  <a:pt x="5832905" y="4144250"/>
                </a:cubicBezTo>
                <a:cubicBezTo>
                  <a:pt x="5867399" y="4319651"/>
                  <a:pt x="5969622" y="4471530"/>
                  <a:pt x="6112719" y="4572001"/>
                </a:cubicBezTo>
                <a:lnTo>
                  <a:pt x="5918478" y="4572001"/>
                </a:lnTo>
                <a:cubicBezTo>
                  <a:pt x="5802347" y="4452596"/>
                  <a:pt x="5723784" y="4298519"/>
                  <a:pt x="5699419" y="4127511"/>
                </a:cubicBezTo>
                <a:cubicBezTo>
                  <a:pt x="5699252" y="4127458"/>
                  <a:pt x="5699083" y="4127453"/>
                  <a:pt x="5698914" y="4127448"/>
                </a:cubicBezTo>
                <a:lnTo>
                  <a:pt x="5698375" y="4120772"/>
                </a:lnTo>
                <a:cubicBezTo>
                  <a:pt x="5693317" y="4090522"/>
                  <a:pt x="5690866" y="4059631"/>
                  <a:pt x="5690908" y="4028296"/>
                </a:cubicBezTo>
                <a:cubicBezTo>
                  <a:pt x="5689596" y="4022668"/>
                  <a:pt x="5689538" y="4017001"/>
                  <a:pt x="5689538" y="4011320"/>
                </a:cubicBezTo>
                <a:lnTo>
                  <a:pt x="5690132" y="3999880"/>
                </a:lnTo>
                <a:lnTo>
                  <a:pt x="5690630" y="3999913"/>
                </a:lnTo>
                <a:close/>
                <a:moveTo>
                  <a:pt x="5667905" y="3999419"/>
                </a:moveTo>
                <a:lnTo>
                  <a:pt x="5667931" y="3999913"/>
                </a:lnTo>
                <a:lnTo>
                  <a:pt x="5668429" y="3999880"/>
                </a:lnTo>
                <a:lnTo>
                  <a:pt x="5669023" y="4011320"/>
                </a:lnTo>
                <a:cubicBezTo>
                  <a:pt x="5669023" y="4017001"/>
                  <a:pt x="5668964" y="4022668"/>
                  <a:pt x="5667652" y="4028296"/>
                </a:cubicBezTo>
                <a:cubicBezTo>
                  <a:pt x="5667694" y="4059631"/>
                  <a:pt x="5665244" y="4090522"/>
                  <a:pt x="5660185" y="4120772"/>
                </a:cubicBezTo>
                <a:lnTo>
                  <a:pt x="5659647" y="4127448"/>
                </a:lnTo>
                <a:cubicBezTo>
                  <a:pt x="5659477" y="4127453"/>
                  <a:pt x="5659309" y="4127458"/>
                  <a:pt x="5659141" y="4127511"/>
                </a:cubicBezTo>
                <a:cubicBezTo>
                  <a:pt x="5634776" y="4298519"/>
                  <a:pt x="5556213" y="4452596"/>
                  <a:pt x="5440082" y="4572001"/>
                </a:cubicBezTo>
                <a:lnTo>
                  <a:pt x="5245841" y="4572001"/>
                </a:lnTo>
                <a:cubicBezTo>
                  <a:pt x="5388939" y="4471530"/>
                  <a:pt x="5491162" y="4319651"/>
                  <a:pt x="5525656" y="4144250"/>
                </a:cubicBezTo>
                <a:cubicBezTo>
                  <a:pt x="5291653" y="4194541"/>
                  <a:pt x="5101285" y="4357380"/>
                  <a:pt x="5017902" y="4572001"/>
                </a:cubicBezTo>
                <a:lnTo>
                  <a:pt x="4880354" y="4572001"/>
                </a:lnTo>
                <a:cubicBezTo>
                  <a:pt x="4973717" y="4283539"/>
                  <a:pt x="5226947" y="4064450"/>
                  <a:pt x="5539026" y="4012794"/>
                </a:cubicBezTo>
                <a:lnTo>
                  <a:pt x="5539143" y="4011646"/>
                </a:lnTo>
                <a:cubicBezTo>
                  <a:pt x="5544452" y="4010636"/>
                  <a:pt x="5549780" y="4009688"/>
                  <a:pt x="5555356" y="4010107"/>
                </a:cubicBezTo>
                <a:cubicBezTo>
                  <a:pt x="5586539" y="4004550"/>
                  <a:pt x="5618432" y="4001569"/>
                  <a:pt x="5650817" y="4001042"/>
                </a:cubicBezTo>
                <a:close/>
                <a:moveTo>
                  <a:pt x="3998505" y="3999419"/>
                </a:moveTo>
                <a:lnTo>
                  <a:pt x="4015592" y="4001042"/>
                </a:lnTo>
                <a:cubicBezTo>
                  <a:pt x="4047978" y="4001569"/>
                  <a:pt x="4079870" y="4004550"/>
                  <a:pt x="4111054" y="4010107"/>
                </a:cubicBezTo>
                <a:cubicBezTo>
                  <a:pt x="4116630" y="4009688"/>
                  <a:pt x="4121958" y="4010636"/>
                  <a:pt x="4127266" y="4011646"/>
                </a:cubicBezTo>
                <a:lnTo>
                  <a:pt x="4127384" y="4012794"/>
                </a:lnTo>
                <a:cubicBezTo>
                  <a:pt x="4439463" y="4064450"/>
                  <a:pt x="4692692" y="4283539"/>
                  <a:pt x="4786055" y="4572001"/>
                </a:cubicBezTo>
                <a:lnTo>
                  <a:pt x="4648508" y="4572001"/>
                </a:lnTo>
                <a:cubicBezTo>
                  <a:pt x="4565124" y="4357380"/>
                  <a:pt x="4374756" y="4194541"/>
                  <a:pt x="4140754" y="4144250"/>
                </a:cubicBezTo>
                <a:cubicBezTo>
                  <a:pt x="4175248" y="4319650"/>
                  <a:pt x="4277471" y="4471530"/>
                  <a:pt x="4420568" y="4572001"/>
                </a:cubicBezTo>
                <a:lnTo>
                  <a:pt x="4226327" y="4572001"/>
                </a:lnTo>
                <a:cubicBezTo>
                  <a:pt x="4110196" y="4452596"/>
                  <a:pt x="4031633" y="4298519"/>
                  <a:pt x="4007268" y="4127511"/>
                </a:cubicBezTo>
                <a:cubicBezTo>
                  <a:pt x="4007101" y="4127458"/>
                  <a:pt x="4006932" y="4127453"/>
                  <a:pt x="4006763" y="4127448"/>
                </a:cubicBezTo>
                <a:lnTo>
                  <a:pt x="4006225" y="4120772"/>
                </a:lnTo>
                <a:cubicBezTo>
                  <a:pt x="4001166" y="4090522"/>
                  <a:pt x="3998715" y="4059631"/>
                  <a:pt x="3998757" y="4028296"/>
                </a:cubicBezTo>
                <a:cubicBezTo>
                  <a:pt x="3997445" y="4022668"/>
                  <a:pt x="3997387" y="4017001"/>
                  <a:pt x="3997387" y="4011320"/>
                </a:cubicBezTo>
                <a:lnTo>
                  <a:pt x="3997981" y="3999880"/>
                </a:lnTo>
                <a:lnTo>
                  <a:pt x="3998479" y="3999913"/>
                </a:lnTo>
                <a:close/>
                <a:moveTo>
                  <a:pt x="3975754" y="3999419"/>
                </a:moveTo>
                <a:lnTo>
                  <a:pt x="3975780" y="3999913"/>
                </a:lnTo>
                <a:lnTo>
                  <a:pt x="3976278" y="3999880"/>
                </a:lnTo>
                <a:lnTo>
                  <a:pt x="3976872" y="4011320"/>
                </a:lnTo>
                <a:cubicBezTo>
                  <a:pt x="3976872" y="4017001"/>
                  <a:pt x="3976813" y="4022668"/>
                  <a:pt x="3975501" y="4028296"/>
                </a:cubicBezTo>
                <a:cubicBezTo>
                  <a:pt x="3975543" y="4059631"/>
                  <a:pt x="3973093" y="4090522"/>
                  <a:pt x="3968034" y="4120772"/>
                </a:cubicBezTo>
                <a:lnTo>
                  <a:pt x="3967496" y="4127448"/>
                </a:lnTo>
                <a:cubicBezTo>
                  <a:pt x="3967326" y="4127453"/>
                  <a:pt x="3967158" y="4127458"/>
                  <a:pt x="3966990" y="4127511"/>
                </a:cubicBezTo>
                <a:cubicBezTo>
                  <a:pt x="3942625" y="4298519"/>
                  <a:pt x="3864063" y="4452596"/>
                  <a:pt x="3747931" y="4572001"/>
                </a:cubicBezTo>
                <a:lnTo>
                  <a:pt x="3553690" y="4572001"/>
                </a:lnTo>
                <a:cubicBezTo>
                  <a:pt x="3696788" y="4471530"/>
                  <a:pt x="3799011" y="4319651"/>
                  <a:pt x="3833505" y="4144250"/>
                </a:cubicBezTo>
                <a:cubicBezTo>
                  <a:pt x="3599503" y="4194541"/>
                  <a:pt x="3409134" y="4357380"/>
                  <a:pt x="3325751" y="4572001"/>
                </a:cubicBezTo>
                <a:lnTo>
                  <a:pt x="3188203" y="4572001"/>
                </a:lnTo>
                <a:cubicBezTo>
                  <a:pt x="3281566" y="4283539"/>
                  <a:pt x="3534796" y="4064450"/>
                  <a:pt x="3846875" y="4012794"/>
                </a:cubicBezTo>
                <a:lnTo>
                  <a:pt x="3846992" y="4011646"/>
                </a:lnTo>
                <a:cubicBezTo>
                  <a:pt x="3852301" y="4010636"/>
                  <a:pt x="3857629" y="4009688"/>
                  <a:pt x="3863205" y="4010107"/>
                </a:cubicBezTo>
                <a:cubicBezTo>
                  <a:pt x="3894388" y="4004550"/>
                  <a:pt x="3926281" y="4001569"/>
                  <a:pt x="3958666" y="4001042"/>
                </a:cubicBezTo>
                <a:close/>
                <a:moveTo>
                  <a:pt x="2306354" y="3999419"/>
                </a:moveTo>
                <a:lnTo>
                  <a:pt x="2323441" y="4001042"/>
                </a:lnTo>
                <a:cubicBezTo>
                  <a:pt x="2355827" y="4001569"/>
                  <a:pt x="2387719" y="4004550"/>
                  <a:pt x="2418903" y="4010107"/>
                </a:cubicBezTo>
                <a:cubicBezTo>
                  <a:pt x="2424479" y="4009688"/>
                  <a:pt x="2429807" y="4010636"/>
                  <a:pt x="2435115" y="4011646"/>
                </a:cubicBezTo>
                <a:lnTo>
                  <a:pt x="2435233" y="4012794"/>
                </a:lnTo>
                <a:cubicBezTo>
                  <a:pt x="2747312" y="4064450"/>
                  <a:pt x="3000542" y="4283539"/>
                  <a:pt x="3093904" y="4572001"/>
                </a:cubicBezTo>
                <a:lnTo>
                  <a:pt x="2956357" y="4572001"/>
                </a:lnTo>
                <a:cubicBezTo>
                  <a:pt x="2872974" y="4357380"/>
                  <a:pt x="2682605" y="4194541"/>
                  <a:pt x="2448603" y="4144250"/>
                </a:cubicBezTo>
                <a:cubicBezTo>
                  <a:pt x="2483097" y="4319651"/>
                  <a:pt x="2585320" y="4471530"/>
                  <a:pt x="2728418" y="4572001"/>
                </a:cubicBezTo>
                <a:lnTo>
                  <a:pt x="2534177" y="4572001"/>
                </a:lnTo>
                <a:cubicBezTo>
                  <a:pt x="2418045" y="4452596"/>
                  <a:pt x="2339482" y="4298519"/>
                  <a:pt x="2315117" y="4127511"/>
                </a:cubicBezTo>
                <a:cubicBezTo>
                  <a:pt x="2314950" y="4127458"/>
                  <a:pt x="2314781" y="4127453"/>
                  <a:pt x="2314612" y="4127448"/>
                </a:cubicBezTo>
                <a:lnTo>
                  <a:pt x="2314074" y="4120772"/>
                </a:lnTo>
                <a:cubicBezTo>
                  <a:pt x="2309015" y="4090522"/>
                  <a:pt x="2306564" y="4059631"/>
                  <a:pt x="2306606" y="4028296"/>
                </a:cubicBezTo>
                <a:cubicBezTo>
                  <a:pt x="2305294" y="4022668"/>
                  <a:pt x="2305236" y="4017001"/>
                  <a:pt x="2305236" y="4011320"/>
                </a:cubicBezTo>
                <a:lnTo>
                  <a:pt x="2305830" y="3999880"/>
                </a:lnTo>
                <a:lnTo>
                  <a:pt x="2306328" y="3999913"/>
                </a:lnTo>
                <a:close/>
                <a:moveTo>
                  <a:pt x="2283603" y="3999419"/>
                </a:moveTo>
                <a:lnTo>
                  <a:pt x="2283629" y="3999913"/>
                </a:lnTo>
                <a:lnTo>
                  <a:pt x="2284127" y="3999880"/>
                </a:lnTo>
                <a:lnTo>
                  <a:pt x="2284721" y="4011320"/>
                </a:lnTo>
                <a:cubicBezTo>
                  <a:pt x="2284721" y="4017001"/>
                  <a:pt x="2284662" y="4022668"/>
                  <a:pt x="2283350" y="4028296"/>
                </a:cubicBezTo>
                <a:cubicBezTo>
                  <a:pt x="2283392" y="4059631"/>
                  <a:pt x="2280942" y="4090522"/>
                  <a:pt x="2275883" y="4120772"/>
                </a:cubicBezTo>
                <a:lnTo>
                  <a:pt x="2275345" y="4127448"/>
                </a:lnTo>
                <a:cubicBezTo>
                  <a:pt x="2275175" y="4127453"/>
                  <a:pt x="2275007" y="4127458"/>
                  <a:pt x="2274839" y="4127511"/>
                </a:cubicBezTo>
                <a:cubicBezTo>
                  <a:pt x="2250474" y="4298519"/>
                  <a:pt x="2171912" y="4452596"/>
                  <a:pt x="2055780" y="4572001"/>
                </a:cubicBezTo>
                <a:lnTo>
                  <a:pt x="1861539" y="4572001"/>
                </a:lnTo>
                <a:cubicBezTo>
                  <a:pt x="2004637" y="4471530"/>
                  <a:pt x="2106860" y="4319650"/>
                  <a:pt x="2141354" y="4144250"/>
                </a:cubicBezTo>
                <a:cubicBezTo>
                  <a:pt x="1907352" y="4194541"/>
                  <a:pt x="1716983" y="4357380"/>
                  <a:pt x="1633600" y="4572001"/>
                </a:cubicBezTo>
                <a:lnTo>
                  <a:pt x="1496052" y="4572001"/>
                </a:lnTo>
                <a:cubicBezTo>
                  <a:pt x="1589416" y="4283539"/>
                  <a:pt x="1842645" y="4064450"/>
                  <a:pt x="2154724" y="4012794"/>
                </a:cubicBezTo>
                <a:lnTo>
                  <a:pt x="2154841" y="4011646"/>
                </a:lnTo>
                <a:cubicBezTo>
                  <a:pt x="2160150" y="4010636"/>
                  <a:pt x="2165478" y="4009688"/>
                  <a:pt x="2171054" y="4010107"/>
                </a:cubicBezTo>
                <a:cubicBezTo>
                  <a:pt x="2202237" y="4004550"/>
                  <a:pt x="2234130" y="4001569"/>
                  <a:pt x="2266515" y="4001042"/>
                </a:cubicBezTo>
                <a:close/>
                <a:moveTo>
                  <a:pt x="614203" y="3999419"/>
                </a:moveTo>
                <a:lnTo>
                  <a:pt x="631290" y="4001042"/>
                </a:lnTo>
                <a:cubicBezTo>
                  <a:pt x="663676" y="4001569"/>
                  <a:pt x="695568" y="4004550"/>
                  <a:pt x="726752" y="4010107"/>
                </a:cubicBezTo>
                <a:cubicBezTo>
                  <a:pt x="732328" y="4009688"/>
                  <a:pt x="737656" y="4010636"/>
                  <a:pt x="742964" y="4011646"/>
                </a:cubicBezTo>
                <a:lnTo>
                  <a:pt x="743081" y="4012794"/>
                </a:lnTo>
                <a:cubicBezTo>
                  <a:pt x="1055161" y="4064450"/>
                  <a:pt x="1308390" y="4283539"/>
                  <a:pt x="1401754" y="4572001"/>
                </a:cubicBezTo>
                <a:lnTo>
                  <a:pt x="1264205" y="4572001"/>
                </a:lnTo>
                <a:cubicBezTo>
                  <a:pt x="1180823" y="4357380"/>
                  <a:pt x="990454" y="4194541"/>
                  <a:pt x="756452" y="4144250"/>
                </a:cubicBezTo>
                <a:cubicBezTo>
                  <a:pt x="790946" y="4319651"/>
                  <a:pt x="893169" y="4471530"/>
                  <a:pt x="1036266" y="4572001"/>
                </a:cubicBezTo>
                <a:lnTo>
                  <a:pt x="842026" y="4572001"/>
                </a:lnTo>
                <a:cubicBezTo>
                  <a:pt x="725894" y="4452596"/>
                  <a:pt x="647331" y="4298519"/>
                  <a:pt x="622966" y="4127511"/>
                </a:cubicBezTo>
                <a:cubicBezTo>
                  <a:pt x="622799" y="4127458"/>
                  <a:pt x="622630" y="4127453"/>
                  <a:pt x="622461" y="4127448"/>
                </a:cubicBezTo>
                <a:lnTo>
                  <a:pt x="621923" y="4120772"/>
                </a:lnTo>
                <a:cubicBezTo>
                  <a:pt x="616864" y="4090522"/>
                  <a:pt x="614413" y="4059631"/>
                  <a:pt x="614455" y="4028296"/>
                </a:cubicBezTo>
                <a:cubicBezTo>
                  <a:pt x="613143" y="4022668"/>
                  <a:pt x="613085" y="4017001"/>
                  <a:pt x="613085" y="4011320"/>
                </a:cubicBezTo>
                <a:lnTo>
                  <a:pt x="613679" y="3999880"/>
                </a:lnTo>
                <a:lnTo>
                  <a:pt x="614177" y="3999913"/>
                </a:lnTo>
                <a:close/>
                <a:moveTo>
                  <a:pt x="591452" y="3999419"/>
                </a:moveTo>
                <a:lnTo>
                  <a:pt x="591478" y="3999913"/>
                </a:lnTo>
                <a:lnTo>
                  <a:pt x="591976" y="3999880"/>
                </a:lnTo>
                <a:lnTo>
                  <a:pt x="592570" y="4011320"/>
                </a:lnTo>
                <a:cubicBezTo>
                  <a:pt x="592570" y="4017001"/>
                  <a:pt x="592511" y="4022668"/>
                  <a:pt x="591199" y="4028296"/>
                </a:cubicBezTo>
                <a:cubicBezTo>
                  <a:pt x="591242" y="4059631"/>
                  <a:pt x="588791" y="4090522"/>
                  <a:pt x="583732" y="4120772"/>
                </a:cubicBezTo>
                <a:lnTo>
                  <a:pt x="583194" y="4127448"/>
                </a:lnTo>
                <a:cubicBezTo>
                  <a:pt x="583024" y="4127453"/>
                  <a:pt x="582856" y="4127458"/>
                  <a:pt x="582689" y="4127511"/>
                </a:cubicBezTo>
                <a:cubicBezTo>
                  <a:pt x="558275" y="4298863"/>
                  <a:pt x="479445" y="4453216"/>
                  <a:pt x="362360" y="4572001"/>
                </a:cubicBezTo>
                <a:lnTo>
                  <a:pt x="169811" y="4572001"/>
                </a:lnTo>
                <a:cubicBezTo>
                  <a:pt x="312603" y="4471357"/>
                  <a:pt x="414729" y="4319551"/>
                  <a:pt x="449203" y="4144250"/>
                </a:cubicBezTo>
                <a:cubicBezTo>
                  <a:pt x="258971" y="4185134"/>
                  <a:pt x="97576" y="4300399"/>
                  <a:pt x="0" y="4458139"/>
                </a:cubicBezTo>
                <a:lnTo>
                  <a:pt x="0" y="4251345"/>
                </a:lnTo>
                <a:cubicBezTo>
                  <a:pt x="121484" y="4128438"/>
                  <a:pt x="282199" y="4042650"/>
                  <a:pt x="462573" y="4012794"/>
                </a:cubicBezTo>
                <a:lnTo>
                  <a:pt x="462690" y="4011646"/>
                </a:lnTo>
                <a:cubicBezTo>
                  <a:pt x="467999" y="4010636"/>
                  <a:pt x="473327" y="4009688"/>
                  <a:pt x="478903" y="4010107"/>
                </a:cubicBezTo>
                <a:cubicBezTo>
                  <a:pt x="510086" y="4004550"/>
                  <a:pt x="541979" y="4001569"/>
                  <a:pt x="574365" y="4001042"/>
                </a:cubicBezTo>
                <a:close/>
                <a:moveTo>
                  <a:pt x="11452667" y="3304913"/>
                </a:moveTo>
                <a:cubicBezTo>
                  <a:pt x="11177477" y="3363591"/>
                  <a:pt x="10962633" y="3576701"/>
                  <a:pt x="10909358" y="3845480"/>
                </a:cubicBezTo>
                <a:cubicBezTo>
                  <a:pt x="11184548" y="3786801"/>
                  <a:pt x="11399391" y="3573691"/>
                  <a:pt x="11452667" y="3304913"/>
                </a:cubicBezTo>
                <a:close/>
                <a:moveTo>
                  <a:pt x="10058800" y="3304913"/>
                </a:moveTo>
                <a:cubicBezTo>
                  <a:pt x="10112076" y="3573691"/>
                  <a:pt x="10326919" y="3786801"/>
                  <a:pt x="10602109" y="3845480"/>
                </a:cubicBezTo>
                <a:cubicBezTo>
                  <a:pt x="10548834" y="3576701"/>
                  <a:pt x="10333990" y="3363591"/>
                  <a:pt x="10058800" y="3304913"/>
                </a:cubicBezTo>
                <a:close/>
                <a:moveTo>
                  <a:pt x="9760514" y="3304913"/>
                </a:moveTo>
                <a:cubicBezTo>
                  <a:pt x="9485324" y="3363591"/>
                  <a:pt x="9270480" y="3576701"/>
                  <a:pt x="9217205" y="3845480"/>
                </a:cubicBezTo>
                <a:cubicBezTo>
                  <a:pt x="9492395" y="3786801"/>
                  <a:pt x="9707238" y="3573691"/>
                  <a:pt x="9760514" y="3304913"/>
                </a:cubicBezTo>
                <a:close/>
                <a:moveTo>
                  <a:pt x="8366649" y="3304913"/>
                </a:moveTo>
                <a:cubicBezTo>
                  <a:pt x="8419925" y="3573691"/>
                  <a:pt x="8634768" y="3786801"/>
                  <a:pt x="8909958" y="3845480"/>
                </a:cubicBezTo>
                <a:cubicBezTo>
                  <a:pt x="8856683" y="3576701"/>
                  <a:pt x="8641839" y="3363591"/>
                  <a:pt x="8366649" y="3304913"/>
                </a:cubicBezTo>
                <a:close/>
                <a:moveTo>
                  <a:pt x="8068363" y="3304913"/>
                </a:moveTo>
                <a:cubicBezTo>
                  <a:pt x="7793173" y="3363591"/>
                  <a:pt x="7578329" y="3576701"/>
                  <a:pt x="7525054" y="3845480"/>
                </a:cubicBezTo>
                <a:cubicBezTo>
                  <a:pt x="7800244" y="3786801"/>
                  <a:pt x="8015087" y="3573691"/>
                  <a:pt x="8068363" y="3304913"/>
                </a:cubicBezTo>
                <a:close/>
                <a:moveTo>
                  <a:pt x="6674498" y="3304913"/>
                </a:moveTo>
                <a:cubicBezTo>
                  <a:pt x="6727774" y="3573691"/>
                  <a:pt x="6942617" y="3786801"/>
                  <a:pt x="7217807" y="3845480"/>
                </a:cubicBezTo>
                <a:cubicBezTo>
                  <a:pt x="7164532" y="3576701"/>
                  <a:pt x="6949688" y="3363591"/>
                  <a:pt x="6674498" y="3304913"/>
                </a:cubicBezTo>
                <a:close/>
                <a:moveTo>
                  <a:pt x="6376212" y="3304913"/>
                </a:moveTo>
                <a:cubicBezTo>
                  <a:pt x="6101022" y="3363591"/>
                  <a:pt x="5886178" y="3576701"/>
                  <a:pt x="5832903" y="3845480"/>
                </a:cubicBezTo>
                <a:cubicBezTo>
                  <a:pt x="6108093" y="3786801"/>
                  <a:pt x="6322936" y="3573691"/>
                  <a:pt x="6376212" y="3304913"/>
                </a:cubicBezTo>
                <a:close/>
                <a:moveTo>
                  <a:pt x="4982347" y="3304913"/>
                </a:moveTo>
                <a:cubicBezTo>
                  <a:pt x="5035623" y="3573691"/>
                  <a:pt x="5250466" y="3786801"/>
                  <a:pt x="5525656" y="3845480"/>
                </a:cubicBezTo>
                <a:cubicBezTo>
                  <a:pt x="5472381" y="3576701"/>
                  <a:pt x="5257537" y="3363591"/>
                  <a:pt x="4982347" y="3304913"/>
                </a:cubicBezTo>
                <a:close/>
                <a:moveTo>
                  <a:pt x="4684061" y="3304913"/>
                </a:moveTo>
                <a:cubicBezTo>
                  <a:pt x="4408871" y="3363591"/>
                  <a:pt x="4194027" y="3576701"/>
                  <a:pt x="4140752" y="3845480"/>
                </a:cubicBezTo>
                <a:cubicBezTo>
                  <a:pt x="4415942" y="3786801"/>
                  <a:pt x="4630785" y="3573691"/>
                  <a:pt x="4684061" y="3304913"/>
                </a:cubicBezTo>
                <a:close/>
                <a:moveTo>
                  <a:pt x="3290196" y="3304913"/>
                </a:moveTo>
                <a:cubicBezTo>
                  <a:pt x="3343472" y="3573691"/>
                  <a:pt x="3558315" y="3786801"/>
                  <a:pt x="3833505" y="3845480"/>
                </a:cubicBezTo>
                <a:cubicBezTo>
                  <a:pt x="3780230" y="3576701"/>
                  <a:pt x="3565386" y="3363591"/>
                  <a:pt x="3290196" y="3304913"/>
                </a:cubicBezTo>
                <a:close/>
                <a:moveTo>
                  <a:pt x="2991910" y="3304913"/>
                </a:moveTo>
                <a:cubicBezTo>
                  <a:pt x="2716720" y="3363591"/>
                  <a:pt x="2501876" y="3576701"/>
                  <a:pt x="2448601" y="3845480"/>
                </a:cubicBezTo>
                <a:cubicBezTo>
                  <a:pt x="2723791" y="3786801"/>
                  <a:pt x="2938634" y="3573691"/>
                  <a:pt x="2991910" y="3304913"/>
                </a:cubicBezTo>
                <a:close/>
                <a:moveTo>
                  <a:pt x="1598045" y="3304913"/>
                </a:moveTo>
                <a:cubicBezTo>
                  <a:pt x="1651321" y="3573691"/>
                  <a:pt x="1866164" y="3786801"/>
                  <a:pt x="2141354" y="3845480"/>
                </a:cubicBezTo>
                <a:cubicBezTo>
                  <a:pt x="2088079" y="3576701"/>
                  <a:pt x="1873235" y="3363591"/>
                  <a:pt x="1598045" y="3304913"/>
                </a:cubicBezTo>
                <a:close/>
                <a:moveTo>
                  <a:pt x="1299759" y="3304913"/>
                </a:moveTo>
                <a:cubicBezTo>
                  <a:pt x="1024569" y="3363591"/>
                  <a:pt x="809725" y="3576701"/>
                  <a:pt x="756450" y="3845480"/>
                </a:cubicBezTo>
                <a:cubicBezTo>
                  <a:pt x="1031640" y="3786801"/>
                  <a:pt x="1246483" y="3573691"/>
                  <a:pt x="1299759" y="3304913"/>
                </a:cubicBezTo>
                <a:close/>
                <a:moveTo>
                  <a:pt x="0" y="3200906"/>
                </a:moveTo>
                <a:cubicBezTo>
                  <a:pt x="306658" y="3291386"/>
                  <a:pt x="537576" y="3547942"/>
                  <a:pt x="582690" y="3862087"/>
                </a:cubicBezTo>
                <a:cubicBezTo>
                  <a:pt x="582857" y="3862140"/>
                  <a:pt x="583026" y="3862145"/>
                  <a:pt x="583195" y="3862150"/>
                </a:cubicBezTo>
                <a:lnTo>
                  <a:pt x="583735" y="3868787"/>
                </a:lnTo>
                <a:cubicBezTo>
                  <a:pt x="588792" y="3898794"/>
                  <a:pt x="591242" y="3929436"/>
                  <a:pt x="591199" y="3960518"/>
                </a:cubicBezTo>
                <a:cubicBezTo>
                  <a:pt x="592511" y="3966104"/>
                  <a:pt x="592570" y="3971728"/>
                  <a:pt x="592570" y="3977366"/>
                </a:cubicBezTo>
                <a:cubicBezTo>
                  <a:pt x="592570" y="3981158"/>
                  <a:pt x="592543" y="3984944"/>
                  <a:pt x="591977" y="3988716"/>
                </a:cubicBezTo>
                <a:lnTo>
                  <a:pt x="591478" y="3988683"/>
                </a:lnTo>
                <a:lnTo>
                  <a:pt x="591452" y="3989174"/>
                </a:lnTo>
                <a:lnTo>
                  <a:pt x="574334" y="3987561"/>
                </a:lnTo>
                <a:cubicBezTo>
                  <a:pt x="541959" y="3987038"/>
                  <a:pt x="510079" y="3984080"/>
                  <a:pt x="478907" y="3978570"/>
                </a:cubicBezTo>
                <a:cubicBezTo>
                  <a:pt x="473330" y="3978986"/>
                  <a:pt x="468001" y="3978045"/>
                  <a:pt x="462690" y="3977042"/>
                </a:cubicBezTo>
                <a:lnTo>
                  <a:pt x="462574" y="3975903"/>
                </a:lnTo>
                <a:cubicBezTo>
                  <a:pt x="282200" y="3946281"/>
                  <a:pt x="121485" y="3861168"/>
                  <a:pt x="0" y="3739225"/>
                </a:cubicBezTo>
                <a:lnTo>
                  <a:pt x="0" y="3534056"/>
                </a:lnTo>
                <a:cubicBezTo>
                  <a:pt x="97584" y="3690562"/>
                  <a:pt x="258975" y="3804918"/>
                  <a:pt x="449203" y="3845480"/>
                </a:cubicBezTo>
                <a:cubicBezTo>
                  <a:pt x="402182" y="3608252"/>
                  <a:pt x="229297" y="3414390"/>
                  <a:pt x="0" y="3332205"/>
                </a:cubicBezTo>
                <a:close/>
                <a:moveTo>
                  <a:pt x="11608704" y="3161219"/>
                </a:moveTo>
                <a:lnTo>
                  <a:pt x="11625791" y="3162829"/>
                </a:lnTo>
                <a:cubicBezTo>
                  <a:pt x="11658177" y="3163352"/>
                  <a:pt x="11690070" y="3166310"/>
                  <a:pt x="11721253" y="3171823"/>
                </a:cubicBezTo>
                <a:cubicBezTo>
                  <a:pt x="11726829" y="3171407"/>
                  <a:pt x="11732157" y="3172348"/>
                  <a:pt x="11737466" y="3173350"/>
                </a:cubicBezTo>
                <a:lnTo>
                  <a:pt x="11737583" y="3174489"/>
                </a:lnTo>
                <a:cubicBezTo>
                  <a:pt x="11914088" y="3203476"/>
                  <a:pt x="12071767" y="3285599"/>
                  <a:pt x="12192000" y="3403667"/>
                </a:cubicBezTo>
                <a:lnTo>
                  <a:pt x="12192000" y="3603658"/>
                </a:lnTo>
                <a:cubicBezTo>
                  <a:pt x="12093732" y="3453636"/>
                  <a:pt x="11935983" y="3344367"/>
                  <a:pt x="11750953" y="3304913"/>
                </a:cubicBezTo>
                <a:cubicBezTo>
                  <a:pt x="11797422" y="3539349"/>
                  <a:pt x="11966808" y="3731433"/>
                  <a:pt x="12192000" y="3815480"/>
                </a:cubicBezTo>
                <a:lnTo>
                  <a:pt x="12192000" y="3947482"/>
                </a:lnTo>
                <a:cubicBezTo>
                  <a:pt x="11889465" y="3854506"/>
                  <a:pt x="11662185" y="3599697"/>
                  <a:pt x="11617468" y="3288305"/>
                </a:cubicBezTo>
                <a:cubicBezTo>
                  <a:pt x="11617300" y="3288253"/>
                  <a:pt x="11617132" y="3288248"/>
                  <a:pt x="11616962" y="3288243"/>
                </a:cubicBezTo>
                <a:lnTo>
                  <a:pt x="11616424" y="3281619"/>
                </a:lnTo>
                <a:cubicBezTo>
                  <a:pt x="11611365" y="3251607"/>
                  <a:pt x="11608914" y="3220958"/>
                  <a:pt x="11608957" y="3189869"/>
                </a:cubicBezTo>
                <a:cubicBezTo>
                  <a:pt x="11607645" y="3184286"/>
                  <a:pt x="11607586" y="3178663"/>
                  <a:pt x="11607586" y="3173027"/>
                </a:cubicBezTo>
                <a:lnTo>
                  <a:pt x="11608180" y="3161677"/>
                </a:lnTo>
                <a:lnTo>
                  <a:pt x="11608678" y="3161709"/>
                </a:lnTo>
                <a:close/>
                <a:moveTo>
                  <a:pt x="11594916" y="3161219"/>
                </a:moveTo>
                <a:lnTo>
                  <a:pt x="11594942" y="3161709"/>
                </a:lnTo>
                <a:lnTo>
                  <a:pt x="11595440" y="3161677"/>
                </a:lnTo>
                <a:lnTo>
                  <a:pt x="11596034" y="3173027"/>
                </a:lnTo>
                <a:cubicBezTo>
                  <a:pt x="11596034" y="3178663"/>
                  <a:pt x="11595975" y="3184286"/>
                  <a:pt x="11594663" y="3189869"/>
                </a:cubicBezTo>
                <a:cubicBezTo>
                  <a:pt x="11594706" y="3220958"/>
                  <a:pt x="11592255" y="3251607"/>
                  <a:pt x="11587196" y="3281619"/>
                </a:cubicBezTo>
                <a:lnTo>
                  <a:pt x="11586658" y="3288243"/>
                </a:lnTo>
                <a:cubicBezTo>
                  <a:pt x="11586488" y="3288248"/>
                  <a:pt x="11586320" y="3288253"/>
                  <a:pt x="11586152" y="3288305"/>
                </a:cubicBezTo>
                <a:cubicBezTo>
                  <a:pt x="11535877" y="3638399"/>
                  <a:pt x="11254838" y="3916971"/>
                  <a:pt x="10895987" y="3975903"/>
                </a:cubicBezTo>
                <a:lnTo>
                  <a:pt x="10895871" y="3977042"/>
                </a:lnTo>
                <a:cubicBezTo>
                  <a:pt x="10890560" y="3978045"/>
                  <a:pt x="10885231" y="3978986"/>
                  <a:pt x="10879654" y="3978570"/>
                </a:cubicBezTo>
                <a:cubicBezTo>
                  <a:pt x="10848482" y="3984080"/>
                  <a:pt x="10816602" y="3987038"/>
                  <a:pt x="10784227" y="3987561"/>
                </a:cubicBezTo>
                <a:lnTo>
                  <a:pt x="10767109" y="3989174"/>
                </a:lnTo>
                <a:lnTo>
                  <a:pt x="10767083" y="3988683"/>
                </a:lnTo>
                <a:lnTo>
                  <a:pt x="10766584" y="3988716"/>
                </a:lnTo>
                <a:cubicBezTo>
                  <a:pt x="10766018" y="3984944"/>
                  <a:pt x="10765991" y="3981158"/>
                  <a:pt x="10765991" y="3977366"/>
                </a:cubicBezTo>
                <a:cubicBezTo>
                  <a:pt x="10765991" y="3971728"/>
                  <a:pt x="10766050" y="3966104"/>
                  <a:pt x="10767362" y="3960518"/>
                </a:cubicBezTo>
                <a:cubicBezTo>
                  <a:pt x="10767319" y="3929436"/>
                  <a:pt x="10769769" y="3898794"/>
                  <a:pt x="10774826" y="3868787"/>
                </a:cubicBezTo>
                <a:lnTo>
                  <a:pt x="10775366" y="3862150"/>
                </a:lnTo>
                <a:cubicBezTo>
                  <a:pt x="10775535" y="3862145"/>
                  <a:pt x="10775704" y="3862140"/>
                  <a:pt x="10775872" y="3862087"/>
                </a:cubicBezTo>
                <a:cubicBezTo>
                  <a:pt x="10826148" y="3511992"/>
                  <a:pt x="11107187" y="3233421"/>
                  <a:pt x="11466037" y="3174489"/>
                </a:cubicBezTo>
                <a:lnTo>
                  <a:pt x="11466154" y="3173350"/>
                </a:lnTo>
                <a:cubicBezTo>
                  <a:pt x="11471463" y="3172348"/>
                  <a:pt x="11476791" y="3171407"/>
                  <a:pt x="11482367" y="3171823"/>
                </a:cubicBezTo>
                <a:cubicBezTo>
                  <a:pt x="11513550" y="3166310"/>
                  <a:pt x="11545443" y="3163352"/>
                  <a:pt x="11577829" y="3162829"/>
                </a:cubicBezTo>
                <a:close/>
                <a:moveTo>
                  <a:pt x="9916551" y="3161219"/>
                </a:moveTo>
                <a:lnTo>
                  <a:pt x="9933638" y="3162829"/>
                </a:lnTo>
                <a:cubicBezTo>
                  <a:pt x="9966024" y="3163352"/>
                  <a:pt x="9997917" y="3166310"/>
                  <a:pt x="10029100" y="3171823"/>
                </a:cubicBezTo>
                <a:cubicBezTo>
                  <a:pt x="10034676" y="3171407"/>
                  <a:pt x="10040004" y="3172348"/>
                  <a:pt x="10045313" y="3173350"/>
                </a:cubicBezTo>
                <a:lnTo>
                  <a:pt x="10045430" y="3174489"/>
                </a:lnTo>
                <a:cubicBezTo>
                  <a:pt x="10404280" y="3233421"/>
                  <a:pt x="10685319" y="3511992"/>
                  <a:pt x="10735596" y="3862087"/>
                </a:cubicBezTo>
                <a:cubicBezTo>
                  <a:pt x="10735763" y="3862140"/>
                  <a:pt x="10735932" y="3862145"/>
                  <a:pt x="10736101" y="3862150"/>
                </a:cubicBezTo>
                <a:lnTo>
                  <a:pt x="10736641" y="3868787"/>
                </a:lnTo>
                <a:cubicBezTo>
                  <a:pt x="10741698" y="3898794"/>
                  <a:pt x="10744148" y="3929436"/>
                  <a:pt x="10744105" y="3960518"/>
                </a:cubicBezTo>
                <a:cubicBezTo>
                  <a:pt x="10745417" y="3966104"/>
                  <a:pt x="10745476" y="3971728"/>
                  <a:pt x="10745476" y="3977366"/>
                </a:cubicBezTo>
                <a:cubicBezTo>
                  <a:pt x="10745476" y="3981158"/>
                  <a:pt x="10745449" y="3984944"/>
                  <a:pt x="10744883" y="3988716"/>
                </a:cubicBezTo>
                <a:lnTo>
                  <a:pt x="10744384" y="3988683"/>
                </a:lnTo>
                <a:lnTo>
                  <a:pt x="10744358" y="3989174"/>
                </a:lnTo>
                <a:lnTo>
                  <a:pt x="10727240" y="3987561"/>
                </a:lnTo>
                <a:cubicBezTo>
                  <a:pt x="10694865" y="3987038"/>
                  <a:pt x="10662985" y="3984080"/>
                  <a:pt x="10631813" y="3978570"/>
                </a:cubicBezTo>
                <a:cubicBezTo>
                  <a:pt x="10626236" y="3978986"/>
                  <a:pt x="10620907" y="3978045"/>
                  <a:pt x="10615596" y="3977042"/>
                </a:cubicBezTo>
                <a:lnTo>
                  <a:pt x="10615480" y="3975903"/>
                </a:lnTo>
                <a:cubicBezTo>
                  <a:pt x="10256629" y="3916971"/>
                  <a:pt x="9975590" y="3638399"/>
                  <a:pt x="9925315" y="3288305"/>
                </a:cubicBezTo>
                <a:cubicBezTo>
                  <a:pt x="9925147" y="3288253"/>
                  <a:pt x="9924979" y="3288248"/>
                  <a:pt x="9924809" y="3288243"/>
                </a:cubicBezTo>
                <a:lnTo>
                  <a:pt x="9924271" y="3281619"/>
                </a:lnTo>
                <a:cubicBezTo>
                  <a:pt x="9919212" y="3251607"/>
                  <a:pt x="9916761" y="3220958"/>
                  <a:pt x="9916804" y="3189869"/>
                </a:cubicBezTo>
                <a:cubicBezTo>
                  <a:pt x="9915492" y="3184286"/>
                  <a:pt x="9915433" y="3178663"/>
                  <a:pt x="9915433" y="3173027"/>
                </a:cubicBezTo>
                <a:lnTo>
                  <a:pt x="9916027" y="3161677"/>
                </a:lnTo>
                <a:lnTo>
                  <a:pt x="9916525" y="3161709"/>
                </a:lnTo>
                <a:close/>
                <a:moveTo>
                  <a:pt x="9902763" y="3161219"/>
                </a:moveTo>
                <a:lnTo>
                  <a:pt x="9902789" y="3161709"/>
                </a:lnTo>
                <a:lnTo>
                  <a:pt x="9903287" y="3161677"/>
                </a:lnTo>
                <a:lnTo>
                  <a:pt x="9903881" y="3173027"/>
                </a:lnTo>
                <a:cubicBezTo>
                  <a:pt x="9903881" y="3178663"/>
                  <a:pt x="9903822" y="3184286"/>
                  <a:pt x="9902510" y="3189869"/>
                </a:cubicBezTo>
                <a:cubicBezTo>
                  <a:pt x="9902553" y="3220958"/>
                  <a:pt x="9900102" y="3251607"/>
                  <a:pt x="9895043" y="3281619"/>
                </a:cubicBezTo>
                <a:lnTo>
                  <a:pt x="9894505" y="3288243"/>
                </a:lnTo>
                <a:cubicBezTo>
                  <a:pt x="9894335" y="3288248"/>
                  <a:pt x="9894167" y="3288253"/>
                  <a:pt x="9893999" y="3288305"/>
                </a:cubicBezTo>
                <a:cubicBezTo>
                  <a:pt x="9843724" y="3638399"/>
                  <a:pt x="9562685" y="3916971"/>
                  <a:pt x="9203834" y="3975903"/>
                </a:cubicBezTo>
                <a:lnTo>
                  <a:pt x="9203718" y="3977042"/>
                </a:lnTo>
                <a:cubicBezTo>
                  <a:pt x="9198407" y="3978045"/>
                  <a:pt x="9193078" y="3978986"/>
                  <a:pt x="9187501" y="3978570"/>
                </a:cubicBezTo>
                <a:cubicBezTo>
                  <a:pt x="9156329" y="3984080"/>
                  <a:pt x="9124449" y="3987038"/>
                  <a:pt x="9092074" y="3987561"/>
                </a:cubicBezTo>
                <a:lnTo>
                  <a:pt x="9074956" y="3989174"/>
                </a:lnTo>
                <a:lnTo>
                  <a:pt x="9074930" y="3988683"/>
                </a:lnTo>
                <a:lnTo>
                  <a:pt x="9074431" y="3988716"/>
                </a:lnTo>
                <a:cubicBezTo>
                  <a:pt x="9073865" y="3984944"/>
                  <a:pt x="9073838" y="3981158"/>
                  <a:pt x="9073838" y="3977366"/>
                </a:cubicBezTo>
                <a:cubicBezTo>
                  <a:pt x="9073838" y="3971728"/>
                  <a:pt x="9073897" y="3966104"/>
                  <a:pt x="9075209" y="3960518"/>
                </a:cubicBezTo>
                <a:cubicBezTo>
                  <a:pt x="9075166" y="3929436"/>
                  <a:pt x="9077616" y="3898794"/>
                  <a:pt x="9082673" y="3868787"/>
                </a:cubicBezTo>
                <a:lnTo>
                  <a:pt x="9083213" y="3862150"/>
                </a:lnTo>
                <a:cubicBezTo>
                  <a:pt x="9083382" y="3862145"/>
                  <a:pt x="9083551" y="3862140"/>
                  <a:pt x="9083718" y="3862087"/>
                </a:cubicBezTo>
                <a:cubicBezTo>
                  <a:pt x="9133995" y="3511992"/>
                  <a:pt x="9415034" y="3233421"/>
                  <a:pt x="9773884" y="3174489"/>
                </a:cubicBezTo>
                <a:lnTo>
                  <a:pt x="9774001" y="3173350"/>
                </a:lnTo>
                <a:cubicBezTo>
                  <a:pt x="9779310" y="3172348"/>
                  <a:pt x="9784638" y="3171407"/>
                  <a:pt x="9790214" y="3171823"/>
                </a:cubicBezTo>
                <a:cubicBezTo>
                  <a:pt x="9821397" y="3166310"/>
                  <a:pt x="9853290" y="3163352"/>
                  <a:pt x="9885676" y="3162829"/>
                </a:cubicBezTo>
                <a:close/>
                <a:moveTo>
                  <a:pt x="8224400" y="3161219"/>
                </a:moveTo>
                <a:lnTo>
                  <a:pt x="8241488" y="3162829"/>
                </a:lnTo>
                <a:cubicBezTo>
                  <a:pt x="8273873" y="3163352"/>
                  <a:pt x="8305766" y="3166310"/>
                  <a:pt x="8336949" y="3171823"/>
                </a:cubicBezTo>
                <a:cubicBezTo>
                  <a:pt x="8342525" y="3171407"/>
                  <a:pt x="8347853" y="3172348"/>
                  <a:pt x="8353162" y="3173350"/>
                </a:cubicBezTo>
                <a:lnTo>
                  <a:pt x="8353279" y="3174489"/>
                </a:lnTo>
                <a:cubicBezTo>
                  <a:pt x="8712129" y="3233421"/>
                  <a:pt x="8993168" y="3511992"/>
                  <a:pt x="9043444" y="3862087"/>
                </a:cubicBezTo>
                <a:cubicBezTo>
                  <a:pt x="9043612" y="3862140"/>
                  <a:pt x="9043781" y="3862145"/>
                  <a:pt x="9043950" y="3862150"/>
                </a:cubicBezTo>
                <a:lnTo>
                  <a:pt x="9044490" y="3868787"/>
                </a:lnTo>
                <a:cubicBezTo>
                  <a:pt x="9049547" y="3898794"/>
                  <a:pt x="9051997" y="3929436"/>
                  <a:pt x="9051954" y="3960518"/>
                </a:cubicBezTo>
                <a:cubicBezTo>
                  <a:pt x="9053266" y="3966104"/>
                  <a:pt x="9053325" y="3971728"/>
                  <a:pt x="9053325" y="3977366"/>
                </a:cubicBezTo>
                <a:cubicBezTo>
                  <a:pt x="9053325" y="3981158"/>
                  <a:pt x="9053298" y="3984944"/>
                  <a:pt x="9052732" y="3988716"/>
                </a:cubicBezTo>
                <a:lnTo>
                  <a:pt x="9052233" y="3988683"/>
                </a:lnTo>
                <a:lnTo>
                  <a:pt x="9052207" y="3989174"/>
                </a:lnTo>
                <a:lnTo>
                  <a:pt x="9035089" y="3987561"/>
                </a:lnTo>
                <a:cubicBezTo>
                  <a:pt x="9002714" y="3987038"/>
                  <a:pt x="8970834" y="3984080"/>
                  <a:pt x="8939662" y="3978570"/>
                </a:cubicBezTo>
                <a:cubicBezTo>
                  <a:pt x="8934085" y="3978986"/>
                  <a:pt x="8928756" y="3978045"/>
                  <a:pt x="8923445" y="3977042"/>
                </a:cubicBezTo>
                <a:lnTo>
                  <a:pt x="8923329" y="3975903"/>
                </a:lnTo>
                <a:cubicBezTo>
                  <a:pt x="8564478" y="3916971"/>
                  <a:pt x="8283439" y="3638399"/>
                  <a:pt x="8233164" y="3288305"/>
                </a:cubicBezTo>
                <a:cubicBezTo>
                  <a:pt x="8232996" y="3288253"/>
                  <a:pt x="8232828" y="3288248"/>
                  <a:pt x="8232658" y="3288243"/>
                </a:cubicBezTo>
                <a:lnTo>
                  <a:pt x="8232120" y="3281619"/>
                </a:lnTo>
                <a:cubicBezTo>
                  <a:pt x="8227061" y="3251607"/>
                  <a:pt x="8224611" y="3220958"/>
                  <a:pt x="8224653" y="3189869"/>
                </a:cubicBezTo>
                <a:cubicBezTo>
                  <a:pt x="8223341" y="3184286"/>
                  <a:pt x="8223282" y="3178663"/>
                  <a:pt x="8223282" y="3173027"/>
                </a:cubicBezTo>
                <a:lnTo>
                  <a:pt x="8223876" y="3161677"/>
                </a:lnTo>
                <a:lnTo>
                  <a:pt x="8224374" y="3161709"/>
                </a:lnTo>
                <a:close/>
                <a:moveTo>
                  <a:pt x="8210612" y="3161219"/>
                </a:moveTo>
                <a:lnTo>
                  <a:pt x="8210638" y="3161709"/>
                </a:lnTo>
                <a:lnTo>
                  <a:pt x="8211136" y="3161677"/>
                </a:lnTo>
                <a:lnTo>
                  <a:pt x="8211730" y="3173027"/>
                </a:lnTo>
                <a:cubicBezTo>
                  <a:pt x="8211730" y="3178663"/>
                  <a:pt x="8211672" y="3184286"/>
                  <a:pt x="8210360" y="3189869"/>
                </a:cubicBezTo>
                <a:cubicBezTo>
                  <a:pt x="8210402" y="3220958"/>
                  <a:pt x="8207951" y="3251607"/>
                  <a:pt x="8202893" y="3281619"/>
                </a:cubicBezTo>
                <a:lnTo>
                  <a:pt x="8202354" y="3288243"/>
                </a:lnTo>
                <a:cubicBezTo>
                  <a:pt x="8202185" y="3288248"/>
                  <a:pt x="8202016" y="3288253"/>
                  <a:pt x="8201849" y="3288305"/>
                </a:cubicBezTo>
                <a:cubicBezTo>
                  <a:pt x="8151573" y="3638399"/>
                  <a:pt x="7870534" y="3916971"/>
                  <a:pt x="7511683" y="3975903"/>
                </a:cubicBezTo>
                <a:lnTo>
                  <a:pt x="7511567" y="3977042"/>
                </a:lnTo>
                <a:cubicBezTo>
                  <a:pt x="7506256" y="3978045"/>
                  <a:pt x="7500927" y="3978986"/>
                  <a:pt x="7495350" y="3978570"/>
                </a:cubicBezTo>
                <a:cubicBezTo>
                  <a:pt x="7464178" y="3984080"/>
                  <a:pt x="7432298" y="3987038"/>
                  <a:pt x="7399924" y="3987561"/>
                </a:cubicBezTo>
                <a:lnTo>
                  <a:pt x="7382805" y="3989174"/>
                </a:lnTo>
                <a:lnTo>
                  <a:pt x="7382779" y="3988683"/>
                </a:lnTo>
                <a:lnTo>
                  <a:pt x="7382280" y="3988716"/>
                </a:lnTo>
                <a:cubicBezTo>
                  <a:pt x="7381714" y="3984944"/>
                  <a:pt x="7381687" y="3981158"/>
                  <a:pt x="7381687" y="3977366"/>
                </a:cubicBezTo>
                <a:cubicBezTo>
                  <a:pt x="7381687" y="3971728"/>
                  <a:pt x="7381746" y="3966104"/>
                  <a:pt x="7383058" y="3960518"/>
                </a:cubicBezTo>
                <a:cubicBezTo>
                  <a:pt x="7383016" y="3929436"/>
                  <a:pt x="7385465" y="3898794"/>
                  <a:pt x="7390522" y="3868787"/>
                </a:cubicBezTo>
                <a:lnTo>
                  <a:pt x="7391062" y="3862150"/>
                </a:lnTo>
                <a:cubicBezTo>
                  <a:pt x="7391231" y="3862145"/>
                  <a:pt x="7391400" y="3862140"/>
                  <a:pt x="7391568" y="3862087"/>
                </a:cubicBezTo>
                <a:cubicBezTo>
                  <a:pt x="7441844" y="3511992"/>
                  <a:pt x="7722883" y="3233421"/>
                  <a:pt x="8081734" y="3174489"/>
                </a:cubicBezTo>
                <a:lnTo>
                  <a:pt x="8081851" y="3173350"/>
                </a:lnTo>
                <a:cubicBezTo>
                  <a:pt x="8087159" y="3172348"/>
                  <a:pt x="8092487" y="3171407"/>
                  <a:pt x="8098063" y="3171823"/>
                </a:cubicBezTo>
                <a:cubicBezTo>
                  <a:pt x="8129247" y="3166310"/>
                  <a:pt x="8161139" y="3163352"/>
                  <a:pt x="8193525" y="3162829"/>
                </a:cubicBezTo>
                <a:close/>
                <a:moveTo>
                  <a:pt x="6532249" y="3161219"/>
                </a:moveTo>
                <a:lnTo>
                  <a:pt x="6549337" y="3162829"/>
                </a:lnTo>
                <a:cubicBezTo>
                  <a:pt x="6581722" y="3163352"/>
                  <a:pt x="6613615" y="3166310"/>
                  <a:pt x="6644798" y="3171823"/>
                </a:cubicBezTo>
                <a:cubicBezTo>
                  <a:pt x="6650374" y="3171407"/>
                  <a:pt x="6655702" y="3172348"/>
                  <a:pt x="6661011" y="3173350"/>
                </a:cubicBezTo>
                <a:lnTo>
                  <a:pt x="6661128" y="3174489"/>
                </a:lnTo>
                <a:cubicBezTo>
                  <a:pt x="7019978" y="3233421"/>
                  <a:pt x="7301017" y="3511992"/>
                  <a:pt x="7351294" y="3862087"/>
                </a:cubicBezTo>
                <a:cubicBezTo>
                  <a:pt x="7351461" y="3862140"/>
                  <a:pt x="7351631" y="3862145"/>
                  <a:pt x="7351799" y="3862150"/>
                </a:cubicBezTo>
                <a:lnTo>
                  <a:pt x="7352340" y="3868787"/>
                </a:lnTo>
                <a:cubicBezTo>
                  <a:pt x="7357396" y="3898794"/>
                  <a:pt x="7359846" y="3929436"/>
                  <a:pt x="7359804" y="3960518"/>
                </a:cubicBezTo>
                <a:cubicBezTo>
                  <a:pt x="7361116" y="3966104"/>
                  <a:pt x="7361174" y="3971728"/>
                  <a:pt x="7361174" y="3977366"/>
                </a:cubicBezTo>
                <a:cubicBezTo>
                  <a:pt x="7361174" y="3981158"/>
                  <a:pt x="7361147" y="3984944"/>
                  <a:pt x="7360581" y="3988716"/>
                </a:cubicBezTo>
                <a:lnTo>
                  <a:pt x="7360082" y="3988683"/>
                </a:lnTo>
                <a:lnTo>
                  <a:pt x="7360056" y="3989174"/>
                </a:lnTo>
                <a:lnTo>
                  <a:pt x="7342938" y="3987561"/>
                </a:lnTo>
                <a:cubicBezTo>
                  <a:pt x="7310564" y="3987038"/>
                  <a:pt x="7278683" y="3984080"/>
                  <a:pt x="7247511" y="3978570"/>
                </a:cubicBezTo>
                <a:cubicBezTo>
                  <a:pt x="7241934" y="3978986"/>
                  <a:pt x="7236605" y="3978045"/>
                  <a:pt x="7231295" y="3977042"/>
                </a:cubicBezTo>
                <a:lnTo>
                  <a:pt x="7231179" y="3975903"/>
                </a:lnTo>
                <a:cubicBezTo>
                  <a:pt x="6872327" y="3916971"/>
                  <a:pt x="6591288" y="3638399"/>
                  <a:pt x="6541013" y="3288305"/>
                </a:cubicBezTo>
                <a:cubicBezTo>
                  <a:pt x="6540845" y="3288253"/>
                  <a:pt x="6540677" y="3288248"/>
                  <a:pt x="6540507" y="3288243"/>
                </a:cubicBezTo>
                <a:lnTo>
                  <a:pt x="6539969" y="3281619"/>
                </a:lnTo>
                <a:cubicBezTo>
                  <a:pt x="6534910" y="3251607"/>
                  <a:pt x="6532460" y="3220958"/>
                  <a:pt x="6532502" y="3189869"/>
                </a:cubicBezTo>
                <a:cubicBezTo>
                  <a:pt x="6531190" y="3184286"/>
                  <a:pt x="6531131" y="3178663"/>
                  <a:pt x="6531131" y="3173027"/>
                </a:cubicBezTo>
                <a:lnTo>
                  <a:pt x="6531725" y="3161677"/>
                </a:lnTo>
                <a:lnTo>
                  <a:pt x="6532223" y="3161709"/>
                </a:lnTo>
                <a:close/>
                <a:moveTo>
                  <a:pt x="6518461" y="3161219"/>
                </a:moveTo>
                <a:lnTo>
                  <a:pt x="6518487" y="3161709"/>
                </a:lnTo>
                <a:lnTo>
                  <a:pt x="6518985" y="3161677"/>
                </a:lnTo>
                <a:lnTo>
                  <a:pt x="6519579" y="3173027"/>
                </a:lnTo>
                <a:cubicBezTo>
                  <a:pt x="6519579" y="3178663"/>
                  <a:pt x="6519520" y="3184286"/>
                  <a:pt x="6518208" y="3189869"/>
                </a:cubicBezTo>
                <a:cubicBezTo>
                  <a:pt x="6518250" y="3220958"/>
                  <a:pt x="6515800" y="3251607"/>
                  <a:pt x="6510741" y="3281619"/>
                </a:cubicBezTo>
                <a:lnTo>
                  <a:pt x="6510203" y="3288243"/>
                </a:lnTo>
                <a:cubicBezTo>
                  <a:pt x="6510033" y="3288248"/>
                  <a:pt x="6509865" y="3288253"/>
                  <a:pt x="6509697" y="3288305"/>
                </a:cubicBezTo>
                <a:cubicBezTo>
                  <a:pt x="6459422" y="3638399"/>
                  <a:pt x="6178383" y="3916971"/>
                  <a:pt x="5819531" y="3975903"/>
                </a:cubicBezTo>
                <a:lnTo>
                  <a:pt x="5819415" y="3977042"/>
                </a:lnTo>
                <a:cubicBezTo>
                  <a:pt x="5814105" y="3978045"/>
                  <a:pt x="5808776" y="3978986"/>
                  <a:pt x="5803199" y="3978570"/>
                </a:cubicBezTo>
                <a:cubicBezTo>
                  <a:pt x="5772027" y="3984080"/>
                  <a:pt x="5740146" y="3987038"/>
                  <a:pt x="5707772" y="3987561"/>
                </a:cubicBezTo>
                <a:lnTo>
                  <a:pt x="5690654" y="3989174"/>
                </a:lnTo>
                <a:lnTo>
                  <a:pt x="5690628" y="3988683"/>
                </a:lnTo>
                <a:lnTo>
                  <a:pt x="5690129" y="3988716"/>
                </a:lnTo>
                <a:cubicBezTo>
                  <a:pt x="5689563" y="3984944"/>
                  <a:pt x="5689536" y="3981158"/>
                  <a:pt x="5689536" y="3977366"/>
                </a:cubicBezTo>
                <a:cubicBezTo>
                  <a:pt x="5689536" y="3971728"/>
                  <a:pt x="5689594" y="3966104"/>
                  <a:pt x="5690906" y="3960518"/>
                </a:cubicBezTo>
                <a:cubicBezTo>
                  <a:pt x="5690864" y="3929436"/>
                  <a:pt x="5693314" y="3898794"/>
                  <a:pt x="5698370" y="3868787"/>
                </a:cubicBezTo>
                <a:lnTo>
                  <a:pt x="5698911" y="3862150"/>
                </a:lnTo>
                <a:cubicBezTo>
                  <a:pt x="5699079" y="3862145"/>
                  <a:pt x="5699249" y="3862140"/>
                  <a:pt x="5699416" y="3862087"/>
                </a:cubicBezTo>
                <a:cubicBezTo>
                  <a:pt x="5749693" y="3511992"/>
                  <a:pt x="6030732" y="3233421"/>
                  <a:pt x="6389582" y="3174489"/>
                </a:cubicBezTo>
                <a:lnTo>
                  <a:pt x="6389699" y="3173350"/>
                </a:lnTo>
                <a:cubicBezTo>
                  <a:pt x="6395008" y="3172348"/>
                  <a:pt x="6400336" y="3171407"/>
                  <a:pt x="6405912" y="3171823"/>
                </a:cubicBezTo>
                <a:cubicBezTo>
                  <a:pt x="6437095" y="3166310"/>
                  <a:pt x="6468988" y="3163352"/>
                  <a:pt x="6501373" y="3162829"/>
                </a:cubicBezTo>
                <a:close/>
                <a:moveTo>
                  <a:pt x="4840098" y="3161219"/>
                </a:moveTo>
                <a:lnTo>
                  <a:pt x="4857185" y="3162829"/>
                </a:lnTo>
                <a:cubicBezTo>
                  <a:pt x="4889571" y="3163352"/>
                  <a:pt x="4921463" y="3166310"/>
                  <a:pt x="4952647" y="3171823"/>
                </a:cubicBezTo>
                <a:cubicBezTo>
                  <a:pt x="4958223" y="3171407"/>
                  <a:pt x="4963551" y="3172348"/>
                  <a:pt x="4968859" y="3173350"/>
                </a:cubicBezTo>
                <a:lnTo>
                  <a:pt x="4968976" y="3174489"/>
                </a:lnTo>
                <a:cubicBezTo>
                  <a:pt x="5327827" y="3233421"/>
                  <a:pt x="5608866" y="3511992"/>
                  <a:pt x="5659142" y="3862087"/>
                </a:cubicBezTo>
                <a:cubicBezTo>
                  <a:pt x="5659310" y="3862140"/>
                  <a:pt x="5659479" y="3862145"/>
                  <a:pt x="5659648" y="3862150"/>
                </a:cubicBezTo>
                <a:lnTo>
                  <a:pt x="5660188" y="3868787"/>
                </a:lnTo>
                <a:cubicBezTo>
                  <a:pt x="5665245" y="3898794"/>
                  <a:pt x="5667694" y="3929436"/>
                  <a:pt x="5667652" y="3960518"/>
                </a:cubicBezTo>
                <a:cubicBezTo>
                  <a:pt x="5668964" y="3966104"/>
                  <a:pt x="5669023" y="3971728"/>
                  <a:pt x="5669023" y="3977366"/>
                </a:cubicBezTo>
                <a:cubicBezTo>
                  <a:pt x="5669023" y="3981158"/>
                  <a:pt x="5668996" y="3984944"/>
                  <a:pt x="5668430" y="3988716"/>
                </a:cubicBezTo>
                <a:lnTo>
                  <a:pt x="5667931" y="3988683"/>
                </a:lnTo>
                <a:lnTo>
                  <a:pt x="5667905" y="3989174"/>
                </a:lnTo>
                <a:lnTo>
                  <a:pt x="5650786" y="3987561"/>
                </a:lnTo>
                <a:cubicBezTo>
                  <a:pt x="5618412" y="3987038"/>
                  <a:pt x="5586532" y="3984080"/>
                  <a:pt x="5555360" y="3978570"/>
                </a:cubicBezTo>
                <a:cubicBezTo>
                  <a:pt x="5549783" y="3978986"/>
                  <a:pt x="5544454" y="3978045"/>
                  <a:pt x="5539143" y="3977042"/>
                </a:cubicBezTo>
                <a:lnTo>
                  <a:pt x="5539027" y="3975903"/>
                </a:lnTo>
                <a:cubicBezTo>
                  <a:pt x="5180176" y="3916971"/>
                  <a:pt x="4899137" y="3638399"/>
                  <a:pt x="4848861" y="3288305"/>
                </a:cubicBezTo>
                <a:cubicBezTo>
                  <a:pt x="4848694" y="3288253"/>
                  <a:pt x="4848525" y="3288248"/>
                  <a:pt x="4848356" y="3288243"/>
                </a:cubicBezTo>
                <a:lnTo>
                  <a:pt x="4847817" y="3281619"/>
                </a:lnTo>
                <a:cubicBezTo>
                  <a:pt x="4842759" y="3251607"/>
                  <a:pt x="4840308" y="3220958"/>
                  <a:pt x="4840350" y="3189869"/>
                </a:cubicBezTo>
                <a:cubicBezTo>
                  <a:pt x="4839038" y="3184286"/>
                  <a:pt x="4838980" y="3178663"/>
                  <a:pt x="4838980" y="3173027"/>
                </a:cubicBezTo>
                <a:lnTo>
                  <a:pt x="4839574" y="3161677"/>
                </a:lnTo>
                <a:lnTo>
                  <a:pt x="4840072" y="3161709"/>
                </a:lnTo>
                <a:close/>
                <a:moveTo>
                  <a:pt x="4826310" y="3161219"/>
                </a:moveTo>
                <a:lnTo>
                  <a:pt x="4826336" y="3161709"/>
                </a:lnTo>
                <a:lnTo>
                  <a:pt x="4826834" y="3161677"/>
                </a:lnTo>
                <a:lnTo>
                  <a:pt x="4827428" y="3173027"/>
                </a:lnTo>
                <a:cubicBezTo>
                  <a:pt x="4827428" y="3178663"/>
                  <a:pt x="4827369" y="3184286"/>
                  <a:pt x="4826057" y="3189869"/>
                </a:cubicBezTo>
                <a:cubicBezTo>
                  <a:pt x="4826099" y="3220958"/>
                  <a:pt x="4823649" y="3251607"/>
                  <a:pt x="4818590" y="3281619"/>
                </a:cubicBezTo>
                <a:lnTo>
                  <a:pt x="4818052" y="3288243"/>
                </a:lnTo>
                <a:cubicBezTo>
                  <a:pt x="4817882" y="3288248"/>
                  <a:pt x="4817714" y="3288253"/>
                  <a:pt x="4817546" y="3288305"/>
                </a:cubicBezTo>
                <a:cubicBezTo>
                  <a:pt x="4767271" y="3638399"/>
                  <a:pt x="4486232" y="3916971"/>
                  <a:pt x="4127381" y="3975903"/>
                </a:cubicBezTo>
                <a:lnTo>
                  <a:pt x="4127264" y="3977042"/>
                </a:lnTo>
                <a:cubicBezTo>
                  <a:pt x="4121954" y="3978045"/>
                  <a:pt x="4116625" y="3978986"/>
                  <a:pt x="4111048" y="3978570"/>
                </a:cubicBezTo>
                <a:cubicBezTo>
                  <a:pt x="4079876" y="3984080"/>
                  <a:pt x="4047996" y="3987038"/>
                  <a:pt x="4015621" y="3987561"/>
                </a:cubicBezTo>
                <a:lnTo>
                  <a:pt x="3998503" y="3989174"/>
                </a:lnTo>
                <a:lnTo>
                  <a:pt x="3998477" y="3988683"/>
                </a:lnTo>
                <a:lnTo>
                  <a:pt x="3997978" y="3988716"/>
                </a:lnTo>
                <a:cubicBezTo>
                  <a:pt x="3997412" y="3984944"/>
                  <a:pt x="3997385" y="3981158"/>
                  <a:pt x="3997385" y="3977366"/>
                </a:cubicBezTo>
                <a:cubicBezTo>
                  <a:pt x="3997385" y="3971728"/>
                  <a:pt x="3997443" y="3966104"/>
                  <a:pt x="3998755" y="3960518"/>
                </a:cubicBezTo>
                <a:cubicBezTo>
                  <a:pt x="3998713" y="3929436"/>
                  <a:pt x="4001163" y="3898794"/>
                  <a:pt x="4006219" y="3868787"/>
                </a:cubicBezTo>
                <a:lnTo>
                  <a:pt x="4006760" y="3862150"/>
                </a:lnTo>
                <a:cubicBezTo>
                  <a:pt x="4006928" y="3862145"/>
                  <a:pt x="4007098" y="3862140"/>
                  <a:pt x="4007265" y="3862087"/>
                </a:cubicBezTo>
                <a:cubicBezTo>
                  <a:pt x="4057542" y="3511992"/>
                  <a:pt x="4338581" y="3233421"/>
                  <a:pt x="4697431" y="3174489"/>
                </a:cubicBezTo>
                <a:lnTo>
                  <a:pt x="4697548" y="3173350"/>
                </a:lnTo>
                <a:cubicBezTo>
                  <a:pt x="4702857" y="3172348"/>
                  <a:pt x="4708185" y="3171407"/>
                  <a:pt x="4713761" y="3171823"/>
                </a:cubicBezTo>
                <a:cubicBezTo>
                  <a:pt x="4744944" y="3166310"/>
                  <a:pt x="4776837" y="3163352"/>
                  <a:pt x="4809222" y="3162829"/>
                </a:cubicBezTo>
                <a:close/>
                <a:moveTo>
                  <a:pt x="3147947" y="3161219"/>
                </a:moveTo>
                <a:lnTo>
                  <a:pt x="3165034" y="3162829"/>
                </a:lnTo>
                <a:cubicBezTo>
                  <a:pt x="3197420" y="3163352"/>
                  <a:pt x="3229312" y="3166310"/>
                  <a:pt x="3260496" y="3171823"/>
                </a:cubicBezTo>
                <a:cubicBezTo>
                  <a:pt x="3266072" y="3171407"/>
                  <a:pt x="3271400" y="3172348"/>
                  <a:pt x="3276708" y="3173350"/>
                </a:cubicBezTo>
                <a:lnTo>
                  <a:pt x="3276826" y="3174489"/>
                </a:lnTo>
                <a:cubicBezTo>
                  <a:pt x="3635676" y="3233421"/>
                  <a:pt x="3916715" y="3511992"/>
                  <a:pt x="3966991" y="3862087"/>
                </a:cubicBezTo>
                <a:cubicBezTo>
                  <a:pt x="3967159" y="3862140"/>
                  <a:pt x="3967328" y="3862145"/>
                  <a:pt x="3967497" y="3862150"/>
                </a:cubicBezTo>
                <a:lnTo>
                  <a:pt x="3968037" y="3868787"/>
                </a:lnTo>
                <a:cubicBezTo>
                  <a:pt x="3973094" y="3898794"/>
                  <a:pt x="3975543" y="3929436"/>
                  <a:pt x="3975501" y="3960518"/>
                </a:cubicBezTo>
                <a:cubicBezTo>
                  <a:pt x="3976813" y="3966104"/>
                  <a:pt x="3976872" y="3971728"/>
                  <a:pt x="3976872" y="3977366"/>
                </a:cubicBezTo>
                <a:cubicBezTo>
                  <a:pt x="3976872" y="3981158"/>
                  <a:pt x="3976845" y="3984944"/>
                  <a:pt x="3976279" y="3988716"/>
                </a:cubicBezTo>
                <a:lnTo>
                  <a:pt x="3975780" y="3988683"/>
                </a:lnTo>
                <a:lnTo>
                  <a:pt x="3975754" y="3989174"/>
                </a:lnTo>
                <a:lnTo>
                  <a:pt x="3958635" y="3987561"/>
                </a:lnTo>
                <a:cubicBezTo>
                  <a:pt x="3926261" y="3987038"/>
                  <a:pt x="3894381" y="3984080"/>
                  <a:pt x="3863209" y="3978570"/>
                </a:cubicBezTo>
                <a:cubicBezTo>
                  <a:pt x="3857632" y="3978986"/>
                  <a:pt x="3852303" y="3978045"/>
                  <a:pt x="3846992" y="3977042"/>
                </a:cubicBezTo>
                <a:lnTo>
                  <a:pt x="3846876" y="3975903"/>
                </a:lnTo>
                <a:cubicBezTo>
                  <a:pt x="3488025" y="3916971"/>
                  <a:pt x="3206986" y="3638399"/>
                  <a:pt x="3156710" y="3288305"/>
                </a:cubicBezTo>
                <a:cubicBezTo>
                  <a:pt x="3156543" y="3288253"/>
                  <a:pt x="3156374" y="3288248"/>
                  <a:pt x="3156205" y="3288243"/>
                </a:cubicBezTo>
                <a:lnTo>
                  <a:pt x="3155667" y="3281619"/>
                </a:lnTo>
                <a:cubicBezTo>
                  <a:pt x="3150608" y="3251607"/>
                  <a:pt x="3148157" y="3220958"/>
                  <a:pt x="3148199" y="3189869"/>
                </a:cubicBezTo>
                <a:cubicBezTo>
                  <a:pt x="3146887" y="3184286"/>
                  <a:pt x="3146829" y="3178663"/>
                  <a:pt x="3146829" y="3173027"/>
                </a:cubicBezTo>
                <a:lnTo>
                  <a:pt x="3147423" y="3161677"/>
                </a:lnTo>
                <a:lnTo>
                  <a:pt x="3147921" y="3161709"/>
                </a:lnTo>
                <a:close/>
                <a:moveTo>
                  <a:pt x="3134159" y="3161219"/>
                </a:moveTo>
                <a:lnTo>
                  <a:pt x="3134185" y="3161709"/>
                </a:lnTo>
                <a:lnTo>
                  <a:pt x="3134683" y="3161677"/>
                </a:lnTo>
                <a:lnTo>
                  <a:pt x="3135277" y="3173027"/>
                </a:lnTo>
                <a:cubicBezTo>
                  <a:pt x="3135277" y="3178663"/>
                  <a:pt x="3135218" y="3184286"/>
                  <a:pt x="3133906" y="3189869"/>
                </a:cubicBezTo>
                <a:cubicBezTo>
                  <a:pt x="3133948" y="3220958"/>
                  <a:pt x="3131498" y="3251607"/>
                  <a:pt x="3126439" y="3281619"/>
                </a:cubicBezTo>
                <a:lnTo>
                  <a:pt x="3125901" y="3288243"/>
                </a:lnTo>
                <a:cubicBezTo>
                  <a:pt x="3125731" y="3288248"/>
                  <a:pt x="3125563" y="3288253"/>
                  <a:pt x="3125395" y="3288305"/>
                </a:cubicBezTo>
                <a:cubicBezTo>
                  <a:pt x="3075120" y="3638399"/>
                  <a:pt x="2794081" y="3916971"/>
                  <a:pt x="2435230" y="3975903"/>
                </a:cubicBezTo>
                <a:lnTo>
                  <a:pt x="2435113" y="3977042"/>
                </a:lnTo>
                <a:cubicBezTo>
                  <a:pt x="2429803" y="3978045"/>
                  <a:pt x="2424474" y="3978986"/>
                  <a:pt x="2418897" y="3978570"/>
                </a:cubicBezTo>
                <a:cubicBezTo>
                  <a:pt x="2387725" y="3984080"/>
                  <a:pt x="2355845" y="3987038"/>
                  <a:pt x="2323470" y="3987561"/>
                </a:cubicBezTo>
                <a:lnTo>
                  <a:pt x="2306352" y="3989174"/>
                </a:lnTo>
                <a:lnTo>
                  <a:pt x="2306326" y="3988683"/>
                </a:lnTo>
                <a:lnTo>
                  <a:pt x="2305827" y="3988716"/>
                </a:lnTo>
                <a:cubicBezTo>
                  <a:pt x="2305261" y="3984944"/>
                  <a:pt x="2305234" y="3981158"/>
                  <a:pt x="2305234" y="3977366"/>
                </a:cubicBezTo>
                <a:cubicBezTo>
                  <a:pt x="2305234" y="3971728"/>
                  <a:pt x="2305292" y="3966104"/>
                  <a:pt x="2306604" y="3960518"/>
                </a:cubicBezTo>
                <a:cubicBezTo>
                  <a:pt x="2306562" y="3929436"/>
                  <a:pt x="2309012" y="3898794"/>
                  <a:pt x="2314068" y="3868787"/>
                </a:cubicBezTo>
                <a:lnTo>
                  <a:pt x="2314609" y="3862150"/>
                </a:lnTo>
                <a:cubicBezTo>
                  <a:pt x="2314777" y="3862145"/>
                  <a:pt x="2314947" y="3862140"/>
                  <a:pt x="2315114" y="3862087"/>
                </a:cubicBezTo>
                <a:cubicBezTo>
                  <a:pt x="2365391" y="3511992"/>
                  <a:pt x="2646430" y="3233421"/>
                  <a:pt x="3005280" y="3174489"/>
                </a:cubicBezTo>
                <a:lnTo>
                  <a:pt x="3005397" y="3173350"/>
                </a:lnTo>
                <a:cubicBezTo>
                  <a:pt x="3010706" y="3172348"/>
                  <a:pt x="3016034" y="3171407"/>
                  <a:pt x="3021610" y="3171823"/>
                </a:cubicBezTo>
                <a:cubicBezTo>
                  <a:pt x="3052793" y="3166310"/>
                  <a:pt x="3084686" y="3163352"/>
                  <a:pt x="3117071" y="3162829"/>
                </a:cubicBezTo>
                <a:close/>
                <a:moveTo>
                  <a:pt x="1455796" y="3161219"/>
                </a:moveTo>
                <a:lnTo>
                  <a:pt x="1472883" y="3162829"/>
                </a:lnTo>
                <a:cubicBezTo>
                  <a:pt x="1505269" y="3163352"/>
                  <a:pt x="1537161" y="3166310"/>
                  <a:pt x="1568345" y="3171823"/>
                </a:cubicBezTo>
                <a:cubicBezTo>
                  <a:pt x="1573921" y="3171407"/>
                  <a:pt x="1579249" y="3172348"/>
                  <a:pt x="1584557" y="3173350"/>
                </a:cubicBezTo>
                <a:lnTo>
                  <a:pt x="1584675" y="3174489"/>
                </a:lnTo>
                <a:cubicBezTo>
                  <a:pt x="1943525" y="3233421"/>
                  <a:pt x="2224564" y="3511992"/>
                  <a:pt x="2274840" y="3862087"/>
                </a:cubicBezTo>
                <a:cubicBezTo>
                  <a:pt x="2275008" y="3862140"/>
                  <a:pt x="2275177" y="3862145"/>
                  <a:pt x="2275346" y="3862150"/>
                </a:cubicBezTo>
                <a:lnTo>
                  <a:pt x="2275886" y="3868787"/>
                </a:lnTo>
                <a:cubicBezTo>
                  <a:pt x="2280943" y="3898794"/>
                  <a:pt x="2283392" y="3929436"/>
                  <a:pt x="2283350" y="3960518"/>
                </a:cubicBezTo>
                <a:cubicBezTo>
                  <a:pt x="2284662" y="3966104"/>
                  <a:pt x="2284721" y="3971728"/>
                  <a:pt x="2284721" y="3977366"/>
                </a:cubicBezTo>
                <a:cubicBezTo>
                  <a:pt x="2284721" y="3981158"/>
                  <a:pt x="2284694" y="3984944"/>
                  <a:pt x="2284128" y="3988716"/>
                </a:cubicBezTo>
                <a:lnTo>
                  <a:pt x="2283629" y="3988683"/>
                </a:lnTo>
                <a:lnTo>
                  <a:pt x="2283603" y="3989174"/>
                </a:lnTo>
                <a:lnTo>
                  <a:pt x="2266484" y="3987561"/>
                </a:lnTo>
                <a:cubicBezTo>
                  <a:pt x="2234110" y="3987038"/>
                  <a:pt x="2202230" y="3984080"/>
                  <a:pt x="2171058" y="3978570"/>
                </a:cubicBezTo>
                <a:cubicBezTo>
                  <a:pt x="2165481" y="3978986"/>
                  <a:pt x="2160152" y="3978045"/>
                  <a:pt x="2154841" y="3977042"/>
                </a:cubicBezTo>
                <a:lnTo>
                  <a:pt x="2154725" y="3975903"/>
                </a:lnTo>
                <a:cubicBezTo>
                  <a:pt x="1795874" y="3916971"/>
                  <a:pt x="1514835" y="3638399"/>
                  <a:pt x="1464559" y="3288305"/>
                </a:cubicBezTo>
                <a:cubicBezTo>
                  <a:pt x="1464392" y="3288253"/>
                  <a:pt x="1464223" y="3288248"/>
                  <a:pt x="1464054" y="3288243"/>
                </a:cubicBezTo>
                <a:lnTo>
                  <a:pt x="1463515" y="3281619"/>
                </a:lnTo>
                <a:cubicBezTo>
                  <a:pt x="1458457" y="3251607"/>
                  <a:pt x="1456006" y="3220958"/>
                  <a:pt x="1456048" y="3189869"/>
                </a:cubicBezTo>
                <a:cubicBezTo>
                  <a:pt x="1454736" y="3184286"/>
                  <a:pt x="1454678" y="3178663"/>
                  <a:pt x="1454678" y="3173027"/>
                </a:cubicBezTo>
                <a:lnTo>
                  <a:pt x="1455272" y="3161677"/>
                </a:lnTo>
                <a:lnTo>
                  <a:pt x="1455770" y="3161709"/>
                </a:lnTo>
                <a:close/>
                <a:moveTo>
                  <a:pt x="1442008" y="3161219"/>
                </a:moveTo>
                <a:lnTo>
                  <a:pt x="1442034" y="3161709"/>
                </a:lnTo>
                <a:lnTo>
                  <a:pt x="1442532" y="3161677"/>
                </a:lnTo>
                <a:lnTo>
                  <a:pt x="1443126" y="3173027"/>
                </a:lnTo>
                <a:cubicBezTo>
                  <a:pt x="1443126" y="3178663"/>
                  <a:pt x="1443067" y="3184286"/>
                  <a:pt x="1441755" y="3189869"/>
                </a:cubicBezTo>
                <a:cubicBezTo>
                  <a:pt x="1441797" y="3220958"/>
                  <a:pt x="1439347" y="3251607"/>
                  <a:pt x="1434288" y="3281619"/>
                </a:cubicBezTo>
                <a:lnTo>
                  <a:pt x="1433750" y="3288243"/>
                </a:lnTo>
                <a:cubicBezTo>
                  <a:pt x="1433580" y="3288248"/>
                  <a:pt x="1433412" y="3288253"/>
                  <a:pt x="1433244" y="3288305"/>
                </a:cubicBezTo>
                <a:cubicBezTo>
                  <a:pt x="1382969" y="3638399"/>
                  <a:pt x="1101930" y="3916971"/>
                  <a:pt x="743079" y="3975903"/>
                </a:cubicBezTo>
                <a:lnTo>
                  <a:pt x="742962" y="3977042"/>
                </a:lnTo>
                <a:cubicBezTo>
                  <a:pt x="737652" y="3978045"/>
                  <a:pt x="732323" y="3978986"/>
                  <a:pt x="726746" y="3978570"/>
                </a:cubicBezTo>
                <a:cubicBezTo>
                  <a:pt x="695574" y="3984080"/>
                  <a:pt x="663693" y="3987038"/>
                  <a:pt x="631319" y="3987561"/>
                </a:cubicBezTo>
                <a:lnTo>
                  <a:pt x="614201" y="3989174"/>
                </a:lnTo>
                <a:lnTo>
                  <a:pt x="614175" y="3988683"/>
                </a:lnTo>
                <a:lnTo>
                  <a:pt x="613676" y="3988716"/>
                </a:lnTo>
                <a:cubicBezTo>
                  <a:pt x="613110" y="3984944"/>
                  <a:pt x="613083" y="3981158"/>
                  <a:pt x="613083" y="3977366"/>
                </a:cubicBezTo>
                <a:cubicBezTo>
                  <a:pt x="613083" y="3971728"/>
                  <a:pt x="613141" y="3966104"/>
                  <a:pt x="614453" y="3960518"/>
                </a:cubicBezTo>
                <a:cubicBezTo>
                  <a:pt x="614411" y="3929436"/>
                  <a:pt x="616861" y="3898794"/>
                  <a:pt x="621917" y="3868787"/>
                </a:cubicBezTo>
                <a:lnTo>
                  <a:pt x="622458" y="3862150"/>
                </a:lnTo>
                <a:cubicBezTo>
                  <a:pt x="622626" y="3862145"/>
                  <a:pt x="622796" y="3862140"/>
                  <a:pt x="622963" y="3862087"/>
                </a:cubicBezTo>
                <a:cubicBezTo>
                  <a:pt x="673240" y="3511992"/>
                  <a:pt x="954279" y="3233421"/>
                  <a:pt x="1313129" y="3174489"/>
                </a:cubicBezTo>
                <a:lnTo>
                  <a:pt x="1313246" y="3173350"/>
                </a:lnTo>
                <a:cubicBezTo>
                  <a:pt x="1318555" y="3172348"/>
                  <a:pt x="1323883" y="3171407"/>
                  <a:pt x="1329459" y="3171823"/>
                </a:cubicBezTo>
                <a:cubicBezTo>
                  <a:pt x="1360642" y="3166310"/>
                  <a:pt x="1392535" y="3163352"/>
                  <a:pt x="1424920" y="3162829"/>
                </a:cubicBezTo>
                <a:close/>
                <a:moveTo>
                  <a:pt x="10909360" y="2447425"/>
                </a:moveTo>
                <a:cubicBezTo>
                  <a:pt x="10962636" y="2718331"/>
                  <a:pt x="11177479" y="2933128"/>
                  <a:pt x="11452669" y="2992271"/>
                </a:cubicBezTo>
                <a:cubicBezTo>
                  <a:pt x="11399394" y="2721365"/>
                  <a:pt x="11184550" y="2506568"/>
                  <a:pt x="10909360" y="2447425"/>
                </a:cubicBezTo>
                <a:close/>
                <a:moveTo>
                  <a:pt x="10602109" y="2447425"/>
                </a:moveTo>
                <a:cubicBezTo>
                  <a:pt x="10326919" y="2506568"/>
                  <a:pt x="10112075" y="2721365"/>
                  <a:pt x="10058800" y="2992271"/>
                </a:cubicBezTo>
                <a:cubicBezTo>
                  <a:pt x="10333990" y="2933128"/>
                  <a:pt x="10548833" y="2718331"/>
                  <a:pt x="10602109" y="2447425"/>
                </a:cubicBezTo>
                <a:close/>
                <a:moveTo>
                  <a:pt x="9217207" y="2447425"/>
                </a:moveTo>
                <a:cubicBezTo>
                  <a:pt x="9270483" y="2718331"/>
                  <a:pt x="9485326" y="2933128"/>
                  <a:pt x="9760516" y="2992271"/>
                </a:cubicBezTo>
                <a:cubicBezTo>
                  <a:pt x="9707241" y="2721365"/>
                  <a:pt x="9492397" y="2506568"/>
                  <a:pt x="9217207" y="2447425"/>
                </a:cubicBezTo>
                <a:close/>
                <a:moveTo>
                  <a:pt x="8909958" y="2447425"/>
                </a:moveTo>
                <a:cubicBezTo>
                  <a:pt x="8634768" y="2506568"/>
                  <a:pt x="8419924" y="2721365"/>
                  <a:pt x="8366649" y="2992271"/>
                </a:cubicBezTo>
                <a:cubicBezTo>
                  <a:pt x="8641839" y="2933128"/>
                  <a:pt x="8856682" y="2718331"/>
                  <a:pt x="8909958" y="2447425"/>
                </a:cubicBezTo>
                <a:close/>
                <a:moveTo>
                  <a:pt x="7525056" y="2447425"/>
                </a:moveTo>
                <a:cubicBezTo>
                  <a:pt x="7578332" y="2718331"/>
                  <a:pt x="7793175" y="2933128"/>
                  <a:pt x="8068365" y="2992271"/>
                </a:cubicBezTo>
                <a:cubicBezTo>
                  <a:pt x="8015090" y="2721365"/>
                  <a:pt x="7800246" y="2506568"/>
                  <a:pt x="7525056" y="2447425"/>
                </a:cubicBezTo>
                <a:close/>
                <a:moveTo>
                  <a:pt x="7217807" y="2447425"/>
                </a:moveTo>
                <a:cubicBezTo>
                  <a:pt x="6942617" y="2506568"/>
                  <a:pt x="6727773" y="2721365"/>
                  <a:pt x="6674498" y="2992271"/>
                </a:cubicBezTo>
                <a:cubicBezTo>
                  <a:pt x="6949688" y="2933128"/>
                  <a:pt x="7164531" y="2718331"/>
                  <a:pt x="7217807" y="2447425"/>
                </a:cubicBezTo>
                <a:close/>
                <a:moveTo>
                  <a:pt x="5832905" y="2447425"/>
                </a:moveTo>
                <a:cubicBezTo>
                  <a:pt x="5886181" y="2718331"/>
                  <a:pt x="6101024" y="2933128"/>
                  <a:pt x="6376214" y="2992271"/>
                </a:cubicBezTo>
                <a:cubicBezTo>
                  <a:pt x="6322939" y="2721365"/>
                  <a:pt x="6108095" y="2506568"/>
                  <a:pt x="5832905" y="2447425"/>
                </a:cubicBezTo>
                <a:close/>
                <a:moveTo>
                  <a:pt x="5525656" y="2447425"/>
                </a:moveTo>
                <a:cubicBezTo>
                  <a:pt x="5250466" y="2506568"/>
                  <a:pt x="5035622" y="2721365"/>
                  <a:pt x="4982347" y="2992271"/>
                </a:cubicBezTo>
                <a:cubicBezTo>
                  <a:pt x="5257537" y="2933128"/>
                  <a:pt x="5472380" y="2718331"/>
                  <a:pt x="5525656" y="2447425"/>
                </a:cubicBezTo>
                <a:close/>
                <a:moveTo>
                  <a:pt x="4140754" y="2447425"/>
                </a:moveTo>
                <a:cubicBezTo>
                  <a:pt x="4194030" y="2718331"/>
                  <a:pt x="4408873" y="2933128"/>
                  <a:pt x="4684063" y="2992271"/>
                </a:cubicBezTo>
                <a:cubicBezTo>
                  <a:pt x="4630788" y="2721365"/>
                  <a:pt x="4415944" y="2506568"/>
                  <a:pt x="4140754" y="2447425"/>
                </a:cubicBezTo>
                <a:close/>
                <a:moveTo>
                  <a:pt x="3833505" y="2447425"/>
                </a:moveTo>
                <a:cubicBezTo>
                  <a:pt x="3558315" y="2506568"/>
                  <a:pt x="3343471" y="2721365"/>
                  <a:pt x="3290196" y="2992271"/>
                </a:cubicBezTo>
                <a:cubicBezTo>
                  <a:pt x="3565386" y="2933128"/>
                  <a:pt x="3780229" y="2718331"/>
                  <a:pt x="3833505" y="2447425"/>
                </a:cubicBezTo>
                <a:close/>
                <a:moveTo>
                  <a:pt x="2448603" y="2447425"/>
                </a:moveTo>
                <a:cubicBezTo>
                  <a:pt x="2501879" y="2718331"/>
                  <a:pt x="2716722" y="2933128"/>
                  <a:pt x="2991912" y="2992271"/>
                </a:cubicBezTo>
                <a:cubicBezTo>
                  <a:pt x="2938637" y="2721365"/>
                  <a:pt x="2723793" y="2506568"/>
                  <a:pt x="2448603" y="2447425"/>
                </a:cubicBezTo>
                <a:close/>
                <a:moveTo>
                  <a:pt x="2141354" y="2447425"/>
                </a:moveTo>
                <a:cubicBezTo>
                  <a:pt x="1866164" y="2506568"/>
                  <a:pt x="1651320" y="2721365"/>
                  <a:pt x="1598045" y="2992271"/>
                </a:cubicBezTo>
                <a:cubicBezTo>
                  <a:pt x="1873235" y="2933128"/>
                  <a:pt x="2088078" y="2718331"/>
                  <a:pt x="2141354" y="2447425"/>
                </a:cubicBezTo>
                <a:close/>
                <a:moveTo>
                  <a:pt x="756452" y="2447425"/>
                </a:moveTo>
                <a:cubicBezTo>
                  <a:pt x="809728" y="2718331"/>
                  <a:pt x="1024571" y="2933128"/>
                  <a:pt x="1299761" y="2992271"/>
                </a:cubicBezTo>
                <a:cubicBezTo>
                  <a:pt x="1246486" y="2721365"/>
                  <a:pt x="1031642" y="2506568"/>
                  <a:pt x="756452" y="2447425"/>
                </a:cubicBezTo>
                <a:close/>
                <a:moveTo>
                  <a:pt x="12192000" y="2344615"/>
                </a:moveTo>
                <a:lnTo>
                  <a:pt x="12192000" y="2477663"/>
                </a:lnTo>
                <a:cubicBezTo>
                  <a:pt x="11966807" y="2562375"/>
                  <a:pt x="11797421" y="2755980"/>
                  <a:pt x="11750953" y="2992271"/>
                </a:cubicBezTo>
                <a:cubicBezTo>
                  <a:pt x="11935988" y="2952504"/>
                  <a:pt x="12093739" y="2842365"/>
                  <a:pt x="12192000" y="2691161"/>
                </a:cubicBezTo>
                <a:lnTo>
                  <a:pt x="12192000" y="2892735"/>
                </a:lnTo>
                <a:cubicBezTo>
                  <a:pt x="12071770" y="3011736"/>
                  <a:pt x="11914089" y="3094511"/>
                  <a:pt x="11737582" y="3123727"/>
                </a:cubicBezTo>
                <a:lnTo>
                  <a:pt x="11737466" y="3124875"/>
                </a:lnTo>
                <a:cubicBezTo>
                  <a:pt x="11732155" y="3125886"/>
                  <a:pt x="11726826" y="3126834"/>
                  <a:pt x="11721249" y="3126415"/>
                </a:cubicBezTo>
                <a:cubicBezTo>
                  <a:pt x="11690077" y="3131969"/>
                  <a:pt x="11658197" y="3134950"/>
                  <a:pt x="11625822" y="3135477"/>
                </a:cubicBezTo>
                <a:lnTo>
                  <a:pt x="11608704" y="3137103"/>
                </a:lnTo>
                <a:lnTo>
                  <a:pt x="11608678" y="3136608"/>
                </a:lnTo>
                <a:lnTo>
                  <a:pt x="11608179" y="3136641"/>
                </a:lnTo>
                <a:cubicBezTo>
                  <a:pt x="11607613" y="3132839"/>
                  <a:pt x="11607586" y="3129023"/>
                  <a:pt x="11607586" y="3125201"/>
                </a:cubicBezTo>
                <a:cubicBezTo>
                  <a:pt x="11607586" y="3119519"/>
                  <a:pt x="11607645" y="3113850"/>
                  <a:pt x="11608957" y="3108220"/>
                </a:cubicBezTo>
                <a:cubicBezTo>
                  <a:pt x="11608914" y="3076892"/>
                  <a:pt x="11611364" y="3046007"/>
                  <a:pt x="11616421" y="3015763"/>
                </a:cubicBezTo>
                <a:lnTo>
                  <a:pt x="11616961" y="3009073"/>
                </a:lnTo>
                <a:cubicBezTo>
                  <a:pt x="11617130" y="3009068"/>
                  <a:pt x="11617299" y="3009063"/>
                  <a:pt x="11617466" y="3009010"/>
                </a:cubicBezTo>
                <a:cubicBezTo>
                  <a:pt x="11662185" y="2695154"/>
                  <a:pt x="11889463" y="2438329"/>
                  <a:pt x="12192000" y="2344615"/>
                </a:cubicBezTo>
                <a:close/>
                <a:moveTo>
                  <a:pt x="10767111" y="2302594"/>
                </a:moveTo>
                <a:lnTo>
                  <a:pt x="10784198" y="2304217"/>
                </a:lnTo>
                <a:cubicBezTo>
                  <a:pt x="10816584" y="2304744"/>
                  <a:pt x="10848477" y="2307725"/>
                  <a:pt x="10879660" y="2313282"/>
                </a:cubicBezTo>
                <a:cubicBezTo>
                  <a:pt x="10885236" y="2312863"/>
                  <a:pt x="10890564" y="2313811"/>
                  <a:pt x="10895873" y="2314821"/>
                </a:cubicBezTo>
                <a:lnTo>
                  <a:pt x="10895990" y="2315969"/>
                </a:lnTo>
                <a:cubicBezTo>
                  <a:pt x="11254840" y="2375367"/>
                  <a:pt x="11535879" y="2656144"/>
                  <a:pt x="11586156" y="3009010"/>
                </a:cubicBezTo>
                <a:cubicBezTo>
                  <a:pt x="11586323" y="3009063"/>
                  <a:pt x="11586492" y="3009068"/>
                  <a:pt x="11586661" y="3009073"/>
                </a:cubicBezTo>
                <a:lnTo>
                  <a:pt x="11587201" y="3015763"/>
                </a:lnTo>
                <a:cubicBezTo>
                  <a:pt x="11592258" y="3046007"/>
                  <a:pt x="11594708" y="3076892"/>
                  <a:pt x="11594665" y="3108220"/>
                </a:cubicBezTo>
                <a:cubicBezTo>
                  <a:pt x="11595977" y="3113850"/>
                  <a:pt x="11596036" y="3119519"/>
                  <a:pt x="11596036" y="3125201"/>
                </a:cubicBezTo>
                <a:cubicBezTo>
                  <a:pt x="11596036" y="3129023"/>
                  <a:pt x="11596009" y="3132839"/>
                  <a:pt x="11595443" y="3136641"/>
                </a:cubicBezTo>
                <a:lnTo>
                  <a:pt x="11594944" y="3136608"/>
                </a:lnTo>
                <a:lnTo>
                  <a:pt x="11594918" y="3137103"/>
                </a:lnTo>
                <a:lnTo>
                  <a:pt x="11577800" y="3135477"/>
                </a:lnTo>
                <a:cubicBezTo>
                  <a:pt x="11545425" y="3134950"/>
                  <a:pt x="11513545" y="3131969"/>
                  <a:pt x="11482373" y="3126415"/>
                </a:cubicBezTo>
                <a:cubicBezTo>
                  <a:pt x="11476796" y="3126834"/>
                  <a:pt x="11471467" y="3125886"/>
                  <a:pt x="11466156" y="3124875"/>
                </a:cubicBezTo>
                <a:lnTo>
                  <a:pt x="11466040" y="3123727"/>
                </a:lnTo>
                <a:cubicBezTo>
                  <a:pt x="11107189" y="3064328"/>
                  <a:pt x="10826150" y="2783551"/>
                  <a:pt x="10775875" y="2430686"/>
                </a:cubicBezTo>
                <a:cubicBezTo>
                  <a:pt x="10775707" y="2430633"/>
                  <a:pt x="10775539" y="2430628"/>
                  <a:pt x="10775369" y="2430623"/>
                </a:cubicBezTo>
                <a:lnTo>
                  <a:pt x="10774831" y="2423947"/>
                </a:lnTo>
                <a:cubicBezTo>
                  <a:pt x="10769772" y="2393697"/>
                  <a:pt x="10767321" y="2362806"/>
                  <a:pt x="10767364" y="2331471"/>
                </a:cubicBezTo>
                <a:cubicBezTo>
                  <a:pt x="10766052" y="2325843"/>
                  <a:pt x="10765993" y="2320176"/>
                  <a:pt x="10765993" y="2314495"/>
                </a:cubicBezTo>
                <a:lnTo>
                  <a:pt x="10766587" y="2303055"/>
                </a:lnTo>
                <a:lnTo>
                  <a:pt x="10767085" y="2303088"/>
                </a:lnTo>
                <a:close/>
                <a:moveTo>
                  <a:pt x="10744358" y="2302594"/>
                </a:moveTo>
                <a:lnTo>
                  <a:pt x="10744384" y="2303088"/>
                </a:lnTo>
                <a:lnTo>
                  <a:pt x="10744882" y="2303055"/>
                </a:lnTo>
                <a:lnTo>
                  <a:pt x="10745476" y="2314495"/>
                </a:lnTo>
                <a:cubicBezTo>
                  <a:pt x="10745476" y="2320176"/>
                  <a:pt x="10745417" y="2325843"/>
                  <a:pt x="10744105" y="2331471"/>
                </a:cubicBezTo>
                <a:cubicBezTo>
                  <a:pt x="10744148" y="2362806"/>
                  <a:pt x="10741697" y="2393697"/>
                  <a:pt x="10736638" y="2423947"/>
                </a:cubicBezTo>
                <a:lnTo>
                  <a:pt x="10736100" y="2430623"/>
                </a:lnTo>
                <a:cubicBezTo>
                  <a:pt x="10735930" y="2430628"/>
                  <a:pt x="10735762" y="2430633"/>
                  <a:pt x="10735594" y="2430686"/>
                </a:cubicBezTo>
                <a:cubicBezTo>
                  <a:pt x="10685319" y="2783551"/>
                  <a:pt x="10404280" y="3064328"/>
                  <a:pt x="10045429" y="3123727"/>
                </a:cubicBezTo>
                <a:lnTo>
                  <a:pt x="10045313" y="3124875"/>
                </a:lnTo>
                <a:cubicBezTo>
                  <a:pt x="10040002" y="3125886"/>
                  <a:pt x="10034673" y="3126834"/>
                  <a:pt x="10029096" y="3126415"/>
                </a:cubicBezTo>
                <a:cubicBezTo>
                  <a:pt x="9997924" y="3131969"/>
                  <a:pt x="9966044" y="3134950"/>
                  <a:pt x="9933669" y="3135477"/>
                </a:cubicBezTo>
                <a:lnTo>
                  <a:pt x="9916551" y="3137103"/>
                </a:lnTo>
                <a:lnTo>
                  <a:pt x="9916525" y="3136608"/>
                </a:lnTo>
                <a:lnTo>
                  <a:pt x="9916026" y="3136641"/>
                </a:lnTo>
                <a:cubicBezTo>
                  <a:pt x="9915460" y="3132839"/>
                  <a:pt x="9915433" y="3129023"/>
                  <a:pt x="9915433" y="3125201"/>
                </a:cubicBezTo>
                <a:cubicBezTo>
                  <a:pt x="9915433" y="3119519"/>
                  <a:pt x="9915492" y="3113850"/>
                  <a:pt x="9916804" y="3108220"/>
                </a:cubicBezTo>
                <a:cubicBezTo>
                  <a:pt x="9916761" y="3076892"/>
                  <a:pt x="9919211" y="3046007"/>
                  <a:pt x="9924268" y="3015763"/>
                </a:cubicBezTo>
                <a:lnTo>
                  <a:pt x="9924808" y="3009073"/>
                </a:lnTo>
                <a:cubicBezTo>
                  <a:pt x="9924977" y="3009068"/>
                  <a:pt x="9925146" y="3009063"/>
                  <a:pt x="9925314" y="3009010"/>
                </a:cubicBezTo>
                <a:cubicBezTo>
                  <a:pt x="9975590" y="2656144"/>
                  <a:pt x="10256629" y="2375367"/>
                  <a:pt x="10615479" y="2315969"/>
                </a:cubicBezTo>
                <a:lnTo>
                  <a:pt x="10615596" y="2314821"/>
                </a:lnTo>
                <a:cubicBezTo>
                  <a:pt x="10620905" y="2313811"/>
                  <a:pt x="10626233" y="2312863"/>
                  <a:pt x="10631809" y="2313282"/>
                </a:cubicBezTo>
                <a:cubicBezTo>
                  <a:pt x="10662992" y="2307725"/>
                  <a:pt x="10694885" y="2304744"/>
                  <a:pt x="10727271" y="2304217"/>
                </a:cubicBezTo>
                <a:close/>
                <a:moveTo>
                  <a:pt x="9074958" y="2302594"/>
                </a:moveTo>
                <a:lnTo>
                  <a:pt x="9092045" y="2304217"/>
                </a:lnTo>
                <a:cubicBezTo>
                  <a:pt x="9124431" y="2304744"/>
                  <a:pt x="9156324" y="2307725"/>
                  <a:pt x="9187507" y="2313282"/>
                </a:cubicBezTo>
                <a:cubicBezTo>
                  <a:pt x="9193083" y="2312863"/>
                  <a:pt x="9198411" y="2313811"/>
                  <a:pt x="9203720" y="2314821"/>
                </a:cubicBezTo>
                <a:lnTo>
                  <a:pt x="9203837" y="2315969"/>
                </a:lnTo>
                <a:cubicBezTo>
                  <a:pt x="9562687" y="2375367"/>
                  <a:pt x="9843726" y="2656144"/>
                  <a:pt x="9894002" y="3009010"/>
                </a:cubicBezTo>
                <a:cubicBezTo>
                  <a:pt x="9894170" y="3009063"/>
                  <a:pt x="9894339" y="3009068"/>
                  <a:pt x="9894508" y="3009073"/>
                </a:cubicBezTo>
                <a:lnTo>
                  <a:pt x="9895048" y="3015763"/>
                </a:lnTo>
                <a:cubicBezTo>
                  <a:pt x="9900105" y="3046007"/>
                  <a:pt x="9902555" y="3076892"/>
                  <a:pt x="9902512" y="3108220"/>
                </a:cubicBezTo>
                <a:cubicBezTo>
                  <a:pt x="9903824" y="3113850"/>
                  <a:pt x="9903883" y="3119519"/>
                  <a:pt x="9903883" y="3125201"/>
                </a:cubicBezTo>
                <a:cubicBezTo>
                  <a:pt x="9903883" y="3129023"/>
                  <a:pt x="9903856" y="3132839"/>
                  <a:pt x="9903290" y="3136641"/>
                </a:cubicBezTo>
                <a:lnTo>
                  <a:pt x="9902791" y="3136608"/>
                </a:lnTo>
                <a:lnTo>
                  <a:pt x="9902765" y="3137103"/>
                </a:lnTo>
                <a:lnTo>
                  <a:pt x="9885647" y="3135477"/>
                </a:lnTo>
                <a:cubicBezTo>
                  <a:pt x="9853272" y="3134950"/>
                  <a:pt x="9821392" y="3131969"/>
                  <a:pt x="9790220" y="3126415"/>
                </a:cubicBezTo>
                <a:cubicBezTo>
                  <a:pt x="9784643" y="3126834"/>
                  <a:pt x="9779314" y="3125886"/>
                  <a:pt x="9774003" y="3124875"/>
                </a:cubicBezTo>
                <a:lnTo>
                  <a:pt x="9773887" y="3123727"/>
                </a:lnTo>
                <a:cubicBezTo>
                  <a:pt x="9415036" y="3064328"/>
                  <a:pt x="9133997" y="2783551"/>
                  <a:pt x="9083722" y="2430686"/>
                </a:cubicBezTo>
                <a:cubicBezTo>
                  <a:pt x="9083554" y="2430633"/>
                  <a:pt x="9083386" y="2430628"/>
                  <a:pt x="9083216" y="2430623"/>
                </a:cubicBezTo>
                <a:lnTo>
                  <a:pt x="9082678" y="2423947"/>
                </a:lnTo>
                <a:cubicBezTo>
                  <a:pt x="9077619" y="2393697"/>
                  <a:pt x="9075168" y="2362806"/>
                  <a:pt x="9075211" y="2331471"/>
                </a:cubicBezTo>
                <a:cubicBezTo>
                  <a:pt x="9073899" y="2325843"/>
                  <a:pt x="9073840" y="2320176"/>
                  <a:pt x="9073840" y="2314495"/>
                </a:cubicBezTo>
                <a:lnTo>
                  <a:pt x="9074434" y="2303055"/>
                </a:lnTo>
                <a:lnTo>
                  <a:pt x="9074932" y="2303088"/>
                </a:lnTo>
                <a:close/>
                <a:moveTo>
                  <a:pt x="9052207" y="2302594"/>
                </a:moveTo>
                <a:lnTo>
                  <a:pt x="9052233" y="2303088"/>
                </a:lnTo>
                <a:lnTo>
                  <a:pt x="9052731" y="2303055"/>
                </a:lnTo>
                <a:lnTo>
                  <a:pt x="9053325" y="2314495"/>
                </a:lnTo>
                <a:cubicBezTo>
                  <a:pt x="9053325" y="2320176"/>
                  <a:pt x="9053266" y="2325843"/>
                  <a:pt x="9051954" y="2331471"/>
                </a:cubicBezTo>
                <a:cubicBezTo>
                  <a:pt x="9051997" y="2362806"/>
                  <a:pt x="9049546" y="2393697"/>
                  <a:pt x="9044487" y="2423947"/>
                </a:cubicBezTo>
                <a:lnTo>
                  <a:pt x="9043949" y="2430623"/>
                </a:lnTo>
                <a:cubicBezTo>
                  <a:pt x="9043779" y="2430628"/>
                  <a:pt x="9043611" y="2430633"/>
                  <a:pt x="9043443" y="2430686"/>
                </a:cubicBezTo>
                <a:cubicBezTo>
                  <a:pt x="8993168" y="2783551"/>
                  <a:pt x="8712129" y="3064328"/>
                  <a:pt x="8353278" y="3123727"/>
                </a:cubicBezTo>
                <a:lnTo>
                  <a:pt x="8353162" y="3124875"/>
                </a:lnTo>
                <a:cubicBezTo>
                  <a:pt x="8347851" y="3125886"/>
                  <a:pt x="8342522" y="3126834"/>
                  <a:pt x="8336945" y="3126415"/>
                </a:cubicBezTo>
                <a:cubicBezTo>
                  <a:pt x="8305773" y="3131969"/>
                  <a:pt x="8273893" y="3134950"/>
                  <a:pt x="8241519" y="3135477"/>
                </a:cubicBezTo>
                <a:lnTo>
                  <a:pt x="8224400" y="3137103"/>
                </a:lnTo>
                <a:lnTo>
                  <a:pt x="8224374" y="3136608"/>
                </a:lnTo>
                <a:lnTo>
                  <a:pt x="8223875" y="3136641"/>
                </a:lnTo>
                <a:cubicBezTo>
                  <a:pt x="8223309" y="3132839"/>
                  <a:pt x="8223282" y="3129023"/>
                  <a:pt x="8223282" y="3125201"/>
                </a:cubicBezTo>
                <a:cubicBezTo>
                  <a:pt x="8223282" y="3119519"/>
                  <a:pt x="8223341" y="3113850"/>
                  <a:pt x="8224653" y="3108220"/>
                </a:cubicBezTo>
                <a:cubicBezTo>
                  <a:pt x="8224611" y="3076892"/>
                  <a:pt x="8227060" y="3046007"/>
                  <a:pt x="8232117" y="3015763"/>
                </a:cubicBezTo>
                <a:lnTo>
                  <a:pt x="8232657" y="3009073"/>
                </a:lnTo>
                <a:cubicBezTo>
                  <a:pt x="8232826" y="3009068"/>
                  <a:pt x="8232995" y="3009063"/>
                  <a:pt x="8233163" y="3009010"/>
                </a:cubicBezTo>
                <a:cubicBezTo>
                  <a:pt x="8283439" y="2656144"/>
                  <a:pt x="8564478" y="2375367"/>
                  <a:pt x="8923328" y="2315969"/>
                </a:cubicBezTo>
                <a:lnTo>
                  <a:pt x="8923445" y="2314821"/>
                </a:lnTo>
                <a:cubicBezTo>
                  <a:pt x="8928754" y="2313811"/>
                  <a:pt x="8934082" y="2312863"/>
                  <a:pt x="8939658" y="2313282"/>
                </a:cubicBezTo>
                <a:cubicBezTo>
                  <a:pt x="8970841" y="2307725"/>
                  <a:pt x="9002734" y="2304744"/>
                  <a:pt x="9035120" y="2304217"/>
                </a:cubicBezTo>
                <a:close/>
                <a:moveTo>
                  <a:pt x="7382807" y="2302594"/>
                </a:moveTo>
                <a:lnTo>
                  <a:pt x="7399895" y="2304217"/>
                </a:lnTo>
                <a:cubicBezTo>
                  <a:pt x="7432280" y="2304744"/>
                  <a:pt x="7464173" y="2307725"/>
                  <a:pt x="7495356" y="2313282"/>
                </a:cubicBezTo>
                <a:cubicBezTo>
                  <a:pt x="7500932" y="2312863"/>
                  <a:pt x="7506260" y="2313811"/>
                  <a:pt x="7511569" y="2314821"/>
                </a:cubicBezTo>
                <a:lnTo>
                  <a:pt x="7511686" y="2315969"/>
                </a:lnTo>
                <a:cubicBezTo>
                  <a:pt x="7870536" y="2375367"/>
                  <a:pt x="8151575" y="2656144"/>
                  <a:pt x="8201852" y="3009010"/>
                </a:cubicBezTo>
                <a:cubicBezTo>
                  <a:pt x="8202019" y="3009063"/>
                  <a:pt x="8202189" y="3009068"/>
                  <a:pt x="8202357" y="3009073"/>
                </a:cubicBezTo>
                <a:lnTo>
                  <a:pt x="8202898" y="3015763"/>
                </a:lnTo>
                <a:cubicBezTo>
                  <a:pt x="8207954" y="3046007"/>
                  <a:pt x="8210404" y="3076892"/>
                  <a:pt x="8210362" y="3108220"/>
                </a:cubicBezTo>
                <a:cubicBezTo>
                  <a:pt x="8211674" y="3113850"/>
                  <a:pt x="8211732" y="3119519"/>
                  <a:pt x="8211732" y="3125201"/>
                </a:cubicBezTo>
                <a:cubicBezTo>
                  <a:pt x="8211732" y="3129023"/>
                  <a:pt x="8211705" y="3132839"/>
                  <a:pt x="8211139" y="3136641"/>
                </a:cubicBezTo>
                <a:lnTo>
                  <a:pt x="8210640" y="3136608"/>
                </a:lnTo>
                <a:lnTo>
                  <a:pt x="8210614" y="3137103"/>
                </a:lnTo>
                <a:lnTo>
                  <a:pt x="8193496" y="3135477"/>
                </a:lnTo>
                <a:cubicBezTo>
                  <a:pt x="8161122" y="3134950"/>
                  <a:pt x="8129241" y="3131969"/>
                  <a:pt x="8098069" y="3126415"/>
                </a:cubicBezTo>
                <a:cubicBezTo>
                  <a:pt x="8092492" y="3126834"/>
                  <a:pt x="8087163" y="3125886"/>
                  <a:pt x="8081853" y="3124875"/>
                </a:cubicBezTo>
                <a:lnTo>
                  <a:pt x="8081737" y="3123727"/>
                </a:lnTo>
                <a:cubicBezTo>
                  <a:pt x="7722885" y="3064328"/>
                  <a:pt x="7441846" y="2783551"/>
                  <a:pt x="7391571" y="2430686"/>
                </a:cubicBezTo>
                <a:cubicBezTo>
                  <a:pt x="7391403" y="2430633"/>
                  <a:pt x="7391235" y="2430628"/>
                  <a:pt x="7391065" y="2430623"/>
                </a:cubicBezTo>
                <a:lnTo>
                  <a:pt x="7390527" y="2423947"/>
                </a:lnTo>
                <a:cubicBezTo>
                  <a:pt x="7385468" y="2393697"/>
                  <a:pt x="7383018" y="2362806"/>
                  <a:pt x="7383060" y="2331471"/>
                </a:cubicBezTo>
                <a:cubicBezTo>
                  <a:pt x="7381748" y="2325843"/>
                  <a:pt x="7381689" y="2320176"/>
                  <a:pt x="7381689" y="2314495"/>
                </a:cubicBezTo>
                <a:lnTo>
                  <a:pt x="7382283" y="2303055"/>
                </a:lnTo>
                <a:lnTo>
                  <a:pt x="7382781" y="2303088"/>
                </a:lnTo>
                <a:close/>
                <a:moveTo>
                  <a:pt x="7360056" y="2302594"/>
                </a:moveTo>
                <a:lnTo>
                  <a:pt x="7360082" y="2303088"/>
                </a:lnTo>
                <a:lnTo>
                  <a:pt x="7360580" y="2303055"/>
                </a:lnTo>
                <a:lnTo>
                  <a:pt x="7361174" y="2314495"/>
                </a:lnTo>
                <a:cubicBezTo>
                  <a:pt x="7361174" y="2320176"/>
                  <a:pt x="7361116" y="2325843"/>
                  <a:pt x="7359804" y="2331471"/>
                </a:cubicBezTo>
                <a:cubicBezTo>
                  <a:pt x="7359846" y="2362806"/>
                  <a:pt x="7357395" y="2393697"/>
                  <a:pt x="7352337" y="2423947"/>
                </a:cubicBezTo>
                <a:lnTo>
                  <a:pt x="7351798" y="2430623"/>
                </a:lnTo>
                <a:cubicBezTo>
                  <a:pt x="7351629" y="2430628"/>
                  <a:pt x="7351460" y="2430633"/>
                  <a:pt x="7351293" y="2430686"/>
                </a:cubicBezTo>
                <a:cubicBezTo>
                  <a:pt x="7301017" y="2783551"/>
                  <a:pt x="7019978" y="3064328"/>
                  <a:pt x="6661127" y="3123727"/>
                </a:cubicBezTo>
                <a:lnTo>
                  <a:pt x="6661011" y="3124875"/>
                </a:lnTo>
                <a:cubicBezTo>
                  <a:pt x="6655700" y="3125886"/>
                  <a:pt x="6650371" y="3126834"/>
                  <a:pt x="6644794" y="3126415"/>
                </a:cubicBezTo>
                <a:cubicBezTo>
                  <a:pt x="6613622" y="3131969"/>
                  <a:pt x="6581742" y="3134950"/>
                  <a:pt x="6549368" y="3135477"/>
                </a:cubicBezTo>
                <a:lnTo>
                  <a:pt x="6532249" y="3137103"/>
                </a:lnTo>
                <a:lnTo>
                  <a:pt x="6532223" y="3136608"/>
                </a:lnTo>
                <a:lnTo>
                  <a:pt x="6531724" y="3136641"/>
                </a:lnTo>
                <a:cubicBezTo>
                  <a:pt x="6531158" y="3132839"/>
                  <a:pt x="6531131" y="3129023"/>
                  <a:pt x="6531131" y="3125201"/>
                </a:cubicBezTo>
                <a:cubicBezTo>
                  <a:pt x="6531131" y="3119519"/>
                  <a:pt x="6531190" y="3113850"/>
                  <a:pt x="6532502" y="3108220"/>
                </a:cubicBezTo>
                <a:cubicBezTo>
                  <a:pt x="6532460" y="3076892"/>
                  <a:pt x="6534909" y="3046007"/>
                  <a:pt x="6539966" y="3015763"/>
                </a:cubicBezTo>
                <a:lnTo>
                  <a:pt x="6540506" y="3009073"/>
                </a:lnTo>
                <a:cubicBezTo>
                  <a:pt x="6540675" y="3009068"/>
                  <a:pt x="6540844" y="3009063"/>
                  <a:pt x="6541012" y="3009010"/>
                </a:cubicBezTo>
                <a:cubicBezTo>
                  <a:pt x="6591288" y="2656144"/>
                  <a:pt x="6872327" y="2375367"/>
                  <a:pt x="7231178" y="2315969"/>
                </a:cubicBezTo>
                <a:lnTo>
                  <a:pt x="7231295" y="2314821"/>
                </a:lnTo>
                <a:cubicBezTo>
                  <a:pt x="7236603" y="2313811"/>
                  <a:pt x="7241931" y="2312863"/>
                  <a:pt x="7247507" y="2313282"/>
                </a:cubicBezTo>
                <a:cubicBezTo>
                  <a:pt x="7278691" y="2307725"/>
                  <a:pt x="7310583" y="2304744"/>
                  <a:pt x="7342969" y="2304217"/>
                </a:cubicBezTo>
                <a:close/>
                <a:moveTo>
                  <a:pt x="5690656" y="2302594"/>
                </a:moveTo>
                <a:lnTo>
                  <a:pt x="5707743" y="2304217"/>
                </a:lnTo>
                <a:cubicBezTo>
                  <a:pt x="5740129" y="2304744"/>
                  <a:pt x="5772021" y="2307725"/>
                  <a:pt x="5803205" y="2313282"/>
                </a:cubicBezTo>
                <a:cubicBezTo>
                  <a:pt x="5808781" y="2312863"/>
                  <a:pt x="5814109" y="2313811"/>
                  <a:pt x="5819417" y="2314821"/>
                </a:cubicBezTo>
                <a:lnTo>
                  <a:pt x="5819534" y="2315969"/>
                </a:lnTo>
                <a:cubicBezTo>
                  <a:pt x="6178385" y="2375367"/>
                  <a:pt x="6459424" y="2656144"/>
                  <a:pt x="6509700" y="3009010"/>
                </a:cubicBezTo>
                <a:cubicBezTo>
                  <a:pt x="6509868" y="3009063"/>
                  <a:pt x="6510037" y="3009068"/>
                  <a:pt x="6510206" y="3009073"/>
                </a:cubicBezTo>
                <a:lnTo>
                  <a:pt x="6510746" y="3015763"/>
                </a:lnTo>
                <a:cubicBezTo>
                  <a:pt x="6515803" y="3046007"/>
                  <a:pt x="6518252" y="3076892"/>
                  <a:pt x="6518210" y="3108220"/>
                </a:cubicBezTo>
                <a:cubicBezTo>
                  <a:pt x="6519522" y="3113850"/>
                  <a:pt x="6519581" y="3119519"/>
                  <a:pt x="6519581" y="3125201"/>
                </a:cubicBezTo>
                <a:cubicBezTo>
                  <a:pt x="6519581" y="3129023"/>
                  <a:pt x="6519554" y="3132839"/>
                  <a:pt x="6518988" y="3136641"/>
                </a:cubicBezTo>
                <a:lnTo>
                  <a:pt x="6518489" y="3136608"/>
                </a:lnTo>
                <a:lnTo>
                  <a:pt x="6518463" y="3137103"/>
                </a:lnTo>
                <a:lnTo>
                  <a:pt x="6501344" y="3135477"/>
                </a:lnTo>
                <a:cubicBezTo>
                  <a:pt x="6468970" y="3134950"/>
                  <a:pt x="6437090" y="3131969"/>
                  <a:pt x="6405918" y="3126415"/>
                </a:cubicBezTo>
                <a:cubicBezTo>
                  <a:pt x="6400341" y="3126834"/>
                  <a:pt x="6395012" y="3125886"/>
                  <a:pt x="6389701" y="3124875"/>
                </a:cubicBezTo>
                <a:lnTo>
                  <a:pt x="6389585" y="3123727"/>
                </a:lnTo>
                <a:cubicBezTo>
                  <a:pt x="6030734" y="3064328"/>
                  <a:pt x="5749695" y="2783551"/>
                  <a:pt x="5699419" y="2430686"/>
                </a:cubicBezTo>
                <a:cubicBezTo>
                  <a:pt x="5699252" y="2430633"/>
                  <a:pt x="5699083" y="2430628"/>
                  <a:pt x="5698914" y="2430623"/>
                </a:cubicBezTo>
                <a:lnTo>
                  <a:pt x="5698375" y="2423947"/>
                </a:lnTo>
                <a:cubicBezTo>
                  <a:pt x="5693317" y="2393697"/>
                  <a:pt x="5690866" y="2362806"/>
                  <a:pt x="5690908" y="2331471"/>
                </a:cubicBezTo>
                <a:cubicBezTo>
                  <a:pt x="5689596" y="2325843"/>
                  <a:pt x="5689538" y="2320176"/>
                  <a:pt x="5689538" y="2314495"/>
                </a:cubicBezTo>
                <a:lnTo>
                  <a:pt x="5690132" y="2303055"/>
                </a:lnTo>
                <a:lnTo>
                  <a:pt x="5690630" y="2303088"/>
                </a:lnTo>
                <a:close/>
                <a:moveTo>
                  <a:pt x="5667905" y="2302594"/>
                </a:moveTo>
                <a:lnTo>
                  <a:pt x="5667931" y="2303088"/>
                </a:lnTo>
                <a:lnTo>
                  <a:pt x="5668429" y="2303055"/>
                </a:lnTo>
                <a:lnTo>
                  <a:pt x="5669023" y="2314495"/>
                </a:lnTo>
                <a:cubicBezTo>
                  <a:pt x="5669023" y="2320176"/>
                  <a:pt x="5668964" y="2325843"/>
                  <a:pt x="5667652" y="2331471"/>
                </a:cubicBezTo>
                <a:cubicBezTo>
                  <a:pt x="5667694" y="2362806"/>
                  <a:pt x="5665244" y="2393697"/>
                  <a:pt x="5660185" y="2423947"/>
                </a:cubicBezTo>
                <a:lnTo>
                  <a:pt x="5659647" y="2430623"/>
                </a:lnTo>
                <a:cubicBezTo>
                  <a:pt x="5659477" y="2430628"/>
                  <a:pt x="5659309" y="2430633"/>
                  <a:pt x="5659141" y="2430686"/>
                </a:cubicBezTo>
                <a:cubicBezTo>
                  <a:pt x="5608866" y="2783551"/>
                  <a:pt x="5327827" y="3064328"/>
                  <a:pt x="4968975" y="3123727"/>
                </a:cubicBezTo>
                <a:lnTo>
                  <a:pt x="4968859" y="3124875"/>
                </a:lnTo>
                <a:cubicBezTo>
                  <a:pt x="4963549" y="3125886"/>
                  <a:pt x="4958220" y="3126834"/>
                  <a:pt x="4952643" y="3126415"/>
                </a:cubicBezTo>
                <a:cubicBezTo>
                  <a:pt x="4921471" y="3131969"/>
                  <a:pt x="4889590" y="3134950"/>
                  <a:pt x="4857216" y="3135477"/>
                </a:cubicBezTo>
                <a:lnTo>
                  <a:pt x="4840098" y="3137103"/>
                </a:lnTo>
                <a:lnTo>
                  <a:pt x="4840072" y="3136608"/>
                </a:lnTo>
                <a:lnTo>
                  <a:pt x="4839573" y="3136641"/>
                </a:lnTo>
                <a:cubicBezTo>
                  <a:pt x="4839007" y="3132839"/>
                  <a:pt x="4838980" y="3129023"/>
                  <a:pt x="4838980" y="3125201"/>
                </a:cubicBezTo>
                <a:cubicBezTo>
                  <a:pt x="4838980" y="3119519"/>
                  <a:pt x="4839038" y="3113850"/>
                  <a:pt x="4840350" y="3108220"/>
                </a:cubicBezTo>
                <a:cubicBezTo>
                  <a:pt x="4840308" y="3076892"/>
                  <a:pt x="4842758" y="3046007"/>
                  <a:pt x="4847814" y="3015763"/>
                </a:cubicBezTo>
                <a:lnTo>
                  <a:pt x="4848355" y="3009073"/>
                </a:lnTo>
                <a:cubicBezTo>
                  <a:pt x="4848523" y="3009068"/>
                  <a:pt x="4848693" y="3009063"/>
                  <a:pt x="4848860" y="3009010"/>
                </a:cubicBezTo>
                <a:cubicBezTo>
                  <a:pt x="4899137" y="2656144"/>
                  <a:pt x="5180176" y="2375367"/>
                  <a:pt x="5539026" y="2315969"/>
                </a:cubicBezTo>
                <a:lnTo>
                  <a:pt x="5539143" y="2314821"/>
                </a:lnTo>
                <a:cubicBezTo>
                  <a:pt x="5544452" y="2313811"/>
                  <a:pt x="5549780" y="2312863"/>
                  <a:pt x="5555356" y="2313282"/>
                </a:cubicBezTo>
                <a:cubicBezTo>
                  <a:pt x="5586539" y="2307725"/>
                  <a:pt x="5618432" y="2304744"/>
                  <a:pt x="5650817" y="2304217"/>
                </a:cubicBezTo>
                <a:close/>
                <a:moveTo>
                  <a:pt x="3998505" y="2302594"/>
                </a:moveTo>
                <a:lnTo>
                  <a:pt x="4015592" y="2304217"/>
                </a:lnTo>
                <a:cubicBezTo>
                  <a:pt x="4047978" y="2304744"/>
                  <a:pt x="4079870" y="2307725"/>
                  <a:pt x="4111054" y="2313282"/>
                </a:cubicBezTo>
                <a:cubicBezTo>
                  <a:pt x="4116630" y="2312863"/>
                  <a:pt x="4121958" y="2313811"/>
                  <a:pt x="4127266" y="2314821"/>
                </a:cubicBezTo>
                <a:lnTo>
                  <a:pt x="4127384" y="2315969"/>
                </a:lnTo>
                <a:cubicBezTo>
                  <a:pt x="4486234" y="2375367"/>
                  <a:pt x="4767273" y="2656144"/>
                  <a:pt x="4817549" y="3009010"/>
                </a:cubicBezTo>
                <a:cubicBezTo>
                  <a:pt x="4817717" y="3009063"/>
                  <a:pt x="4817886" y="3009068"/>
                  <a:pt x="4818055" y="3009073"/>
                </a:cubicBezTo>
                <a:lnTo>
                  <a:pt x="4818595" y="3015763"/>
                </a:lnTo>
                <a:cubicBezTo>
                  <a:pt x="4823652" y="3046007"/>
                  <a:pt x="4826101" y="3076892"/>
                  <a:pt x="4826059" y="3108220"/>
                </a:cubicBezTo>
                <a:cubicBezTo>
                  <a:pt x="4827371" y="3113850"/>
                  <a:pt x="4827430" y="3119519"/>
                  <a:pt x="4827430" y="3125201"/>
                </a:cubicBezTo>
                <a:cubicBezTo>
                  <a:pt x="4827430" y="3129023"/>
                  <a:pt x="4827403" y="3132839"/>
                  <a:pt x="4826837" y="3136641"/>
                </a:cubicBezTo>
                <a:lnTo>
                  <a:pt x="4826338" y="3136608"/>
                </a:lnTo>
                <a:lnTo>
                  <a:pt x="4826312" y="3137103"/>
                </a:lnTo>
                <a:lnTo>
                  <a:pt x="4809193" y="3135477"/>
                </a:lnTo>
                <a:cubicBezTo>
                  <a:pt x="4776819" y="3134950"/>
                  <a:pt x="4744939" y="3131969"/>
                  <a:pt x="4713767" y="3126415"/>
                </a:cubicBezTo>
                <a:cubicBezTo>
                  <a:pt x="4708190" y="3126834"/>
                  <a:pt x="4702861" y="3125886"/>
                  <a:pt x="4697550" y="3124875"/>
                </a:cubicBezTo>
                <a:lnTo>
                  <a:pt x="4697434" y="3123727"/>
                </a:lnTo>
                <a:cubicBezTo>
                  <a:pt x="4338583" y="3064328"/>
                  <a:pt x="4057544" y="2783551"/>
                  <a:pt x="4007268" y="2430686"/>
                </a:cubicBezTo>
                <a:cubicBezTo>
                  <a:pt x="4007101" y="2430633"/>
                  <a:pt x="4006932" y="2430628"/>
                  <a:pt x="4006763" y="2430623"/>
                </a:cubicBezTo>
                <a:lnTo>
                  <a:pt x="4006225" y="2423947"/>
                </a:lnTo>
                <a:cubicBezTo>
                  <a:pt x="4001166" y="2393697"/>
                  <a:pt x="3998715" y="2362806"/>
                  <a:pt x="3998757" y="2331471"/>
                </a:cubicBezTo>
                <a:cubicBezTo>
                  <a:pt x="3997445" y="2325843"/>
                  <a:pt x="3997387" y="2320176"/>
                  <a:pt x="3997387" y="2314495"/>
                </a:cubicBezTo>
                <a:lnTo>
                  <a:pt x="3997981" y="2303055"/>
                </a:lnTo>
                <a:lnTo>
                  <a:pt x="3998479" y="2303088"/>
                </a:lnTo>
                <a:close/>
                <a:moveTo>
                  <a:pt x="3975754" y="2302594"/>
                </a:moveTo>
                <a:lnTo>
                  <a:pt x="3975780" y="2303088"/>
                </a:lnTo>
                <a:lnTo>
                  <a:pt x="3976278" y="2303055"/>
                </a:lnTo>
                <a:lnTo>
                  <a:pt x="3976872" y="2314495"/>
                </a:lnTo>
                <a:cubicBezTo>
                  <a:pt x="3976872" y="2320176"/>
                  <a:pt x="3976813" y="2325843"/>
                  <a:pt x="3975501" y="2331471"/>
                </a:cubicBezTo>
                <a:cubicBezTo>
                  <a:pt x="3975543" y="2362806"/>
                  <a:pt x="3973093" y="2393697"/>
                  <a:pt x="3968034" y="2423947"/>
                </a:cubicBezTo>
                <a:lnTo>
                  <a:pt x="3967496" y="2430623"/>
                </a:lnTo>
                <a:cubicBezTo>
                  <a:pt x="3967326" y="2430628"/>
                  <a:pt x="3967158" y="2430633"/>
                  <a:pt x="3966990" y="2430686"/>
                </a:cubicBezTo>
                <a:cubicBezTo>
                  <a:pt x="3916715" y="2783551"/>
                  <a:pt x="3635676" y="3064328"/>
                  <a:pt x="3276825" y="3123727"/>
                </a:cubicBezTo>
                <a:lnTo>
                  <a:pt x="3276708" y="3124875"/>
                </a:lnTo>
                <a:cubicBezTo>
                  <a:pt x="3271398" y="3125886"/>
                  <a:pt x="3266069" y="3126834"/>
                  <a:pt x="3260492" y="3126415"/>
                </a:cubicBezTo>
                <a:cubicBezTo>
                  <a:pt x="3229320" y="3131969"/>
                  <a:pt x="3197440" y="3134950"/>
                  <a:pt x="3165065" y="3135477"/>
                </a:cubicBezTo>
                <a:lnTo>
                  <a:pt x="3147947" y="3137103"/>
                </a:lnTo>
                <a:lnTo>
                  <a:pt x="3147921" y="3136608"/>
                </a:lnTo>
                <a:lnTo>
                  <a:pt x="3147422" y="3136641"/>
                </a:lnTo>
                <a:cubicBezTo>
                  <a:pt x="3146856" y="3132839"/>
                  <a:pt x="3146829" y="3129023"/>
                  <a:pt x="3146829" y="3125201"/>
                </a:cubicBezTo>
                <a:cubicBezTo>
                  <a:pt x="3146829" y="3119519"/>
                  <a:pt x="3146887" y="3113850"/>
                  <a:pt x="3148199" y="3108220"/>
                </a:cubicBezTo>
                <a:cubicBezTo>
                  <a:pt x="3148157" y="3076892"/>
                  <a:pt x="3150607" y="3046007"/>
                  <a:pt x="3155663" y="3015763"/>
                </a:cubicBezTo>
                <a:lnTo>
                  <a:pt x="3156204" y="3009073"/>
                </a:lnTo>
                <a:cubicBezTo>
                  <a:pt x="3156372" y="3009068"/>
                  <a:pt x="3156542" y="3009063"/>
                  <a:pt x="3156709" y="3009010"/>
                </a:cubicBezTo>
                <a:cubicBezTo>
                  <a:pt x="3206986" y="2656144"/>
                  <a:pt x="3488025" y="2375367"/>
                  <a:pt x="3846875" y="2315969"/>
                </a:cubicBezTo>
                <a:lnTo>
                  <a:pt x="3846992" y="2314821"/>
                </a:lnTo>
                <a:cubicBezTo>
                  <a:pt x="3852301" y="2313811"/>
                  <a:pt x="3857629" y="2312863"/>
                  <a:pt x="3863205" y="2313282"/>
                </a:cubicBezTo>
                <a:cubicBezTo>
                  <a:pt x="3894388" y="2307725"/>
                  <a:pt x="3926281" y="2304744"/>
                  <a:pt x="3958666" y="2304217"/>
                </a:cubicBezTo>
                <a:close/>
                <a:moveTo>
                  <a:pt x="2306354" y="2302594"/>
                </a:moveTo>
                <a:lnTo>
                  <a:pt x="2323441" y="2304217"/>
                </a:lnTo>
                <a:cubicBezTo>
                  <a:pt x="2355827" y="2304744"/>
                  <a:pt x="2387719" y="2307725"/>
                  <a:pt x="2418903" y="2313282"/>
                </a:cubicBezTo>
                <a:cubicBezTo>
                  <a:pt x="2424479" y="2312863"/>
                  <a:pt x="2429807" y="2313811"/>
                  <a:pt x="2435115" y="2314821"/>
                </a:cubicBezTo>
                <a:lnTo>
                  <a:pt x="2435233" y="2315969"/>
                </a:lnTo>
                <a:cubicBezTo>
                  <a:pt x="2794083" y="2375367"/>
                  <a:pt x="3075122" y="2656144"/>
                  <a:pt x="3125398" y="3009010"/>
                </a:cubicBezTo>
                <a:cubicBezTo>
                  <a:pt x="3125566" y="3009063"/>
                  <a:pt x="3125735" y="3009068"/>
                  <a:pt x="3125904" y="3009073"/>
                </a:cubicBezTo>
                <a:lnTo>
                  <a:pt x="3126444" y="3015763"/>
                </a:lnTo>
                <a:cubicBezTo>
                  <a:pt x="3131501" y="3046007"/>
                  <a:pt x="3133950" y="3076892"/>
                  <a:pt x="3133908" y="3108220"/>
                </a:cubicBezTo>
                <a:cubicBezTo>
                  <a:pt x="3135220" y="3113850"/>
                  <a:pt x="3135279" y="3119519"/>
                  <a:pt x="3135279" y="3125201"/>
                </a:cubicBezTo>
                <a:cubicBezTo>
                  <a:pt x="3135279" y="3129023"/>
                  <a:pt x="3135252" y="3132839"/>
                  <a:pt x="3134686" y="3136641"/>
                </a:cubicBezTo>
                <a:lnTo>
                  <a:pt x="3134187" y="3136608"/>
                </a:lnTo>
                <a:lnTo>
                  <a:pt x="3134161" y="3137103"/>
                </a:lnTo>
                <a:lnTo>
                  <a:pt x="3117042" y="3135477"/>
                </a:lnTo>
                <a:cubicBezTo>
                  <a:pt x="3084668" y="3134950"/>
                  <a:pt x="3052788" y="3131969"/>
                  <a:pt x="3021616" y="3126415"/>
                </a:cubicBezTo>
                <a:cubicBezTo>
                  <a:pt x="3016039" y="3126834"/>
                  <a:pt x="3010710" y="3125886"/>
                  <a:pt x="3005399" y="3124875"/>
                </a:cubicBezTo>
                <a:lnTo>
                  <a:pt x="3005283" y="3123727"/>
                </a:lnTo>
                <a:cubicBezTo>
                  <a:pt x="2646432" y="3064328"/>
                  <a:pt x="2365393" y="2783551"/>
                  <a:pt x="2315117" y="2430686"/>
                </a:cubicBezTo>
                <a:cubicBezTo>
                  <a:pt x="2314950" y="2430633"/>
                  <a:pt x="2314781" y="2430628"/>
                  <a:pt x="2314612" y="2430623"/>
                </a:cubicBezTo>
                <a:lnTo>
                  <a:pt x="2314074" y="2423947"/>
                </a:lnTo>
                <a:cubicBezTo>
                  <a:pt x="2309015" y="2393697"/>
                  <a:pt x="2306564" y="2362806"/>
                  <a:pt x="2306606" y="2331471"/>
                </a:cubicBezTo>
                <a:cubicBezTo>
                  <a:pt x="2305294" y="2325843"/>
                  <a:pt x="2305236" y="2320176"/>
                  <a:pt x="2305236" y="2314495"/>
                </a:cubicBezTo>
                <a:lnTo>
                  <a:pt x="2305830" y="2303055"/>
                </a:lnTo>
                <a:lnTo>
                  <a:pt x="2306328" y="2303088"/>
                </a:lnTo>
                <a:close/>
                <a:moveTo>
                  <a:pt x="2283603" y="2302594"/>
                </a:moveTo>
                <a:lnTo>
                  <a:pt x="2283629" y="2303088"/>
                </a:lnTo>
                <a:lnTo>
                  <a:pt x="2284127" y="2303055"/>
                </a:lnTo>
                <a:lnTo>
                  <a:pt x="2284721" y="2314495"/>
                </a:lnTo>
                <a:cubicBezTo>
                  <a:pt x="2284721" y="2320176"/>
                  <a:pt x="2284662" y="2325843"/>
                  <a:pt x="2283350" y="2331471"/>
                </a:cubicBezTo>
                <a:cubicBezTo>
                  <a:pt x="2283392" y="2362806"/>
                  <a:pt x="2280942" y="2393697"/>
                  <a:pt x="2275883" y="2423947"/>
                </a:cubicBezTo>
                <a:lnTo>
                  <a:pt x="2275345" y="2430623"/>
                </a:lnTo>
                <a:cubicBezTo>
                  <a:pt x="2275175" y="2430628"/>
                  <a:pt x="2275007" y="2430633"/>
                  <a:pt x="2274839" y="2430686"/>
                </a:cubicBezTo>
                <a:cubicBezTo>
                  <a:pt x="2224564" y="2783551"/>
                  <a:pt x="1943525" y="3064328"/>
                  <a:pt x="1584673" y="3123727"/>
                </a:cubicBezTo>
                <a:lnTo>
                  <a:pt x="1584557" y="3124875"/>
                </a:lnTo>
                <a:cubicBezTo>
                  <a:pt x="1579247" y="3125886"/>
                  <a:pt x="1573918" y="3126834"/>
                  <a:pt x="1568341" y="3126415"/>
                </a:cubicBezTo>
                <a:cubicBezTo>
                  <a:pt x="1537169" y="3131969"/>
                  <a:pt x="1505289" y="3134950"/>
                  <a:pt x="1472914" y="3135477"/>
                </a:cubicBezTo>
                <a:lnTo>
                  <a:pt x="1455796" y="3137103"/>
                </a:lnTo>
                <a:lnTo>
                  <a:pt x="1455770" y="3136608"/>
                </a:lnTo>
                <a:lnTo>
                  <a:pt x="1455271" y="3136641"/>
                </a:lnTo>
                <a:cubicBezTo>
                  <a:pt x="1454705" y="3132839"/>
                  <a:pt x="1454678" y="3129023"/>
                  <a:pt x="1454678" y="3125201"/>
                </a:cubicBezTo>
                <a:cubicBezTo>
                  <a:pt x="1454678" y="3119519"/>
                  <a:pt x="1454736" y="3113850"/>
                  <a:pt x="1456048" y="3108220"/>
                </a:cubicBezTo>
                <a:cubicBezTo>
                  <a:pt x="1456006" y="3076892"/>
                  <a:pt x="1458456" y="3046007"/>
                  <a:pt x="1463513" y="3015763"/>
                </a:cubicBezTo>
                <a:lnTo>
                  <a:pt x="1464053" y="3009073"/>
                </a:lnTo>
                <a:cubicBezTo>
                  <a:pt x="1464221" y="3009068"/>
                  <a:pt x="1464391" y="3009063"/>
                  <a:pt x="1464558" y="3009010"/>
                </a:cubicBezTo>
                <a:cubicBezTo>
                  <a:pt x="1514835" y="2656144"/>
                  <a:pt x="1795874" y="2375367"/>
                  <a:pt x="2154724" y="2315969"/>
                </a:cubicBezTo>
                <a:lnTo>
                  <a:pt x="2154841" y="2314821"/>
                </a:lnTo>
                <a:cubicBezTo>
                  <a:pt x="2160150" y="2313811"/>
                  <a:pt x="2165478" y="2312863"/>
                  <a:pt x="2171054" y="2313282"/>
                </a:cubicBezTo>
                <a:cubicBezTo>
                  <a:pt x="2202237" y="2307725"/>
                  <a:pt x="2234130" y="2304744"/>
                  <a:pt x="2266515" y="2304217"/>
                </a:cubicBezTo>
                <a:close/>
                <a:moveTo>
                  <a:pt x="614203" y="2302594"/>
                </a:moveTo>
                <a:lnTo>
                  <a:pt x="631290" y="2304217"/>
                </a:lnTo>
                <a:cubicBezTo>
                  <a:pt x="663676" y="2304744"/>
                  <a:pt x="695568" y="2307725"/>
                  <a:pt x="726752" y="2313282"/>
                </a:cubicBezTo>
                <a:cubicBezTo>
                  <a:pt x="732328" y="2312863"/>
                  <a:pt x="737656" y="2313811"/>
                  <a:pt x="742964" y="2314821"/>
                </a:cubicBezTo>
                <a:lnTo>
                  <a:pt x="743081" y="2315969"/>
                </a:lnTo>
                <a:cubicBezTo>
                  <a:pt x="1101932" y="2375367"/>
                  <a:pt x="1382971" y="2656144"/>
                  <a:pt x="1433247" y="3009010"/>
                </a:cubicBezTo>
                <a:cubicBezTo>
                  <a:pt x="1433415" y="3009063"/>
                  <a:pt x="1433584" y="3009068"/>
                  <a:pt x="1433753" y="3009073"/>
                </a:cubicBezTo>
                <a:lnTo>
                  <a:pt x="1434293" y="3015763"/>
                </a:lnTo>
                <a:cubicBezTo>
                  <a:pt x="1439350" y="3046007"/>
                  <a:pt x="1441799" y="3076892"/>
                  <a:pt x="1441757" y="3108220"/>
                </a:cubicBezTo>
                <a:cubicBezTo>
                  <a:pt x="1443069" y="3113850"/>
                  <a:pt x="1443128" y="3119519"/>
                  <a:pt x="1443128" y="3125201"/>
                </a:cubicBezTo>
                <a:cubicBezTo>
                  <a:pt x="1443128" y="3129023"/>
                  <a:pt x="1443101" y="3132839"/>
                  <a:pt x="1442535" y="3136641"/>
                </a:cubicBezTo>
                <a:lnTo>
                  <a:pt x="1442036" y="3136608"/>
                </a:lnTo>
                <a:lnTo>
                  <a:pt x="1442010" y="3137103"/>
                </a:lnTo>
                <a:lnTo>
                  <a:pt x="1424891" y="3135477"/>
                </a:lnTo>
                <a:cubicBezTo>
                  <a:pt x="1392517" y="3134950"/>
                  <a:pt x="1360637" y="3131969"/>
                  <a:pt x="1329465" y="3126415"/>
                </a:cubicBezTo>
                <a:cubicBezTo>
                  <a:pt x="1323888" y="3126834"/>
                  <a:pt x="1318559" y="3125886"/>
                  <a:pt x="1313248" y="3124875"/>
                </a:cubicBezTo>
                <a:lnTo>
                  <a:pt x="1313132" y="3123727"/>
                </a:lnTo>
                <a:cubicBezTo>
                  <a:pt x="954281" y="3064328"/>
                  <a:pt x="673242" y="2783551"/>
                  <a:pt x="622966" y="2430686"/>
                </a:cubicBezTo>
                <a:cubicBezTo>
                  <a:pt x="622799" y="2430633"/>
                  <a:pt x="622630" y="2430628"/>
                  <a:pt x="622461" y="2430623"/>
                </a:cubicBezTo>
                <a:lnTo>
                  <a:pt x="621923" y="2423947"/>
                </a:lnTo>
                <a:cubicBezTo>
                  <a:pt x="616864" y="2393697"/>
                  <a:pt x="614413" y="2362806"/>
                  <a:pt x="614455" y="2331471"/>
                </a:cubicBezTo>
                <a:cubicBezTo>
                  <a:pt x="613143" y="2325843"/>
                  <a:pt x="613085" y="2320176"/>
                  <a:pt x="613085" y="2314495"/>
                </a:cubicBezTo>
                <a:lnTo>
                  <a:pt x="613679" y="2303055"/>
                </a:lnTo>
                <a:lnTo>
                  <a:pt x="614177" y="2303088"/>
                </a:lnTo>
                <a:close/>
                <a:moveTo>
                  <a:pt x="591452" y="2302594"/>
                </a:moveTo>
                <a:lnTo>
                  <a:pt x="591478" y="2303088"/>
                </a:lnTo>
                <a:lnTo>
                  <a:pt x="591976" y="2303055"/>
                </a:lnTo>
                <a:lnTo>
                  <a:pt x="592570" y="2314495"/>
                </a:lnTo>
                <a:cubicBezTo>
                  <a:pt x="592570" y="2320176"/>
                  <a:pt x="592511" y="2325843"/>
                  <a:pt x="591199" y="2331471"/>
                </a:cubicBezTo>
                <a:cubicBezTo>
                  <a:pt x="591242" y="2362806"/>
                  <a:pt x="588791" y="2393697"/>
                  <a:pt x="583732" y="2423947"/>
                </a:cubicBezTo>
                <a:lnTo>
                  <a:pt x="583194" y="2430623"/>
                </a:lnTo>
                <a:cubicBezTo>
                  <a:pt x="583024" y="2430628"/>
                  <a:pt x="582856" y="2430633"/>
                  <a:pt x="582689" y="2430686"/>
                </a:cubicBezTo>
                <a:cubicBezTo>
                  <a:pt x="537576" y="2747315"/>
                  <a:pt x="306662" y="3005901"/>
                  <a:pt x="0" y="3097101"/>
                </a:cubicBezTo>
                <a:lnTo>
                  <a:pt x="0" y="2964763"/>
                </a:lnTo>
                <a:cubicBezTo>
                  <a:pt x="229298" y="2881926"/>
                  <a:pt x="402181" y="2686530"/>
                  <a:pt x="449203" y="2447425"/>
                </a:cubicBezTo>
                <a:cubicBezTo>
                  <a:pt x="258971" y="2488309"/>
                  <a:pt x="97576" y="2603574"/>
                  <a:pt x="0" y="2761314"/>
                </a:cubicBezTo>
                <a:lnTo>
                  <a:pt x="0" y="2554520"/>
                </a:lnTo>
                <a:cubicBezTo>
                  <a:pt x="121484" y="2431613"/>
                  <a:pt x="282199" y="2345825"/>
                  <a:pt x="462573" y="2315969"/>
                </a:cubicBezTo>
                <a:lnTo>
                  <a:pt x="462690" y="2314821"/>
                </a:lnTo>
                <a:cubicBezTo>
                  <a:pt x="467999" y="2313811"/>
                  <a:pt x="473327" y="2312863"/>
                  <a:pt x="478903" y="2313282"/>
                </a:cubicBezTo>
                <a:cubicBezTo>
                  <a:pt x="510086" y="2307725"/>
                  <a:pt x="541979" y="2304744"/>
                  <a:pt x="574365" y="2304217"/>
                </a:cubicBezTo>
                <a:close/>
                <a:moveTo>
                  <a:pt x="11452667" y="1608087"/>
                </a:moveTo>
                <a:cubicBezTo>
                  <a:pt x="11177477" y="1666766"/>
                  <a:pt x="10962633" y="1879876"/>
                  <a:pt x="10909358" y="2148655"/>
                </a:cubicBezTo>
                <a:cubicBezTo>
                  <a:pt x="11184548" y="2089976"/>
                  <a:pt x="11399391" y="1876866"/>
                  <a:pt x="11452667" y="1608087"/>
                </a:cubicBezTo>
                <a:close/>
                <a:moveTo>
                  <a:pt x="10058800" y="1608087"/>
                </a:moveTo>
                <a:cubicBezTo>
                  <a:pt x="10112076" y="1876866"/>
                  <a:pt x="10326919" y="2089976"/>
                  <a:pt x="10602109" y="2148655"/>
                </a:cubicBezTo>
                <a:cubicBezTo>
                  <a:pt x="10548834" y="1879876"/>
                  <a:pt x="10333990" y="1666766"/>
                  <a:pt x="10058800" y="1608087"/>
                </a:cubicBezTo>
                <a:close/>
                <a:moveTo>
                  <a:pt x="9760514" y="1608087"/>
                </a:moveTo>
                <a:cubicBezTo>
                  <a:pt x="9485324" y="1666766"/>
                  <a:pt x="9270480" y="1879876"/>
                  <a:pt x="9217205" y="2148655"/>
                </a:cubicBezTo>
                <a:cubicBezTo>
                  <a:pt x="9492395" y="2089976"/>
                  <a:pt x="9707238" y="1876866"/>
                  <a:pt x="9760514" y="1608087"/>
                </a:cubicBezTo>
                <a:close/>
                <a:moveTo>
                  <a:pt x="8366649" y="1608087"/>
                </a:moveTo>
                <a:cubicBezTo>
                  <a:pt x="8419925" y="1876866"/>
                  <a:pt x="8634768" y="2089976"/>
                  <a:pt x="8909958" y="2148655"/>
                </a:cubicBezTo>
                <a:cubicBezTo>
                  <a:pt x="8856683" y="1879876"/>
                  <a:pt x="8641839" y="1666766"/>
                  <a:pt x="8366649" y="1608087"/>
                </a:cubicBezTo>
                <a:close/>
                <a:moveTo>
                  <a:pt x="8068363" y="1608087"/>
                </a:moveTo>
                <a:cubicBezTo>
                  <a:pt x="7793173" y="1666766"/>
                  <a:pt x="7578329" y="1879876"/>
                  <a:pt x="7525054" y="2148655"/>
                </a:cubicBezTo>
                <a:cubicBezTo>
                  <a:pt x="7800244" y="2089976"/>
                  <a:pt x="8015087" y="1876866"/>
                  <a:pt x="8068363" y="1608087"/>
                </a:cubicBezTo>
                <a:close/>
                <a:moveTo>
                  <a:pt x="6674498" y="1608087"/>
                </a:moveTo>
                <a:cubicBezTo>
                  <a:pt x="6727774" y="1876866"/>
                  <a:pt x="6942617" y="2089976"/>
                  <a:pt x="7217807" y="2148655"/>
                </a:cubicBezTo>
                <a:cubicBezTo>
                  <a:pt x="7164532" y="1879876"/>
                  <a:pt x="6949688" y="1666766"/>
                  <a:pt x="6674498" y="1608087"/>
                </a:cubicBezTo>
                <a:close/>
                <a:moveTo>
                  <a:pt x="6376212" y="1608087"/>
                </a:moveTo>
                <a:cubicBezTo>
                  <a:pt x="6101022" y="1666766"/>
                  <a:pt x="5886178" y="1879876"/>
                  <a:pt x="5832903" y="2148655"/>
                </a:cubicBezTo>
                <a:cubicBezTo>
                  <a:pt x="6108093" y="2089976"/>
                  <a:pt x="6322936" y="1876866"/>
                  <a:pt x="6376212" y="1608087"/>
                </a:cubicBezTo>
                <a:close/>
                <a:moveTo>
                  <a:pt x="4982347" y="1608087"/>
                </a:moveTo>
                <a:cubicBezTo>
                  <a:pt x="5035623" y="1876866"/>
                  <a:pt x="5250466" y="2089976"/>
                  <a:pt x="5525656" y="2148655"/>
                </a:cubicBezTo>
                <a:cubicBezTo>
                  <a:pt x="5472381" y="1879876"/>
                  <a:pt x="5257537" y="1666766"/>
                  <a:pt x="4982347" y="1608087"/>
                </a:cubicBezTo>
                <a:close/>
                <a:moveTo>
                  <a:pt x="4684061" y="1608087"/>
                </a:moveTo>
                <a:cubicBezTo>
                  <a:pt x="4408871" y="1666766"/>
                  <a:pt x="4194027" y="1879876"/>
                  <a:pt x="4140752" y="2148655"/>
                </a:cubicBezTo>
                <a:cubicBezTo>
                  <a:pt x="4415942" y="2089976"/>
                  <a:pt x="4630785" y="1876866"/>
                  <a:pt x="4684061" y="1608087"/>
                </a:cubicBezTo>
                <a:close/>
                <a:moveTo>
                  <a:pt x="3290196" y="1608087"/>
                </a:moveTo>
                <a:cubicBezTo>
                  <a:pt x="3343472" y="1876866"/>
                  <a:pt x="3558315" y="2089976"/>
                  <a:pt x="3833505" y="2148655"/>
                </a:cubicBezTo>
                <a:cubicBezTo>
                  <a:pt x="3780230" y="1879876"/>
                  <a:pt x="3565386" y="1666766"/>
                  <a:pt x="3290196" y="1608087"/>
                </a:cubicBezTo>
                <a:close/>
                <a:moveTo>
                  <a:pt x="2991910" y="1608087"/>
                </a:moveTo>
                <a:cubicBezTo>
                  <a:pt x="2716720" y="1666766"/>
                  <a:pt x="2501876" y="1879876"/>
                  <a:pt x="2448601" y="2148655"/>
                </a:cubicBezTo>
                <a:cubicBezTo>
                  <a:pt x="2723791" y="2089976"/>
                  <a:pt x="2938634" y="1876866"/>
                  <a:pt x="2991910" y="1608087"/>
                </a:cubicBezTo>
                <a:close/>
                <a:moveTo>
                  <a:pt x="1598045" y="1608087"/>
                </a:moveTo>
                <a:cubicBezTo>
                  <a:pt x="1651321" y="1876866"/>
                  <a:pt x="1866164" y="2089976"/>
                  <a:pt x="2141354" y="2148655"/>
                </a:cubicBezTo>
                <a:cubicBezTo>
                  <a:pt x="2088079" y="1879876"/>
                  <a:pt x="1873235" y="1666766"/>
                  <a:pt x="1598045" y="1608087"/>
                </a:cubicBezTo>
                <a:close/>
                <a:moveTo>
                  <a:pt x="1299759" y="1608087"/>
                </a:moveTo>
                <a:cubicBezTo>
                  <a:pt x="1024569" y="1666766"/>
                  <a:pt x="809725" y="1879876"/>
                  <a:pt x="756450" y="2148655"/>
                </a:cubicBezTo>
                <a:cubicBezTo>
                  <a:pt x="1031640" y="2089976"/>
                  <a:pt x="1246483" y="1876866"/>
                  <a:pt x="1299759" y="1608087"/>
                </a:cubicBezTo>
                <a:close/>
                <a:moveTo>
                  <a:pt x="0" y="1504081"/>
                </a:moveTo>
                <a:cubicBezTo>
                  <a:pt x="306658" y="1594561"/>
                  <a:pt x="537576" y="1851117"/>
                  <a:pt x="582690" y="2165262"/>
                </a:cubicBezTo>
                <a:cubicBezTo>
                  <a:pt x="582857" y="2165315"/>
                  <a:pt x="583026" y="2165320"/>
                  <a:pt x="583195" y="2165325"/>
                </a:cubicBezTo>
                <a:lnTo>
                  <a:pt x="583735" y="2171962"/>
                </a:lnTo>
                <a:cubicBezTo>
                  <a:pt x="588792" y="2201969"/>
                  <a:pt x="591242" y="2232611"/>
                  <a:pt x="591199" y="2263693"/>
                </a:cubicBezTo>
                <a:cubicBezTo>
                  <a:pt x="592511" y="2269279"/>
                  <a:pt x="592570" y="2274903"/>
                  <a:pt x="592570" y="2280541"/>
                </a:cubicBezTo>
                <a:cubicBezTo>
                  <a:pt x="592570" y="2284333"/>
                  <a:pt x="592543" y="2288119"/>
                  <a:pt x="591977" y="2291891"/>
                </a:cubicBezTo>
                <a:lnTo>
                  <a:pt x="591478" y="2291858"/>
                </a:lnTo>
                <a:lnTo>
                  <a:pt x="591452" y="2292349"/>
                </a:lnTo>
                <a:lnTo>
                  <a:pt x="574334" y="2290736"/>
                </a:lnTo>
                <a:cubicBezTo>
                  <a:pt x="541959" y="2290213"/>
                  <a:pt x="510079" y="2287255"/>
                  <a:pt x="478907" y="2281745"/>
                </a:cubicBezTo>
                <a:cubicBezTo>
                  <a:pt x="473330" y="2282161"/>
                  <a:pt x="468001" y="2281220"/>
                  <a:pt x="462690" y="2280217"/>
                </a:cubicBezTo>
                <a:lnTo>
                  <a:pt x="462574" y="2279078"/>
                </a:lnTo>
                <a:cubicBezTo>
                  <a:pt x="282200" y="2249456"/>
                  <a:pt x="121485" y="2164343"/>
                  <a:pt x="0" y="2042401"/>
                </a:cubicBezTo>
                <a:lnTo>
                  <a:pt x="0" y="1837231"/>
                </a:lnTo>
                <a:cubicBezTo>
                  <a:pt x="97584" y="1993737"/>
                  <a:pt x="258975" y="2108093"/>
                  <a:pt x="449203" y="2148655"/>
                </a:cubicBezTo>
                <a:cubicBezTo>
                  <a:pt x="402182" y="1911427"/>
                  <a:pt x="229297" y="1717565"/>
                  <a:pt x="0" y="1635380"/>
                </a:cubicBezTo>
                <a:close/>
                <a:moveTo>
                  <a:pt x="11608704" y="1464394"/>
                </a:moveTo>
                <a:lnTo>
                  <a:pt x="11625791" y="1466004"/>
                </a:lnTo>
                <a:cubicBezTo>
                  <a:pt x="11658177" y="1466527"/>
                  <a:pt x="11690070" y="1469485"/>
                  <a:pt x="11721253" y="1474998"/>
                </a:cubicBezTo>
                <a:cubicBezTo>
                  <a:pt x="11726829" y="1474582"/>
                  <a:pt x="11732157" y="1475523"/>
                  <a:pt x="11737466" y="1476525"/>
                </a:cubicBezTo>
                <a:lnTo>
                  <a:pt x="11737583" y="1477664"/>
                </a:lnTo>
                <a:cubicBezTo>
                  <a:pt x="11914088" y="1506650"/>
                  <a:pt x="12071767" y="1588774"/>
                  <a:pt x="12192000" y="1706842"/>
                </a:cubicBezTo>
                <a:lnTo>
                  <a:pt x="12192000" y="1906833"/>
                </a:lnTo>
                <a:cubicBezTo>
                  <a:pt x="12093732" y="1756811"/>
                  <a:pt x="11935983" y="1647542"/>
                  <a:pt x="11750953" y="1608088"/>
                </a:cubicBezTo>
                <a:cubicBezTo>
                  <a:pt x="11797422" y="1842524"/>
                  <a:pt x="11966808" y="2034608"/>
                  <a:pt x="12192000" y="2118654"/>
                </a:cubicBezTo>
                <a:lnTo>
                  <a:pt x="12192000" y="2250657"/>
                </a:lnTo>
                <a:cubicBezTo>
                  <a:pt x="11889465" y="2157681"/>
                  <a:pt x="11662185" y="1902872"/>
                  <a:pt x="11617468" y="1591480"/>
                </a:cubicBezTo>
                <a:cubicBezTo>
                  <a:pt x="11617300" y="1591427"/>
                  <a:pt x="11617132" y="1591423"/>
                  <a:pt x="11616962" y="1591418"/>
                </a:cubicBezTo>
                <a:lnTo>
                  <a:pt x="11616424" y="1584794"/>
                </a:lnTo>
                <a:cubicBezTo>
                  <a:pt x="11611365" y="1554782"/>
                  <a:pt x="11608914" y="1524133"/>
                  <a:pt x="11608957" y="1493044"/>
                </a:cubicBezTo>
                <a:cubicBezTo>
                  <a:pt x="11607645" y="1487460"/>
                  <a:pt x="11607586" y="1481838"/>
                  <a:pt x="11607586" y="1476202"/>
                </a:cubicBezTo>
                <a:lnTo>
                  <a:pt x="11608180" y="1464851"/>
                </a:lnTo>
                <a:lnTo>
                  <a:pt x="11608678" y="1464884"/>
                </a:lnTo>
                <a:close/>
                <a:moveTo>
                  <a:pt x="11594916" y="1464394"/>
                </a:moveTo>
                <a:lnTo>
                  <a:pt x="11594942" y="1464884"/>
                </a:lnTo>
                <a:lnTo>
                  <a:pt x="11595440" y="1464852"/>
                </a:lnTo>
                <a:lnTo>
                  <a:pt x="11596034" y="1476202"/>
                </a:lnTo>
                <a:cubicBezTo>
                  <a:pt x="11596034" y="1481838"/>
                  <a:pt x="11595975" y="1487460"/>
                  <a:pt x="11594663" y="1493044"/>
                </a:cubicBezTo>
                <a:cubicBezTo>
                  <a:pt x="11594706" y="1524133"/>
                  <a:pt x="11592255" y="1554782"/>
                  <a:pt x="11587196" y="1584794"/>
                </a:cubicBezTo>
                <a:lnTo>
                  <a:pt x="11586658" y="1591418"/>
                </a:lnTo>
                <a:cubicBezTo>
                  <a:pt x="11586488" y="1591423"/>
                  <a:pt x="11586320" y="1591427"/>
                  <a:pt x="11586152" y="1591480"/>
                </a:cubicBezTo>
                <a:cubicBezTo>
                  <a:pt x="11535877" y="1941574"/>
                  <a:pt x="11254838" y="2220146"/>
                  <a:pt x="10895987" y="2279078"/>
                </a:cubicBezTo>
                <a:lnTo>
                  <a:pt x="10895871" y="2280217"/>
                </a:lnTo>
                <a:cubicBezTo>
                  <a:pt x="10890560" y="2281220"/>
                  <a:pt x="10885231" y="2282161"/>
                  <a:pt x="10879654" y="2281745"/>
                </a:cubicBezTo>
                <a:cubicBezTo>
                  <a:pt x="10848482" y="2287255"/>
                  <a:pt x="10816602" y="2290213"/>
                  <a:pt x="10784227" y="2290736"/>
                </a:cubicBezTo>
                <a:lnTo>
                  <a:pt x="10767109" y="2292349"/>
                </a:lnTo>
                <a:lnTo>
                  <a:pt x="10767083" y="2291858"/>
                </a:lnTo>
                <a:lnTo>
                  <a:pt x="10766584" y="2291891"/>
                </a:lnTo>
                <a:cubicBezTo>
                  <a:pt x="10766018" y="2288119"/>
                  <a:pt x="10765991" y="2284333"/>
                  <a:pt x="10765991" y="2280541"/>
                </a:cubicBezTo>
                <a:cubicBezTo>
                  <a:pt x="10765991" y="2274903"/>
                  <a:pt x="10766050" y="2269279"/>
                  <a:pt x="10767362" y="2263693"/>
                </a:cubicBezTo>
                <a:cubicBezTo>
                  <a:pt x="10767319" y="2232611"/>
                  <a:pt x="10769769" y="2201969"/>
                  <a:pt x="10774826" y="2171962"/>
                </a:cubicBezTo>
                <a:lnTo>
                  <a:pt x="10775366" y="2165325"/>
                </a:lnTo>
                <a:cubicBezTo>
                  <a:pt x="10775535" y="2165320"/>
                  <a:pt x="10775704" y="2165315"/>
                  <a:pt x="10775872" y="2165262"/>
                </a:cubicBezTo>
                <a:cubicBezTo>
                  <a:pt x="10826148" y="1815167"/>
                  <a:pt x="11107187" y="1536596"/>
                  <a:pt x="11466037" y="1477664"/>
                </a:cubicBezTo>
                <a:lnTo>
                  <a:pt x="11466154" y="1476525"/>
                </a:lnTo>
                <a:cubicBezTo>
                  <a:pt x="11471463" y="1475523"/>
                  <a:pt x="11476791" y="1474582"/>
                  <a:pt x="11482367" y="1474998"/>
                </a:cubicBezTo>
                <a:cubicBezTo>
                  <a:pt x="11513550" y="1469485"/>
                  <a:pt x="11545443" y="1466527"/>
                  <a:pt x="11577829" y="1466004"/>
                </a:cubicBezTo>
                <a:close/>
                <a:moveTo>
                  <a:pt x="9916551" y="1464394"/>
                </a:moveTo>
                <a:lnTo>
                  <a:pt x="9933638" y="1466004"/>
                </a:lnTo>
                <a:cubicBezTo>
                  <a:pt x="9966024" y="1466527"/>
                  <a:pt x="9997917" y="1469485"/>
                  <a:pt x="10029100" y="1474998"/>
                </a:cubicBezTo>
                <a:cubicBezTo>
                  <a:pt x="10034676" y="1474582"/>
                  <a:pt x="10040004" y="1475523"/>
                  <a:pt x="10045313" y="1476525"/>
                </a:cubicBezTo>
                <a:lnTo>
                  <a:pt x="10045430" y="1477664"/>
                </a:lnTo>
                <a:cubicBezTo>
                  <a:pt x="10404280" y="1536596"/>
                  <a:pt x="10685319" y="1815167"/>
                  <a:pt x="10735596" y="2165262"/>
                </a:cubicBezTo>
                <a:cubicBezTo>
                  <a:pt x="10735763" y="2165315"/>
                  <a:pt x="10735932" y="2165320"/>
                  <a:pt x="10736101" y="2165325"/>
                </a:cubicBezTo>
                <a:lnTo>
                  <a:pt x="10736641" y="2171962"/>
                </a:lnTo>
                <a:cubicBezTo>
                  <a:pt x="10741698" y="2201969"/>
                  <a:pt x="10744148" y="2232611"/>
                  <a:pt x="10744105" y="2263693"/>
                </a:cubicBezTo>
                <a:cubicBezTo>
                  <a:pt x="10745417" y="2269279"/>
                  <a:pt x="10745476" y="2274903"/>
                  <a:pt x="10745476" y="2280541"/>
                </a:cubicBezTo>
                <a:cubicBezTo>
                  <a:pt x="10745476" y="2284333"/>
                  <a:pt x="10745449" y="2288119"/>
                  <a:pt x="10744883" y="2291891"/>
                </a:cubicBezTo>
                <a:lnTo>
                  <a:pt x="10744384" y="2291858"/>
                </a:lnTo>
                <a:lnTo>
                  <a:pt x="10744358" y="2292349"/>
                </a:lnTo>
                <a:lnTo>
                  <a:pt x="10727240" y="2290736"/>
                </a:lnTo>
                <a:cubicBezTo>
                  <a:pt x="10694865" y="2290213"/>
                  <a:pt x="10662985" y="2287255"/>
                  <a:pt x="10631813" y="2281745"/>
                </a:cubicBezTo>
                <a:cubicBezTo>
                  <a:pt x="10626236" y="2282161"/>
                  <a:pt x="10620907" y="2281220"/>
                  <a:pt x="10615596" y="2280217"/>
                </a:cubicBezTo>
                <a:lnTo>
                  <a:pt x="10615480" y="2279078"/>
                </a:lnTo>
                <a:cubicBezTo>
                  <a:pt x="10256629" y="2220146"/>
                  <a:pt x="9975590" y="1941574"/>
                  <a:pt x="9925315" y="1591480"/>
                </a:cubicBezTo>
                <a:cubicBezTo>
                  <a:pt x="9925147" y="1591427"/>
                  <a:pt x="9924979" y="1591423"/>
                  <a:pt x="9924809" y="1591418"/>
                </a:cubicBezTo>
                <a:lnTo>
                  <a:pt x="9924271" y="1584794"/>
                </a:lnTo>
                <a:cubicBezTo>
                  <a:pt x="9919212" y="1554782"/>
                  <a:pt x="9916761" y="1524133"/>
                  <a:pt x="9916804" y="1493044"/>
                </a:cubicBezTo>
                <a:cubicBezTo>
                  <a:pt x="9915492" y="1487460"/>
                  <a:pt x="9915433" y="1481838"/>
                  <a:pt x="9915433" y="1476202"/>
                </a:cubicBezTo>
                <a:lnTo>
                  <a:pt x="9916027" y="1464852"/>
                </a:lnTo>
                <a:lnTo>
                  <a:pt x="9916525" y="1464884"/>
                </a:lnTo>
                <a:close/>
                <a:moveTo>
                  <a:pt x="9902763" y="1464394"/>
                </a:moveTo>
                <a:lnTo>
                  <a:pt x="9902789" y="1464884"/>
                </a:lnTo>
                <a:lnTo>
                  <a:pt x="9903287" y="1464852"/>
                </a:lnTo>
                <a:lnTo>
                  <a:pt x="9903881" y="1476202"/>
                </a:lnTo>
                <a:cubicBezTo>
                  <a:pt x="9903881" y="1481838"/>
                  <a:pt x="9903822" y="1487460"/>
                  <a:pt x="9902510" y="1493044"/>
                </a:cubicBezTo>
                <a:cubicBezTo>
                  <a:pt x="9902553" y="1524133"/>
                  <a:pt x="9900102" y="1554782"/>
                  <a:pt x="9895043" y="1584794"/>
                </a:cubicBezTo>
                <a:lnTo>
                  <a:pt x="9894505" y="1591418"/>
                </a:lnTo>
                <a:cubicBezTo>
                  <a:pt x="9894335" y="1591423"/>
                  <a:pt x="9894167" y="1591427"/>
                  <a:pt x="9893999" y="1591480"/>
                </a:cubicBezTo>
                <a:cubicBezTo>
                  <a:pt x="9843724" y="1941574"/>
                  <a:pt x="9562685" y="2220146"/>
                  <a:pt x="9203834" y="2279078"/>
                </a:cubicBezTo>
                <a:lnTo>
                  <a:pt x="9203718" y="2280217"/>
                </a:lnTo>
                <a:cubicBezTo>
                  <a:pt x="9198407" y="2281220"/>
                  <a:pt x="9193078" y="2282161"/>
                  <a:pt x="9187501" y="2281745"/>
                </a:cubicBezTo>
                <a:cubicBezTo>
                  <a:pt x="9156329" y="2287255"/>
                  <a:pt x="9124449" y="2290213"/>
                  <a:pt x="9092074" y="2290736"/>
                </a:cubicBezTo>
                <a:lnTo>
                  <a:pt x="9074956" y="2292349"/>
                </a:lnTo>
                <a:lnTo>
                  <a:pt x="9074930" y="2291858"/>
                </a:lnTo>
                <a:lnTo>
                  <a:pt x="9074431" y="2291891"/>
                </a:lnTo>
                <a:cubicBezTo>
                  <a:pt x="9073865" y="2288119"/>
                  <a:pt x="9073838" y="2284333"/>
                  <a:pt x="9073838" y="2280541"/>
                </a:cubicBezTo>
                <a:cubicBezTo>
                  <a:pt x="9073838" y="2274903"/>
                  <a:pt x="9073897" y="2269279"/>
                  <a:pt x="9075209" y="2263693"/>
                </a:cubicBezTo>
                <a:cubicBezTo>
                  <a:pt x="9075166" y="2232611"/>
                  <a:pt x="9077616" y="2201969"/>
                  <a:pt x="9082673" y="2171962"/>
                </a:cubicBezTo>
                <a:lnTo>
                  <a:pt x="9083213" y="2165325"/>
                </a:lnTo>
                <a:cubicBezTo>
                  <a:pt x="9083382" y="2165320"/>
                  <a:pt x="9083551" y="2165315"/>
                  <a:pt x="9083718" y="2165262"/>
                </a:cubicBezTo>
                <a:cubicBezTo>
                  <a:pt x="9133995" y="1815167"/>
                  <a:pt x="9415034" y="1536596"/>
                  <a:pt x="9773884" y="1477664"/>
                </a:cubicBezTo>
                <a:lnTo>
                  <a:pt x="9774001" y="1476525"/>
                </a:lnTo>
                <a:cubicBezTo>
                  <a:pt x="9779310" y="1475523"/>
                  <a:pt x="9784638" y="1474582"/>
                  <a:pt x="9790214" y="1474998"/>
                </a:cubicBezTo>
                <a:cubicBezTo>
                  <a:pt x="9821397" y="1469485"/>
                  <a:pt x="9853290" y="1466527"/>
                  <a:pt x="9885676" y="1466004"/>
                </a:cubicBezTo>
                <a:close/>
                <a:moveTo>
                  <a:pt x="8224400" y="1464394"/>
                </a:moveTo>
                <a:lnTo>
                  <a:pt x="8241488" y="1466004"/>
                </a:lnTo>
                <a:cubicBezTo>
                  <a:pt x="8273873" y="1466527"/>
                  <a:pt x="8305766" y="1469485"/>
                  <a:pt x="8336949" y="1474998"/>
                </a:cubicBezTo>
                <a:cubicBezTo>
                  <a:pt x="8342525" y="1474582"/>
                  <a:pt x="8347853" y="1475523"/>
                  <a:pt x="8353162" y="1476525"/>
                </a:cubicBezTo>
                <a:lnTo>
                  <a:pt x="8353279" y="1477664"/>
                </a:lnTo>
                <a:cubicBezTo>
                  <a:pt x="8712129" y="1536596"/>
                  <a:pt x="8993168" y="1815167"/>
                  <a:pt x="9043444" y="2165262"/>
                </a:cubicBezTo>
                <a:cubicBezTo>
                  <a:pt x="9043612" y="2165315"/>
                  <a:pt x="9043781" y="2165320"/>
                  <a:pt x="9043950" y="2165325"/>
                </a:cubicBezTo>
                <a:lnTo>
                  <a:pt x="9044490" y="2171962"/>
                </a:lnTo>
                <a:cubicBezTo>
                  <a:pt x="9049547" y="2201969"/>
                  <a:pt x="9051997" y="2232611"/>
                  <a:pt x="9051954" y="2263693"/>
                </a:cubicBezTo>
                <a:cubicBezTo>
                  <a:pt x="9053266" y="2269279"/>
                  <a:pt x="9053325" y="2274903"/>
                  <a:pt x="9053325" y="2280541"/>
                </a:cubicBezTo>
                <a:cubicBezTo>
                  <a:pt x="9053325" y="2284333"/>
                  <a:pt x="9053298" y="2288119"/>
                  <a:pt x="9052732" y="2291891"/>
                </a:cubicBezTo>
                <a:lnTo>
                  <a:pt x="9052233" y="2291858"/>
                </a:lnTo>
                <a:lnTo>
                  <a:pt x="9052207" y="2292349"/>
                </a:lnTo>
                <a:lnTo>
                  <a:pt x="9035089" y="2290736"/>
                </a:lnTo>
                <a:cubicBezTo>
                  <a:pt x="9002714" y="2290213"/>
                  <a:pt x="8970834" y="2287255"/>
                  <a:pt x="8939662" y="2281745"/>
                </a:cubicBezTo>
                <a:cubicBezTo>
                  <a:pt x="8934085" y="2282161"/>
                  <a:pt x="8928756" y="2281220"/>
                  <a:pt x="8923445" y="2280217"/>
                </a:cubicBezTo>
                <a:lnTo>
                  <a:pt x="8923329" y="2279078"/>
                </a:lnTo>
                <a:cubicBezTo>
                  <a:pt x="8564478" y="2220146"/>
                  <a:pt x="8283439" y="1941574"/>
                  <a:pt x="8233164" y="1591480"/>
                </a:cubicBezTo>
                <a:cubicBezTo>
                  <a:pt x="8232996" y="1591427"/>
                  <a:pt x="8232828" y="1591423"/>
                  <a:pt x="8232658" y="1591418"/>
                </a:cubicBezTo>
                <a:lnTo>
                  <a:pt x="8232120" y="1584794"/>
                </a:lnTo>
                <a:cubicBezTo>
                  <a:pt x="8227061" y="1554782"/>
                  <a:pt x="8224611" y="1524133"/>
                  <a:pt x="8224653" y="1493044"/>
                </a:cubicBezTo>
                <a:cubicBezTo>
                  <a:pt x="8223341" y="1487460"/>
                  <a:pt x="8223282" y="1481838"/>
                  <a:pt x="8223282" y="1476202"/>
                </a:cubicBezTo>
                <a:lnTo>
                  <a:pt x="8223876" y="1464852"/>
                </a:lnTo>
                <a:lnTo>
                  <a:pt x="8224374" y="1464884"/>
                </a:lnTo>
                <a:close/>
                <a:moveTo>
                  <a:pt x="8210612" y="1464394"/>
                </a:moveTo>
                <a:lnTo>
                  <a:pt x="8210638" y="1464884"/>
                </a:lnTo>
                <a:lnTo>
                  <a:pt x="8211136" y="1464852"/>
                </a:lnTo>
                <a:lnTo>
                  <a:pt x="8211730" y="1476202"/>
                </a:lnTo>
                <a:cubicBezTo>
                  <a:pt x="8211730" y="1481838"/>
                  <a:pt x="8211672" y="1487460"/>
                  <a:pt x="8210360" y="1493044"/>
                </a:cubicBezTo>
                <a:cubicBezTo>
                  <a:pt x="8210402" y="1524133"/>
                  <a:pt x="8207951" y="1554782"/>
                  <a:pt x="8202893" y="1584794"/>
                </a:cubicBezTo>
                <a:lnTo>
                  <a:pt x="8202354" y="1591418"/>
                </a:lnTo>
                <a:cubicBezTo>
                  <a:pt x="8202185" y="1591423"/>
                  <a:pt x="8202016" y="1591427"/>
                  <a:pt x="8201849" y="1591480"/>
                </a:cubicBezTo>
                <a:cubicBezTo>
                  <a:pt x="8151573" y="1941574"/>
                  <a:pt x="7870534" y="2220146"/>
                  <a:pt x="7511683" y="2279078"/>
                </a:cubicBezTo>
                <a:lnTo>
                  <a:pt x="7511567" y="2280217"/>
                </a:lnTo>
                <a:cubicBezTo>
                  <a:pt x="7506256" y="2281220"/>
                  <a:pt x="7500927" y="2282161"/>
                  <a:pt x="7495350" y="2281745"/>
                </a:cubicBezTo>
                <a:cubicBezTo>
                  <a:pt x="7464178" y="2287255"/>
                  <a:pt x="7432298" y="2290213"/>
                  <a:pt x="7399924" y="2290736"/>
                </a:cubicBezTo>
                <a:lnTo>
                  <a:pt x="7382805" y="2292349"/>
                </a:lnTo>
                <a:lnTo>
                  <a:pt x="7382779" y="2291858"/>
                </a:lnTo>
                <a:lnTo>
                  <a:pt x="7382280" y="2291891"/>
                </a:lnTo>
                <a:cubicBezTo>
                  <a:pt x="7381714" y="2288119"/>
                  <a:pt x="7381687" y="2284333"/>
                  <a:pt x="7381687" y="2280541"/>
                </a:cubicBezTo>
                <a:cubicBezTo>
                  <a:pt x="7381687" y="2274903"/>
                  <a:pt x="7381746" y="2269279"/>
                  <a:pt x="7383058" y="2263693"/>
                </a:cubicBezTo>
                <a:cubicBezTo>
                  <a:pt x="7383016" y="2232611"/>
                  <a:pt x="7385465" y="2201969"/>
                  <a:pt x="7390522" y="2171962"/>
                </a:cubicBezTo>
                <a:lnTo>
                  <a:pt x="7391062" y="2165325"/>
                </a:lnTo>
                <a:cubicBezTo>
                  <a:pt x="7391231" y="2165320"/>
                  <a:pt x="7391400" y="2165315"/>
                  <a:pt x="7391568" y="2165262"/>
                </a:cubicBezTo>
                <a:cubicBezTo>
                  <a:pt x="7441844" y="1815167"/>
                  <a:pt x="7722883" y="1536596"/>
                  <a:pt x="8081734" y="1477664"/>
                </a:cubicBezTo>
                <a:lnTo>
                  <a:pt x="8081851" y="1476525"/>
                </a:lnTo>
                <a:cubicBezTo>
                  <a:pt x="8087159" y="1475523"/>
                  <a:pt x="8092487" y="1474582"/>
                  <a:pt x="8098063" y="1474998"/>
                </a:cubicBezTo>
                <a:cubicBezTo>
                  <a:pt x="8129247" y="1469485"/>
                  <a:pt x="8161139" y="1466527"/>
                  <a:pt x="8193525" y="1466004"/>
                </a:cubicBezTo>
                <a:close/>
                <a:moveTo>
                  <a:pt x="6532249" y="1464394"/>
                </a:moveTo>
                <a:lnTo>
                  <a:pt x="6549337" y="1466004"/>
                </a:lnTo>
                <a:cubicBezTo>
                  <a:pt x="6581722" y="1466527"/>
                  <a:pt x="6613615" y="1469485"/>
                  <a:pt x="6644798" y="1474998"/>
                </a:cubicBezTo>
                <a:cubicBezTo>
                  <a:pt x="6650374" y="1474582"/>
                  <a:pt x="6655702" y="1475523"/>
                  <a:pt x="6661011" y="1476525"/>
                </a:cubicBezTo>
                <a:lnTo>
                  <a:pt x="6661128" y="1477664"/>
                </a:lnTo>
                <a:cubicBezTo>
                  <a:pt x="7019978" y="1536596"/>
                  <a:pt x="7301017" y="1815167"/>
                  <a:pt x="7351294" y="2165262"/>
                </a:cubicBezTo>
                <a:cubicBezTo>
                  <a:pt x="7351461" y="2165315"/>
                  <a:pt x="7351631" y="2165320"/>
                  <a:pt x="7351799" y="2165325"/>
                </a:cubicBezTo>
                <a:lnTo>
                  <a:pt x="7352340" y="2171962"/>
                </a:lnTo>
                <a:cubicBezTo>
                  <a:pt x="7357396" y="2201969"/>
                  <a:pt x="7359846" y="2232611"/>
                  <a:pt x="7359804" y="2263693"/>
                </a:cubicBezTo>
                <a:cubicBezTo>
                  <a:pt x="7361116" y="2269279"/>
                  <a:pt x="7361174" y="2274903"/>
                  <a:pt x="7361174" y="2280541"/>
                </a:cubicBezTo>
                <a:cubicBezTo>
                  <a:pt x="7361174" y="2284333"/>
                  <a:pt x="7361147" y="2288119"/>
                  <a:pt x="7360581" y="2291891"/>
                </a:cubicBezTo>
                <a:lnTo>
                  <a:pt x="7360082" y="2291858"/>
                </a:lnTo>
                <a:lnTo>
                  <a:pt x="7360056" y="2292349"/>
                </a:lnTo>
                <a:lnTo>
                  <a:pt x="7342938" y="2290736"/>
                </a:lnTo>
                <a:cubicBezTo>
                  <a:pt x="7310564" y="2290213"/>
                  <a:pt x="7278683" y="2287255"/>
                  <a:pt x="7247511" y="2281745"/>
                </a:cubicBezTo>
                <a:cubicBezTo>
                  <a:pt x="7241934" y="2282161"/>
                  <a:pt x="7236605" y="2281220"/>
                  <a:pt x="7231295" y="2280217"/>
                </a:cubicBezTo>
                <a:lnTo>
                  <a:pt x="7231179" y="2279078"/>
                </a:lnTo>
                <a:cubicBezTo>
                  <a:pt x="6872327" y="2220146"/>
                  <a:pt x="6591288" y="1941574"/>
                  <a:pt x="6541013" y="1591480"/>
                </a:cubicBezTo>
                <a:cubicBezTo>
                  <a:pt x="6540845" y="1591427"/>
                  <a:pt x="6540677" y="1591423"/>
                  <a:pt x="6540507" y="1591418"/>
                </a:cubicBezTo>
                <a:lnTo>
                  <a:pt x="6539969" y="1584794"/>
                </a:lnTo>
                <a:cubicBezTo>
                  <a:pt x="6534910" y="1554782"/>
                  <a:pt x="6532460" y="1524133"/>
                  <a:pt x="6532502" y="1493044"/>
                </a:cubicBezTo>
                <a:cubicBezTo>
                  <a:pt x="6531190" y="1487460"/>
                  <a:pt x="6531131" y="1481838"/>
                  <a:pt x="6531131" y="1476202"/>
                </a:cubicBezTo>
                <a:lnTo>
                  <a:pt x="6531725" y="1464852"/>
                </a:lnTo>
                <a:lnTo>
                  <a:pt x="6532223" y="1464884"/>
                </a:lnTo>
                <a:close/>
                <a:moveTo>
                  <a:pt x="6518461" y="1464394"/>
                </a:moveTo>
                <a:lnTo>
                  <a:pt x="6518487" y="1464884"/>
                </a:lnTo>
                <a:lnTo>
                  <a:pt x="6518985" y="1464852"/>
                </a:lnTo>
                <a:lnTo>
                  <a:pt x="6519579" y="1476202"/>
                </a:lnTo>
                <a:cubicBezTo>
                  <a:pt x="6519579" y="1481838"/>
                  <a:pt x="6519520" y="1487460"/>
                  <a:pt x="6518208" y="1493044"/>
                </a:cubicBezTo>
                <a:cubicBezTo>
                  <a:pt x="6518250" y="1524133"/>
                  <a:pt x="6515800" y="1554782"/>
                  <a:pt x="6510741" y="1584794"/>
                </a:cubicBezTo>
                <a:lnTo>
                  <a:pt x="6510203" y="1591418"/>
                </a:lnTo>
                <a:cubicBezTo>
                  <a:pt x="6510033" y="1591423"/>
                  <a:pt x="6509865" y="1591427"/>
                  <a:pt x="6509697" y="1591480"/>
                </a:cubicBezTo>
                <a:cubicBezTo>
                  <a:pt x="6459422" y="1941574"/>
                  <a:pt x="6178383" y="2220146"/>
                  <a:pt x="5819531" y="2279078"/>
                </a:cubicBezTo>
                <a:lnTo>
                  <a:pt x="5819415" y="2280217"/>
                </a:lnTo>
                <a:cubicBezTo>
                  <a:pt x="5814105" y="2281220"/>
                  <a:pt x="5808776" y="2282161"/>
                  <a:pt x="5803199" y="2281745"/>
                </a:cubicBezTo>
                <a:cubicBezTo>
                  <a:pt x="5772027" y="2287255"/>
                  <a:pt x="5740146" y="2290213"/>
                  <a:pt x="5707772" y="2290736"/>
                </a:cubicBezTo>
                <a:lnTo>
                  <a:pt x="5690654" y="2292349"/>
                </a:lnTo>
                <a:lnTo>
                  <a:pt x="5690628" y="2291858"/>
                </a:lnTo>
                <a:lnTo>
                  <a:pt x="5690129" y="2291891"/>
                </a:lnTo>
                <a:cubicBezTo>
                  <a:pt x="5689563" y="2288119"/>
                  <a:pt x="5689536" y="2284333"/>
                  <a:pt x="5689536" y="2280541"/>
                </a:cubicBezTo>
                <a:cubicBezTo>
                  <a:pt x="5689536" y="2274903"/>
                  <a:pt x="5689594" y="2269279"/>
                  <a:pt x="5690906" y="2263693"/>
                </a:cubicBezTo>
                <a:cubicBezTo>
                  <a:pt x="5690864" y="2232611"/>
                  <a:pt x="5693314" y="2201969"/>
                  <a:pt x="5698370" y="2171962"/>
                </a:cubicBezTo>
                <a:lnTo>
                  <a:pt x="5698911" y="2165325"/>
                </a:lnTo>
                <a:cubicBezTo>
                  <a:pt x="5699079" y="2165320"/>
                  <a:pt x="5699249" y="2165315"/>
                  <a:pt x="5699416" y="2165262"/>
                </a:cubicBezTo>
                <a:cubicBezTo>
                  <a:pt x="5749693" y="1815167"/>
                  <a:pt x="6030732" y="1536596"/>
                  <a:pt x="6389582" y="1477664"/>
                </a:cubicBezTo>
                <a:lnTo>
                  <a:pt x="6389699" y="1476525"/>
                </a:lnTo>
                <a:cubicBezTo>
                  <a:pt x="6395008" y="1475523"/>
                  <a:pt x="6400336" y="1474582"/>
                  <a:pt x="6405912" y="1474998"/>
                </a:cubicBezTo>
                <a:cubicBezTo>
                  <a:pt x="6437095" y="1469485"/>
                  <a:pt x="6468988" y="1466527"/>
                  <a:pt x="6501373" y="1466004"/>
                </a:cubicBezTo>
                <a:close/>
                <a:moveTo>
                  <a:pt x="4840098" y="1464394"/>
                </a:moveTo>
                <a:lnTo>
                  <a:pt x="4857185" y="1466004"/>
                </a:lnTo>
                <a:cubicBezTo>
                  <a:pt x="4889571" y="1466527"/>
                  <a:pt x="4921463" y="1469485"/>
                  <a:pt x="4952647" y="1474998"/>
                </a:cubicBezTo>
                <a:cubicBezTo>
                  <a:pt x="4958223" y="1474582"/>
                  <a:pt x="4963551" y="1475523"/>
                  <a:pt x="4968859" y="1476525"/>
                </a:cubicBezTo>
                <a:lnTo>
                  <a:pt x="4968976" y="1477664"/>
                </a:lnTo>
                <a:cubicBezTo>
                  <a:pt x="5327827" y="1536596"/>
                  <a:pt x="5608866" y="1815167"/>
                  <a:pt x="5659142" y="2165262"/>
                </a:cubicBezTo>
                <a:cubicBezTo>
                  <a:pt x="5659310" y="2165315"/>
                  <a:pt x="5659479" y="2165320"/>
                  <a:pt x="5659648" y="2165325"/>
                </a:cubicBezTo>
                <a:lnTo>
                  <a:pt x="5660188" y="2171962"/>
                </a:lnTo>
                <a:cubicBezTo>
                  <a:pt x="5665245" y="2201969"/>
                  <a:pt x="5667694" y="2232611"/>
                  <a:pt x="5667652" y="2263693"/>
                </a:cubicBezTo>
                <a:cubicBezTo>
                  <a:pt x="5668964" y="2269279"/>
                  <a:pt x="5669023" y="2274903"/>
                  <a:pt x="5669023" y="2280541"/>
                </a:cubicBezTo>
                <a:cubicBezTo>
                  <a:pt x="5669023" y="2284333"/>
                  <a:pt x="5668996" y="2288119"/>
                  <a:pt x="5668430" y="2291891"/>
                </a:cubicBezTo>
                <a:lnTo>
                  <a:pt x="5667931" y="2291858"/>
                </a:lnTo>
                <a:lnTo>
                  <a:pt x="5667905" y="2292349"/>
                </a:lnTo>
                <a:lnTo>
                  <a:pt x="5650786" y="2290736"/>
                </a:lnTo>
                <a:cubicBezTo>
                  <a:pt x="5618412" y="2290213"/>
                  <a:pt x="5586532" y="2287255"/>
                  <a:pt x="5555360" y="2281745"/>
                </a:cubicBezTo>
                <a:cubicBezTo>
                  <a:pt x="5549783" y="2282161"/>
                  <a:pt x="5544454" y="2281220"/>
                  <a:pt x="5539143" y="2280217"/>
                </a:cubicBezTo>
                <a:lnTo>
                  <a:pt x="5539027" y="2279078"/>
                </a:lnTo>
                <a:cubicBezTo>
                  <a:pt x="5180176" y="2220146"/>
                  <a:pt x="4899137" y="1941574"/>
                  <a:pt x="4848861" y="1591480"/>
                </a:cubicBezTo>
                <a:cubicBezTo>
                  <a:pt x="4848694" y="1591427"/>
                  <a:pt x="4848525" y="1591423"/>
                  <a:pt x="4848356" y="1591418"/>
                </a:cubicBezTo>
                <a:lnTo>
                  <a:pt x="4847817" y="1584794"/>
                </a:lnTo>
                <a:cubicBezTo>
                  <a:pt x="4842759" y="1554782"/>
                  <a:pt x="4840308" y="1524133"/>
                  <a:pt x="4840350" y="1493044"/>
                </a:cubicBezTo>
                <a:cubicBezTo>
                  <a:pt x="4839038" y="1487460"/>
                  <a:pt x="4838980" y="1481838"/>
                  <a:pt x="4838980" y="1476202"/>
                </a:cubicBezTo>
                <a:lnTo>
                  <a:pt x="4839574" y="1464852"/>
                </a:lnTo>
                <a:lnTo>
                  <a:pt x="4840072" y="1464884"/>
                </a:lnTo>
                <a:close/>
                <a:moveTo>
                  <a:pt x="4826310" y="1464394"/>
                </a:moveTo>
                <a:lnTo>
                  <a:pt x="4826336" y="1464884"/>
                </a:lnTo>
                <a:lnTo>
                  <a:pt x="4826834" y="1464852"/>
                </a:lnTo>
                <a:lnTo>
                  <a:pt x="4827428" y="1476202"/>
                </a:lnTo>
                <a:cubicBezTo>
                  <a:pt x="4827428" y="1481838"/>
                  <a:pt x="4827369" y="1487460"/>
                  <a:pt x="4826057" y="1493044"/>
                </a:cubicBezTo>
                <a:cubicBezTo>
                  <a:pt x="4826099" y="1524133"/>
                  <a:pt x="4823649" y="1554782"/>
                  <a:pt x="4818590" y="1584794"/>
                </a:cubicBezTo>
                <a:lnTo>
                  <a:pt x="4818052" y="1591418"/>
                </a:lnTo>
                <a:cubicBezTo>
                  <a:pt x="4817882" y="1591423"/>
                  <a:pt x="4817714" y="1591427"/>
                  <a:pt x="4817546" y="1591480"/>
                </a:cubicBezTo>
                <a:cubicBezTo>
                  <a:pt x="4767271" y="1941574"/>
                  <a:pt x="4486232" y="2220146"/>
                  <a:pt x="4127381" y="2279078"/>
                </a:cubicBezTo>
                <a:lnTo>
                  <a:pt x="4127264" y="2280217"/>
                </a:lnTo>
                <a:cubicBezTo>
                  <a:pt x="4121954" y="2281220"/>
                  <a:pt x="4116625" y="2282161"/>
                  <a:pt x="4111048" y="2281745"/>
                </a:cubicBezTo>
                <a:cubicBezTo>
                  <a:pt x="4079876" y="2287255"/>
                  <a:pt x="4047996" y="2290213"/>
                  <a:pt x="4015621" y="2290736"/>
                </a:cubicBezTo>
                <a:lnTo>
                  <a:pt x="3998503" y="2292349"/>
                </a:lnTo>
                <a:lnTo>
                  <a:pt x="3998477" y="2291858"/>
                </a:lnTo>
                <a:lnTo>
                  <a:pt x="3997978" y="2291891"/>
                </a:lnTo>
                <a:cubicBezTo>
                  <a:pt x="3997412" y="2288119"/>
                  <a:pt x="3997385" y="2284333"/>
                  <a:pt x="3997385" y="2280541"/>
                </a:cubicBezTo>
                <a:cubicBezTo>
                  <a:pt x="3997385" y="2274903"/>
                  <a:pt x="3997443" y="2269279"/>
                  <a:pt x="3998755" y="2263693"/>
                </a:cubicBezTo>
                <a:cubicBezTo>
                  <a:pt x="3998713" y="2232611"/>
                  <a:pt x="4001163" y="2201969"/>
                  <a:pt x="4006219" y="2171962"/>
                </a:cubicBezTo>
                <a:lnTo>
                  <a:pt x="4006760" y="2165325"/>
                </a:lnTo>
                <a:cubicBezTo>
                  <a:pt x="4006928" y="2165320"/>
                  <a:pt x="4007098" y="2165315"/>
                  <a:pt x="4007265" y="2165262"/>
                </a:cubicBezTo>
                <a:cubicBezTo>
                  <a:pt x="4057542" y="1815167"/>
                  <a:pt x="4338581" y="1536596"/>
                  <a:pt x="4697431" y="1477664"/>
                </a:cubicBezTo>
                <a:lnTo>
                  <a:pt x="4697548" y="1476525"/>
                </a:lnTo>
                <a:cubicBezTo>
                  <a:pt x="4702857" y="1475523"/>
                  <a:pt x="4708185" y="1474582"/>
                  <a:pt x="4713761" y="1474998"/>
                </a:cubicBezTo>
                <a:cubicBezTo>
                  <a:pt x="4744944" y="1469485"/>
                  <a:pt x="4776837" y="1466527"/>
                  <a:pt x="4809222" y="1466004"/>
                </a:cubicBezTo>
                <a:close/>
                <a:moveTo>
                  <a:pt x="3147947" y="1464394"/>
                </a:moveTo>
                <a:lnTo>
                  <a:pt x="3165034" y="1466004"/>
                </a:lnTo>
                <a:cubicBezTo>
                  <a:pt x="3197420" y="1466527"/>
                  <a:pt x="3229312" y="1469485"/>
                  <a:pt x="3260496" y="1474998"/>
                </a:cubicBezTo>
                <a:cubicBezTo>
                  <a:pt x="3266072" y="1474582"/>
                  <a:pt x="3271400" y="1475523"/>
                  <a:pt x="3276708" y="1476525"/>
                </a:cubicBezTo>
                <a:lnTo>
                  <a:pt x="3276826" y="1477664"/>
                </a:lnTo>
                <a:cubicBezTo>
                  <a:pt x="3635676" y="1536596"/>
                  <a:pt x="3916715" y="1815167"/>
                  <a:pt x="3966991" y="2165262"/>
                </a:cubicBezTo>
                <a:cubicBezTo>
                  <a:pt x="3967159" y="2165315"/>
                  <a:pt x="3967328" y="2165320"/>
                  <a:pt x="3967497" y="2165325"/>
                </a:cubicBezTo>
                <a:lnTo>
                  <a:pt x="3968037" y="2171962"/>
                </a:lnTo>
                <a:cubicBezTo>
                  <a:pt x="3973094" y="2201969"/>
                  <a:pt x="3975543" y="2232611"/>
                  <a:pt x="3975501" y="2263693"/>
                </a:cubicBezTo>
                <a:cubicBezTo>
                  <a:pt x="3976813" y="2269279"/>
                  <a:pt x="3976872" y="2274903"/>
                  <a:pt x="3976872" y="2280541"/>
                </a:cubicBezTo>
                <a:cubicBezTo>
                  <a:pt x="3976872" y="2284333"/>
                  <a:pt x="3976845" y="2288119"/>
                  <a:pt x="3976279" y="2291891"/>
                </a:cubicBezTo>
                <a:lnTo>
                  <a:pt x="3975780" y="2291858"/>
                </a:lnTo>
                <a:lnTo>
                  <a:pt x="3975754" y="2292349"/>
                </a:lnTo>
                <a:lnTo>
                  <a:pt x="3958635" y="2290736"/>
                </a:lnTo>
                <a:cubicBezTo>
                  <a:pt x="3926261" y="2290213"/>
                  <a:pt x="3894381" y="2287255"/>
                  <a:pt x="3863209" y="2281745"/>
                </a:cubicBezTo>
                <a:cubicBezTo>
                  <a:pt x="3857632" y="2282161"/>
                  <a:pt x="3852303" y="2281220"/>
                  <a:pt x="3846992" y="2280217"/>
                </a:cubicBezTo>
                <a:lnTo>
                  <a:pt x="3846876" y="2279078"/>
                </a:lnTo>
                <a:cubicBezTo>
                  <a:pt x="3488025" y="2220146"/>
                  <a:pt x="3206986" y="1941574"/>
                  <a:pt x="3156710" y="1591480"/>
                </a:cubicBezTo>
                <a:cubicBezTo>
                  <a:pt x="3156543" y="1591427"/>
                  <a:pt x="3156374" y="1591423"/>
                  <a:pt x="3156205" y="1591418"/>
                </a:cubicBezTo>
                <a:lnTo>
                  <a:pt x="3155667" y="1584794"/>
                </a:lnTo>
                <a:cubicBezTo>
                  <a:pt x="3150608" y="1554782"/>
                  <a:pt x="3148157" y="1524133"/>
                  <a:pt x="3148199" y="1493044"/>
                </a:cubicBezTo>
                <a:cubicBezTo>
                  <a:pt x="3146887" y="1487460"/>
                  <a:pt x="3146829" y="1481838"/>
                  <a:pt x="3146829" y="1476202"/>
                </a:cubicBezTo>
                <a:lnTo>
                  <a:pt x="3147423" y="1464852"/>
                </a:lnTo>
                <a:lnTo>
                  <a:pt x="3147921" y="1464884"/>
                </a:lnTo>
                <a:close/>
                <a:moveTo>
                  <a:pt x="3134159" y="1464394"/>
                </a:moveTo>
                <a:lnTo>
                  <a:pt x="3134185" y="1464884"/>
                </a:lnTo>
                <a:lnTo>
                  <a:pt x="3134683" y="1464852"/>
                </a:lnTo>
                <a:lnTo>
                  <a:pt x="3135277" y="1476202"/>
                </a:lnTo>
                <a:cubicBezTo>
                  <a:pt x="3135277" y="1481838"/>
                  <a:pt x="3135218" y="1487460"/>
                  <a:pt x="3133906" y="1493044"/>
                </a:cubicBezTo>
                <a:cubicBezTo>
                  <a:pt x="3133948" y="1524133"/>
                  <a:pt x="3131498" y="1554782"/>
                  <a:pt x="3126439" y="1584794"/>
                </a:cubicBezTo>
                <a:lnTo>
                  <a:pt x="3125901" y="1591418"/>
                </a:lnTo>
                <a:cubicBezTo>
                  <a:pt x="3125731" y="1591423"/>
                  <a:pt x="3125563" y="1591427"/>
                  <a:pt x="3125395" y="1591480"/>
                </a:cubicBezTo>
                <a:cubicBezTo>
                  <a:pt x="3075120" y="1941574"/>
                  <a:pt x="2794081" y="2220146"/>
                  <a:pt x="2435230" y="2279078"/>
                </a:cubicBezTo>
                <a:lnTo>
                  <a:pt x="2435113" y="2280217"/>
                </a:lnTo>
                <a:cubicBezTo>
                  <a:pt x="2429803" y="2281220"/>
                  <a:pt x="2424474" y="2282161"/>
                  <a:pt x="2418897" y="2281745"/>
                </a:cubicBezTo>
                <a:cubicBezTo>
                  <a:pt x="2387725" y="2287255"/>
                  <a:pt x="2355845" y="2290213"/>
                  <a:pt x="2323470" y="2290736"/>
                </a:cubicBezTo>
                <a:lnTo>
                  <a:pt x="2306352" y="2292349"/>
                </a:lnTo>
                <a:lnTo>
                  <a:pt x="2306326" y="2291858"/>
                </a:lnTo>
                <a:lnTo>
                  <a:pt x="2305827" y="2291891"/>
                </a:lnTo>
                <a:cubicBezTo>
                  <a:pt x="2305261" y="2288119"/>
                  <a:pt x="2305234" y="2284333"/>
                  <a:pt x="2305234" y="2280541"/>
                </a:cubicBezTo>
                <a:cubicBezTo>
                  <a:pt x="2305234" y="2274903"/>
                  <a:pt x="2305292" y="2269279"/>
                  <a:pt x="2306604" y="2263693"/>
                </a:cubicBezTo>
                <a:cubicBezTo>
                  <a:pt x="2306562" y="2232611"/>
                  <a:pt x="2309012" y="2201969"/>
                  <a:pt x="2314068" y="2171962"/>
                </a:cubicBezTo>
                <a:lnTo>
                  <a:pt x="2314609" y="2165325"/>
                </a:lnTo>
                <a:cubicBezTo>
                  <a:pt x="2314777" y="2165320"/>
                  <a:pt x="2314947" y="2165315"/>
                  <a:pt x="2315114" y="2165262"/>
                </a:cubicBezTo>
                <a:cubicBezTo>
                  <a:pt x="2365391" y="1815167"/>
                  <a:pt x="2646430" y="1536596"/>
                  <a:pt x="3005280" y="1477664"/>
                </a:cubicBezTo>
                <a:lnTo>
                  <a:pt x="3005397" y="1476525"/>
                </a:lnTo>
                <a:cubicBezTo>
                  <a:pt x="3010706" y="1475523"/>
                  <a:pt x="3016034" y="1474582"/>
                  <a:pt x="3021610" y="1474998"/>
                </a:cubicBezTo>
                <a:cubicBezTo>
                  <a:pt x="3052793" y="1469485"/>
                  <a:pt x="3084686" y="1466527"/>
                  <a:pt x="3117071" y="1466004"/>
                </a:cubicBezTo>
                <a:close/>
                <a:moveTo>
                  <a:pt x="1455796" y="1464394"/>
                </a:moveTo>
                <a:lnTo>
                  <a:pt x="1472883" y="1466004"/>
                </a:lnTo>
                <a:cubicBezTo>
                  <a:pt x="1505269" y="1466527"/>
                  <a:pt x="1537161" y="1469485"/>
                  <a:pt x="1568345" y="1474998"/>
                </a:cubicBezTo>
                <a:cubicBezTo>
                  <a:pt x="1573921" y="1474582"/>
                  <a:pt x="1579249" y="1475523"/>
                  <a:pt x="1584557" y="1476525"/>
                </a:cubicBezTo>
                <a:lnTo>
                  <a:pt x="1584675" y="1477664"/>
                </a:lnTo>
                <a:cubicBezTo>
                  <a:pt x="1943525" y="1536596"/>
                  <a:pt x="2224564" y="1815167"/>
                  <a:pt x="2274840" y="2165262"/>
                </a:cubicBezTo>
                <a:cubicBezTo>
                  <a:pt x="2275008" y="2165315"/>
                  <a:pt x="2275177" y="2165320"/>
                  <a:pt x="2275346" y="2165325"/>
                </a:cubicBezTo>
                <a:lnTo>
                  <a:pt x="2275886" y="2171962"/>
                </a:lnTo>
                <a:cubicBezTo>
                  <a:pt x="2280943" y="2201969"/>
                  <a:pt x="2283392" y="2232611"/>
                  <a:pt x="2283350" y="2263693"/>
                </a:cubicBezTo>
                <a:cubicBezTo>
                  <a:pt x="2284662" y="2269279"/>
                  <a:pt x="2284721" y="2274903"/>
                  <a:pt x="2284721" y="2280541"/>
                </a:cubicBezTo>
                <a:cubicBezTo>
                  <a:pt x="2284721" y="2284333"/>
                  <a:pt x="2284694" y="2288119"/>
                  <a:pt x="2284128" y="2291891"/>
                </a:cubicBezTo>
                <a:lnTo>
                  <a:pt x="2283629" y="2291858"/>
                </a:lnTo>
                <a:lnTo>
                  <a:pt x="2283603" y="2292349"/>
                </a:lnTo>
                <a:lnTo>
                  <a:pt x="2266484" y="2290736"/>
                </a:lnTo>
                <a:cubicBezTo>
                  <a:pt x="2234110" y="2290213"/>
                  <a:pt x="2202230" y="2287255"/>
                  <a:pt x="2171058" y="2281745"/>
                </a:cubicBezTo>
                <a:cubicBezTo>
                  <a:pt x="2165481" y="2282161"/>
                  <a:pt x="2160152" y="2281220"/>
                  <a:pt x="2154841" y="2280217"/>
                </a:cubicBezTo>
                <a:lnTo>
                  <a:pt x="2154725" y="2279078"/>
                </a:lnTo>
                <a:cubicBezTo>
                  <a:pt x="1795874" y="2220146"/>
                  <a:pt x="1514835" y="1941574"/>
                  <a:pt x="1464559" y="1591480"/>
                </a:cubicBezTo>
                <a:cubicBezTo>
                  <a:pt x="1464392" y="1591427"/>
                  <a:pt x="1464223" y="1591423"/>
                  <a:pt x="1464054" y="1591418"/>
                </a:cubicBezTo>
                <a:lnTo>
                  <a:pt x="1463515" y="1584794"/>
                </a:lnTo>
                <a:cubicBezTo>
                  <a:pt x="1458457" y="1554782"/>
                  <a:pt x="1456006" y="1524133"/>
                  <a:pt x="1456048" y="1493044"/>
                </a:cubicBezTo>
                <a:cubicBezTo>
                  <a:pt x="1454736" y="1487460"/>
                  <a:pt x="1454678" y="1481838"/>
                  <a:pt x="1454678" y="1476202"/>
                </a:cubicBezTo>
                <a:lnTo>
                  <a:pt x="1455272" y="1464852"/>
                </a:lnTo>
                <a:lnTo>
                  <a:pt x="1455770" y="1464884"/>
                </a:lnTo>
                <a:close/>
                <a:moveTo>
                  <a:pt x="1442008" y="1464394"/>
                </a:moveTo>
                <a:lnTo>
                  <a:pt x="1442034" y="1464884"/>
                </a:lnTo>
                <a:lnTo>
                  <a:pt x="1442532" y="1464852"/>
                </a:lnTo>
                <a:lnTo>
                  <a:pt x="1443126" y="1476202"/>
                </a:lnTo>
                <a:cubicBezTo>
                  <a:pt x="1443126" y="1481838"/>
                  <a:pt x="1443067" y="1487460"/>
                  <a:pt x="1441755" y="1493044"/>
                </a:cubicBezTo>
                <a:cubicBezTo>
                  <a:pt x="1441797" y="1524133"/>
                  <a:pt x="1439347" y="1554782"/>
                  <a:pt x="1434288" y="1584794"/>
                </a:cubicBezTo>
                <a:lnTo>
                  <a:pt x="1433750" y="1591418"/>
                </a:lnTo>
                <a:cubicBezTo>
                  <a:pt x="1433580" y="1591423"/>
                  <a:pt x="1433412" y="1591427"/>
                  <a:pt x="1433244" y="1591480"/>
                </a:cubicBezTo>
                <a:cubicBezTo>
                  <a:pt x="1382969" y="1941574"/>
                  <a:pt x="1101930" y="2220146"/>
                  <a:pt x="743079" y="2279078"/>
                </a:cubicBezTo>
                <a:lnTo>
                  <a:pt x="742962" y="2280217"/>
                </a:lnTo>
                <a:cubicBezTo>
                  <a:pt x="737652" y="2281220"/>
                  <a:pt x="732323" y="2282161"/>
                  <a:pt x="726746" y="2281745"/>
                </a:cubicBezTo>
                <a:cubicBezTo>
                  <a:pt x="695574" y="2287255"/>
                  <a:pt x="663693" y="2290213"/>
                  <a:pt x="631319" y="2290736"/>
                </a:cubicBezTo>
                <a:lnTo>
                  <a:pt x="614201" y="2292349"/>
                </a:lnTo>
                <a:lnTo>
                  <a:pt x="614175" y="2291858"/>
                </a:lnTo>
                <a:lnTo>
                  <a:pt x="613676" y="2291891"/>
                </a:lnTo>
                <a:cubicBezTo>
                  <a:pt x="613110" y="2288119"/>
                  <a:pt x="613083" y="2284333"/>
                  <a:pt x="613083" y="2280541"/>
                </a:cubicBezTo>
                <a:cubicBezTo>
                  <a:pt x="613083" y="2274903"/>
                  <a:pt x="613141" y="2269279"/>
                  <a:pt x="614453" y="2263693"/>
                </a:cubicBezTo>
                <a:cubicBezTo>
                  <a:pt x="614411" y="2232611"/>
                  <a:pt x="616861" y="2201969"/>
                  <a:pt x="621917" y="2171962"/>
                </a:cubicBezTo>
                <a:lnTo>
                  <a:pt x="622458" y="2165325"/>
                </a:lnTo>
                <a:cubicBezTo>
                  <a:pt x="622626" y="2165320"/>
                  <a:pt x="622796" y="2165315"/>
                  <a:pt x="622963" y="2165262"/>
                </a:cubicBezTo>
                <a:cubicBezTo>
                  <a:pt x="673240" y="1815167"/>
                  <a:pt x="954279" y="1536596"/>
                  <a:pt x="1313129" y="1477664"/>
                </a:cubicBezTo>
                <a:lnTo>
                  <a:pt x="1313246" y="1476525"/>
                </a:lnTo>
                <a:cubicBezTo>
                  <a:pt x="1318555" y="1475523"/>
                  <a:pt x="1323883" y="1474582"/>
                  <a:pt x="1329459" y="1474998"/>
                </a:cubicBezTo>
                <a:cubicBezTo>
                  <a:pt x="1360642" y="1469485"/>
                  <a:pt x="1392535" y="1466527"/>
                  <a:pt x="1424920" y="1466004"/>
                </a:cubicBezTo>
                <a:close/>
                <a:moveTo>
                  <a:pt x="10909360" y="750600"/>
                </a:moveTo>
                <a:cubicBezTo>
                  <a:pt x="10962636" y="1021506"/>
                  <a:pt x="11177479" y="1236303"/>
                  <a:pt x="11452669" y="1295446"/>
                </a:cubicBezTo>
                <a:cubicBezTo>
                  <a:pt x="11399394" y="1024540"/>
                  <a:pt x="11184550" y="809743"/>
                  <a:pt x="10909360" y="750600"/>
                </a:cubicBezTo>
                <a:close/>
                <a:moveTo>
                  <a:pt x="10602109" y="750600"/>
                </a:moveTo>
                <a:cubicBezTo>
                  <a:pt x="10326919" y="809743"/>
                  <a:pt x="10112075" y="1024540"/>
                  <a:pt x="10058800" y="1295446"/>
                </a:cubicBezTo>
                <a:cubicBezTo>
                  <a:pt x="10333990" y="1236303"/>
                  <a:pt x="10548833" y="1021506"/>
                  <a:pt x="10602109" y="750600"/>
                </a:cubicBezTo>
                <a:close/>
                <a:moveTo>
                  <a:pt x="9217207" y="750600"/>
                </a:moveTo>
                <a:cubicBezTo>
                  <a:pt x="9270483" y="1021506"/>
                  <a:pt x="9485326" y="1236303"/>
                  <a:pt x="9760516" y="1295446"/>
                </a:cubicBezTo>
                <a:cubicBezTo>
                  <a:pt x="9707241" y="1024540"/>
                  <a:pt x="9492397" y="809743"/>
                  <a:pt x="9217207" y="750600"/>
                </a:cubicBezTo>
                <a:close/>
                <a:moveTo>
                  <a:pt x="8909958" y="750600"/>
                </a:moveTo>
                <a:cubicBezTo>
                  <a:pt x="8634768" y="809743"/>
                  <a:pt x="8419924" y="1024540"/>
                  <a:pt x="8366649" y="1295446"/>
                </a:cubicBezTo>
                <a:cubicBezTo>
                  <a:pt x="8641839" y="1236303"/>
                  <a:pt x="8856682" y="1021506"/>
                  <a:pt x="8909958" y="750600"/>
                </a:cubicBezTo>
                <a:close/>
                <a:moveTo>
                  <a:pt x="7525056" y="750600"/>
                </a:moveTo>
                <a:cubicBezTo>
                  <a:pt x="7578332" y="1021506"/>
                  <a:pt x="7793175" y="1236303"/>
                  <a:pt x="8068365" y="1295446"/>
                </a:cubicBezTo>
                <a:cubicBezTo>
                  <a:pt x="8015090" y="1024540"/>
                  <a:pt x="7800246" y="809743"/>
                  <a:pt x="7525056" y="750600"/>
                </a:cubicBezTo>
                <a:close/>
                <a:moveTo>
                  <a:pt x="7217807" y="750600"/>
                </a:moveTo>
                <a:cubicBezTo>
                  <a:pt x="6942617" y="809743"/>
                  <a:pt x="6727773" y="1024540"/>
                  <a:pt x="6674498" y="1295446"/>
                </a:cubicBezTo>
                <a:cubicBezTo>
                  <a:pt x="6949688" y="1236303"/>
                  <a:pt x="7164531" y="1021506"/>
                  <a:pt x="7217807" y="750600"/>
                </a:cubicBezTo>
                <a:close/>
                <a:moveTo>
                  <a:pt x="5832905" y="750600"/>
                </a:moveTo>
                <a:cubicBezTo>
                  <a:pt x="5886181" y="1021506"/>
                  <a:pt x="6101024" y="1236303"/>
                  <a:pt x="6376214" y="1295446"/>
                </a:cubicBezTo>
                <a:cubicBezTo>
                  <a:pt x="6322939" y="1024540"/>
                  <a:pt x="6108095" y="809743"/>
                  <a:pt x="5832905" y="750600"/>
                </a:cubicBezTo>
                <a:close/>
                <a:moveTo>
                  <a:pt x="5525656" y="750600"/>
                </a:moveTo>
                <a:cubicBezTo>
                  <a:pt x="5250466" y="809743"/>
                  <a:pt x="5035622" y="1024540"/>
                  <a:pt x="4982347" y="1295446"/>
                </a:cubicBezTo>
                <a:cubicBezTo>
                  <a:pt x="5257537" y="1236303"/>
                  <a:pt x="5472380" y="1021506"/>
                  <a:pt x="5525656" y="750600"/>
                </a:cubicBezTo>
                <a:close/>
                <a:moveTo>
                  <a:pt x="4140754" y="750600"/>
                </a:moveTo>
                <a:cubicBezTo>
                  <a:pt x="4194030" y="1021506"/>
                  <a:pt x="4408873" y="1236303"/>
                  <a:pt x="4684063" y="1295446"/>
                </a:cubicBezTo>
                <a:cubicBezTo>
                  <a:pt x="4630788" y="1024540"/>
                  <a:pt x="4415944" y="809743"/>
                  <a:pt x="4140754" y="750600"/>
                </a:cubicBezTo>
                <a:close/>
                <a:moveTo>
                  <a:pt x="3833505" y="750600"/>
                </a:moveTo>
                <a:cubicBezTo>
                  <a:pt x="3558315" y="809743"/>
                  <a:pt x="3343471" y="1024540"/>
                  <a:pt x="3290196" y="1295446"/>
                </a:cubicBezTo>
                <a:cubicBezTo>
                  <a:pt x="3565386" y="1236303"/>
                  <a:pt x="3780229" y="1021506"/>
                  <a:pt x="3833505" y="750600"/>
                </a:cubicBezTo>
                <a:close/>
                <a:moveTo>
                  <a:pt x="2448603" y="750600"/>
                </a:moveTo>
                <a:cubicBezTo>
                  <a:pt x="2501879" y="1021506"/>
                  <a:pt x="2716722" y="1236303"/>
                  <a:pt x="2991912" y="1295446"/>
                </a:cubicBezTo>
                <a:cubicBezTo>
                  <a:pt x="2938637" y="1024540"/>
                  <a:pt x="2723793" y="809743"/>
                  <a:pt x="2448603" y="750600"/>
                </a:cubicBezTo>
                <a:close/>
                <a:moveTo>
                  <a:pt x="2141354" y="750600"/>
                </a:moveTo>
                <a:cubicBezTo>
                  <a:pt x="1866164" y="809743"/>
                  <a:pt x="1651320" y="1024540"/>
                  <a:pt x="1598045" y="1295446"/>
                </a:cubicBezTo>
                <a:cubicBezTo>
                  <a:pt x="1873235" y="1236303"/>
                  <a:pt x="2088078" y="1021506"/>
                  <a:pt x="2141354" y="750600"/>
                </a:cubicBezTo>
                <a:close/>
                <a:moveTo>
                  <a:pt x="756452" y="750600"/>
                </a:moveTo>
                <a:cubicBezTo>
                  <a:pt x="809728" y="1021506"/>
                  <a:pt x="1024571" y="1236303"/>
                  <a:pt x="1299761" y="1295446"/>
                </a:cubicBezTo>
                <a:cubicBezTo>
                  <a:pt x="1246486" y="1024540"/>
                  <a:pt x="1031642" y="809743"/>
                  <a:pt x="756452" y="750600"/>
                </a:cubicBezTo>
                <a:close/>
                <a:moveTo>
                  <a:pt x="12192000" y="647790"/>
                </a:moveTo>
                <a:lnTo>
                  <a:pt x="12192000" y="780838"/>
                </a:lnTo>
                <a:cubicBezTo>
                  <a:pt x="11966807" y="865550"/>
                  <a:pt x="11797421" y="1059155"/>
                  <a:pt x="11750953" y="1295446"/>
                </a:cubicBezTo>
                <a:cubicBezTo>
                  <a:pt x="11935988" y="1255679"/>
                  <a:pt x="12093739" y="1145540"/>
                  <a:pt x="12192000" y="994335"/>
                </a:cubicBezTo>
                <a:lnTo>
                  <a:pt x="12192000" y="1195909"/>
                </a:lnTo>
                <a:cubicBezTo>
                  <a:pt x="12071770" y="1314911"/>
                  <a:pt x="11914089" y="1397686"/>
                  <a:pt x="11737582" y="1426902"/>
                </a:cubicBezTo>
                <a:lnTo>
                  <a:pt x="11737466" y="1428050"/>
                </a:lnTo>
                <a:cubicBezTo>
                  <a:pt x="11732155" y="1429061"/>
                  <a:pt x="11726826" y="1430009"/>
                  <a:pt x="11721249" y="1429590"/>
                </a:cubicBezTo>
                <a:cubicBezTo>
                  <a:pt x="11690077" y="1435144"/>
                  <a:pt x="11658197" y="1438125"/>
                  <a:pt x="11625822" y="1438652"/>
                </a:cubicBezTo>
                <a:lnTo>
                  <a:pt x="11608704" y="1440278"/>
                </a:lnTo>
                <a:lnTo>
                  <a:pt x="11608678" y="1439783"/>
                </a:lnTo>
                <a:lnTo>
                  <a:pt x="11608179" y="1439816"/>
                </a:lnTo>
                <a:cubicBezTo>
                  <a:pt x="11607613" y="1436014"/>
                  <a:pt x="11607586" y="1432198"/>
                  <a:pt x="11607586" y="1428376"/>
                </a:cubicBezTo>
                <a:cubicBezTo>
                  <a:pt x="11607586" y="1422694"/>
                  <a:pt x="11607645" y="1417025"/>
                  <a:pt x="11608957" y="1411395"/>
                </a:cubicBezTo>
                <a:cubicBezTo>
                  <a:pt x="11608914" y="1380067"/>
                  <a:pt x="11611364" y="1349182"/>
                  <a:pt x="11616421" y="1318938"/>
                </a:cubicBezTo>
                <a:lnTo>
                  <a:pt x="11616961" y="1312248"/>
                </a:lnTo>
                <a:cubicBezTo>
                  <a:pt x="11617130" y="1312243"/>
                  <a:pt x="11617299" y="1312238"/>
                  <a:pt x="11617466" y="1312185"/>
                </a:cubicBezTo>
                <a:cubicBezTo>
                  <a:pt x="11662185" y="998329"/>
                  <a:pt x="11889463" y="741504"/>
                  <a:pt x="12192000" y="647790"/>
                </a:cubicBezTo>
                <a:close/>
                <a:moveTo>
                  <a:pt x="10767111" y="605769"/>
                </a:moveTo>
                <a:lnTo>
                  <a:pt x="10784198" y="607392"/>
                </a:lnTo>
                <a:cubicBezTo>
                  <a:pt x="10816584" y="607919"/>
                  <a:pt x="10848477" y="610900"/>
                  <a:pt x="10879660" y="616457"/>
                </a:cubicBezTo>
                <a:cubicBezTo>
                  <a:pt x="10885236" y="616038"/>
                  <a:pt x="10890564" y="616986"/>
                  <a:pt x="10895873" y="617996"/>
                </a:cubicBezTo>
                <a:lnTo>
                  <a:pt x="10895990" y="619144"/>
                </a:lnTo>
                <a:cubicBezTo>
                  <a:pt x="11254840" y="678542"/>
                  <a:pt x="11535879" y="959319"/>
                  <a:pt x="11586156" y="1312185"/>
                </a:cubicBezTo>
                <a:cubicBezTo>
                  <a:pt x="11586323" y="1312238"/>
                  <a:pt x="11586492" y="1312243"/>
                  <a:pt x="11586661" y="1312248"/>
                </a:cubicBezTo>
                <a:lnTo>
                  <a:pt x="11587201" y="1318938"/>
                </a:lnTo>
                <a:cubicBezTo>
                  <a:pt x="11592258" y="1349182"/>
                  <a:pt x="11594708" y="1380067"/>
                  <a:pt x="11594665" y="1411395"/>
                </a:cubicBezTo>
                <a:cubicBezTo>
                  <a:pt x="11595977" y="1417025"/>
                  <a:pt x="11596036" y="1422694"/>
                  <a:pt x="11596036" y="1428376"/>
                </a:cubicBezTo>
                <a:cubicBezTo>
                  <a:pt x="11596036" y="1432198"/>
                  <a:pt x="11596009" y="1436014"/>
                  <a:pt x="11595443" y="1439816"/>
                </a:cubicBezTo>
                <a:lnTo>
                  <a:pt x="11594944" y="1439783"/>
                </a:lnTo>
                <a:lnTo>
                  <a:pt x="11594918" y="1440278"/>
                </a:lnTo>
                <a:lnTo>
                  <a:pt x="11577800" y="1438652"/>
                </a:lnTo>
                <a:cubicBezTo>
                  <a:pt x="11545425" y="1438125"/>
                  <a:pt x="11513545" y="1435144"/>
                  <a:pt x="11482373" y="1429590"/>
                </a:cubicBezTo>
                <a:cubicBezTo>
                  <a:pt x="11476796" y="1430009"/>
                  <a:pt x="11471467" y="1429061"/>
                  <a:pt x="11466156" y="1428050"/>
                </a:cubicBezTo>
                <a:lnTo>
                  <a:pt x="11466040" y="1426902"/>
                </a:lnTo>
                <a:cubicBezTo>
                  <a:pt x="11107189" y="1367503"/>
                  <a:pt x="10826150" y="1086726"/>
                  <a:pt x="10775875" y="733861"/>
                </a:cubicBezTo>
                <a:cubicBezTo>
                  <a:pt x="10775707" y="733808"/>
                  <a:pt x="10775539" y="733803"/>
                  <a:pt x="10775369" y="733798"/>
                </a:cubicBezTo>
                <a:lnTo>
                  <a:pt x="10774831" y="727122"/>
                </a:lnTo>
                <a:cubicBezTo>
                  <a:pt x="10769772" y="696872"/>
                  <a:pt x="10767321" y="665981"/>
                  <a:pt x="10767364" y="634646"/>
                </a:cubicBezTo>
                <a:cubicBezTo>
                  <a:pt x="10766052" y="629018"/>
                  <a:pt x="10765993" y="623351"/>
                  <a:pt x="10765993" y="617670"/>
                </a:cubicBezTo>
                <a:lnTo>
                  <a:pt x="10766587" y="606230"/>
                </a:lnTo>
                <a:lnTo>
                  <a:pt x="10767085" y="606263"/>
                </a:lnTo>
                <a:close/>
                <a:moveTo>
                  <a:pt x="10744358" y="605769"/>
                </a:moveTo>
                <a:lnTo>
                  <a:pt x="10744384" y="606263"/>
                </a:lnTo>
                <a:lnTo>
                  <a:pt x="10744882" y="606230"/>
                </a:lnTo>
                <a:lnTo>
                  <a:pt x="10745476" y="617670"/>
                </a:lnTo>
                <a:cubicBezTo>
                  <a:pt x="10745476" y="623351"/>
                  <a:pt x="10745417" y="629018"/>
                  <a:pt x="10744105" y="634646"/>
                </a:cubicBezTo>
                <a:cubicBezTo>
                  <a:pt x="10744148" y="665981"/>
                  <a:pt x="10741697" y="696872"/>
                  <a:pt x="10736638" y="727122"/>
                </a:cubicBezTo>
                <a:lnTo>
                  <a:pt x="10736100" y="733798"/>
                </a:lnTo>
                <a:cubicBezTo>
                  <a:pt x="10735930" y="733803"/>
                  <a:pt x="10735762" y="733808"/>
                  <a:pt x="10735594" y="733861"/>
                </a:cubicBezTo>
                <a:cubicBezTo>
                  <a:pt x="10685319" y="1086726"/>
                  <a:pt x="10404280" y="1367503"/>
                  <a:pt x="10045429" y="1426902"/>
                </a:cubicBezTo>
                <a:lnTo>
                  <a:pt x="10045313" y="1428050"/>
                </a:lnTo>
                <a:cubicBezTo>
                  <a:pt x="10040002" y="1429061"/>
                  <a:pt x="10034673" y="1430009"/>
                  <a:pt x="10029096" y="1429590"/>
                </a:cubicBezTo>
                <a:cubicBezTo>
                  <a:pt x="9997924" y="1435144"/>
                  <a:pt x="9966044" y="1438125"/>
                  <a:pt x="9933669" y="1438652"/>
                </a:cubicBezTo>
                <a:lnTo>
                  <a:pt x="9916551" y="1440278"/>
                </a:lnTo>
                <a:lnTo>
                  <a:pt x="9916525" y="1439783"/>
                </a:lnTo>
                <a:lnTo>
                  <a:pt x="9916026" y="1439816"/>
                </a:lnTo>
                <a:cubicBezTo>
                  <a:pt x="9915460" y="1436014"/>
                  <a:pt x="9915433" y="1432198"/>
                  <a:pt x="9915433" y="1428376"/>
                </a:cubicBezTo>
                <a:cubicBezTo>
                  <a:pt x="9915433" y="1422694"/>
                  <a:pt x="9915492" y="1417025"/>
                  <a:pt x="9916804" y="1411395"/>
                </a:cubicBezTo>
                <a:cubicBezTo>
                  <a:pt x="9916761" y="1380067"/>
                  <a:pt x="9919211" y="1349182"/>
                  <a:pt x="9924268" y="1318938"/>
                </a:cubicBezTo>
                <a:lnTo>
                  <a:pt x="9924808" y="1312248"/>
                </a:lnTo>
                <a:cubicBezTo>
                  <a:pt x="9924977" y="1312243"/>
                  <a:pt x="9925146" y="1312238"/>
                  <a:pt x="9925314" y="1312185"/>
                </a:cubicBezTo>
                <a:cubicBezTo>
                  <a:pt x="9975590" y="959319"/>
                  <a:pt x="10256629" y="678542"/>
                  <a:pt x="10615479" y="619144"/>
                </a:cubicBezTo>
                <a:lnTo>
                  <a:pt x="10615596" y="617996"/>
                </a:lnTo>
                <a:cubicBezTo>
                  <a:pt x="10620905" y="616986"/>
                  <a:pt x="10626233" y="616038"/>
                  <a:pt x="10631809" y="616457"/>
                </a:cubicBezTo>
                <a:cubicBezTo>
                  <a:pt x="10662992" y="610900"/>
                  <a:pt x="10694885" y="607919"/>
                  <a:pt x="10727271" y="607392"/>
                </a:cubicBezTo>
                <a:close/>
                <a:moveTo>
                  <a:pt x="9074958" y="605769"/>
                </a:moveTo>
                <a:lnTo>
                  <a:pt x="9092045" y="607392"/>
                </a:lnTo>
                <a:cubicBezTo>
                  <a:pt x="9124431" y="607919"/>
                  <a:pt x="9156324" y="610900"/>
                  <a:pt x="9187507" y="616457"/>
                </a:cubicBezTo>
                <a:cubicBezTo>
                  <a:pt x="9193083" y="616038"/>
                  <a:pt x="9198411" y="616986"/>
                  <a:pt x="9203720" y="617996"/>
                </a:cubicBezTo>
                <a:lnTo>
                  <a:pt x="9203837" y="619144"/>
                </a:lnTo>
                <a:cubicBezTo>
                  <a:pt x="9562687" y="678542"/>
                  <a:pt x="9843726" y="959319"/>
                  <a:pt x="9894002" y="1312185"/>
                </a:cubicBezTo>
                <a:cubicBezTo>
                  <a:pt x="9894170" y="1312238"/>
                  <a:pt x="9894339" y="1312243"/>
                  <a:pt x="9894508" y="1312248"/>
                </a:cubicBezTo>
                <a:lnTo>
                  <a:pt x="9895048" y="1318938"/>
                </a:lnTo>
                <a:cubicBezTo>
                  <a:pt x="9900105" y="1349182"/>
                  <a:pt x="9902555" y="1380067"/>
                  <a:pt x="9902512" y="1411395"/>
                </a:cubicBezTo>
                <a:cubicBezTo>
                  <a:pt x="9903824" y="1417025"/>
                  <a:pt x="9903883" y="1422694"/>
                  <a:pt x="9903883" y="1428376"/>
                </a:cubicBezTo>
                <a:cubicBezTo>
                  <a:pt x="9903883" y="1432198"/>
                  <a:pt x="9903856" y="1436014"/>
                  <a:pt x="9903290" y="1439816"/>
                </a:cubicBezTo>
                <a:lnTo>
                  <a:pt x="9902791" y="1439783"/>
                </a:lnTo>
                <a:lnTo>
                  <a:pt x="9902765" y="1440278"/>
                </a:lnTo>
                <a:lnTo>
                  <a:pt x="9885647" y="1438652"/>
                </a:lnTo>
                <a:cubicBezTo>
                  <a:pt x="9853272" y="1438125"/>
                  <a:pt x="9821392" y="1435144"/>
                  <a:pt x="9790220" y="1429590"/>
                </a:cubicBezTo>
                <a:cubicBezTo>
                  <a:pt x="9784643" y="1430009"/>
                  <a:pt x="9779314" y="1429061"/>
                  <a:pt x="9774003" y="1428050"/>
                </a:cubicBezTo>
                <a:lnTo>
                  <a:pt x="9773887" y="1426902"/>
                </a:lnTo>
                <a:cubicBezTo>
                  <a:pt x="9415036" y="1367503"/>
                  <a:pt x="9133997" y="1086726"/>
                  <a:pt x="9083722" y="733861"/>
                </a:cubicBezTo>
                <a:cubicBezTo>
                  <a:pt x="9083554" y="733808"/>
                  <a:pt x="9083386" y="733803"/>
                  <a:pt x="9083216" y="733798"/>
                </a:cubicBezTo>
                <a:lnTo>
                  <a:pt x="9082678" y="727122"/>
                </a:lnTo>
                <a:cubicBezTo>
                  <a:pt x="9077619" y="696872"/>
                  <a:pt x="9075168" y="665981"/>
                  <a:pt x="9075211" y="634646"/>
                </a:cubicBezTo>
                <a:cubicBezTo>
                  <a:pt x="9073899" y="629018"/>
                  <a:pt x="9073840" y="623351"/>
                  <a:pt x="9073840" y="617670"/>
                </a:cubicBezTo>
                <a:lnTo>
                  <a:pt x="9074434" y="606230"/>
                </a:lnTo>
                <a:lnTo>
                  <a:pt x="9074932" y="606263"/>
                </a:lnTo>
                <a:close/>
                <a:moveTo>
                  <a:pt x="9052207" y="605769"/>
                </a:moveTo>
                <a:lnTo>
                  <a:pt x="9052233" y="606263"/>
                </a:lnTo>
                <a:lnTo>
                  <a:pt x="9052731" y="606230"/>
                </a:lnTo>
                <a:lnTo>
                  <a:pt x="9053325" y="617670"/>
                </a:lnTo>
                <a:cubicBezTo>
                  <a:pt x="9053325" y="623351"/>
                  <a:pt x="9053266" y="629018"/>
                  <a:pt x="9051954" y="634646"/>
                </a:cubicBezTo>
                <a:cubicBezTo>
                  <a:pt x="9051997" y="665981"/>
                  <a:pt x="9049546" y="696872"/>
                  <a:pt x="9044487" y="727122"/>
                </a:cubicBezTo>
                <a:lnTo>
                  <a:pt x="9043949" y="733798"/>
                </a:lnTo>
                <a:cubicBezTo>
                  <a:pt x="9043779" y="733803"/>
                  <a:pt x="9043611" y="733808"/>
                  <a:pt x="9043443" y="733861"/>
                </a:cubicBezTo>
                <a:cubicBezTo>
                  <a:pt x="8993168" y="1086726"/>
                  <a:pt x="8712129" y="1367503"/>
                  <a:pt x="8353278" y="1426902"/>
                </a:cubicBezTo>
                <a:lnTo>
                  <a:pt x="8353162" y="1428050"/>
                </a:lnTo>
                <a:cubicBezTo>
                  <a:pt x="8347851" y="1429061"/>
                  <a:pt x="8342522" y="1430009"/>
                  <a:pt x="8336945" y="1429590"/>
                </a:cubicBezTo>
                <a:cubicBezTo>
                  <a:pt x="8305773" y="1435144"/>
                  <a:pt x="8273893" y="1438125"/>
                  <a:pt x="8241519" y="1438652"/>
                </a:cubicBezTo>
                <a:lnTo>
                  <a:pt x="8224400" y="1440278"/>
                </a:lnTo>
                <a:lnTo>
                  <a:pt x="8224374" y="1439783"/>
                </a:lnTo>
                <a:lnTo>
                  <a:pt x="8223875" y="1439816"/>
                </a:lnTo>
                <a:cubicBezTo>
                  <a:pt x="8223309" y="1436014"/>
                  <a:pt x="8223282" y="1432198"/>
                  <a:pt x="8223282" y="1428376"/>
                </a:cubicBezTo>
                <a:cubicBezTo>
                  <a:pt x="8223282" y="1422694"/>
                  <a:pt x="8223341" y="1417025"/>
                  <a:pt x="8224653" y="1411395"/>
                </a:cubicBezTo>
                <a:cubicBezTo>
                  <a:pt x="8224611" y="1380067"/>
                  <a:pt x="8227060" y="1349182"/>
                  <a:pt x="8232117" y="1318938"/>
                </a:cubicBezTo>
                <a:lnTo>
                  <a:pt x="8232657" y="1312248"/>
                </a:lnTo>
                <a:cubicBezTo>
                  <a:pt x="8232826" y="1312243"/>
                  <a:pt x="8232995" y="1312238"/>
                  <a:pt x="8233163" y="1312185"/>
                </a:cubicBezTo>
                <a:cubicBezTo>
                  <a:pt x="8283439" y="959319"/>
                  <a:pt x="8564478" y="678542"/>
                  <a:pt x="8923328" y="619144"/>
                </a:cubicBezTo>
                <a:lnTo>
                  <a:pt x="8923445" y="617996"/>
                </a:lnTo>
                <a:cubicBezTo>
                  <a:pt x="8928754" y="616986"/>
                  <a:pt x="8934082" y="616038"/>
                  <a:pt x="8939658" y="616457"/>
                </a:cubicBezTo>
                <a:cubicBezTo>
                  <a:pt x="8970841" y="610900"/>
                  <a:pt x="9002734" y="607919"/>
                  <a:pt x="9035120" y="607392"/>
                </a:cubicBezTo>
                <a:close/>
                <a:moveTo>
                  <a:pt x="7382807" y="605769"/>
                </a:moveTo>
                <a:lnTo>
                  <a:pt x="7399895" y="607392"/>
                </a:lnTo>
                <a:cubicBezTo>
                  <a:pt x="7432280" y="607919"/>
                  <a:pt x="7464173" y="610900"/>
                  <a:pt x="7495356" y="616457"/>
                </a:cubicBezTo>
                <a:cubicBezTo>
                  <a:pt x="7500932" y="616038"/>
                  <a:pt x="7506260" y="616986"/>
                  <a:pt x="7511569" y="617996"/>
                </a:cubicBezTo>
                <a:lnTo>
                  <a:pt x="7511686" y="619144"/>
                </a:lnTo>
                <a:cubicBezTo>
                  <a:pt x="7870536" y="678542"/>
                  <a:pt x="8151575" y="959319"/>
                  <a:pt x="8201852" y="1312185"/>
                </a:cubicBezTo>
                <a:cubicBezTo>
                  <a:pt x="8202019" y="1312238"/>
                  <a:pt x="8202189" y="1312243"/>
                  <a:pt x="8202357" y="1312248"/>
                </a:cubicBezTo>
                <a:lnTo>
                  <a:pt x="8202898" y="1318938"/>
                </a:lnTo>
                <a:cubicBezTo>
                  <a:pt x="8207954" y="1349182"/>
                  <a:pt x="8210404" y="1380067"/>
                  <a:pt x="8210362" y="1411395"/>
                </a:cubicBezTo>
                <a:cubicBezTo>
                  <a:pt x="8211674" y="1417025"/>
                  <a:pt x="8211732" y="1422694"/>
                  <a:pt x="8211732" y="1428376"/>
                </a:cubicBezTo>
                <a:cubicBezTo>
                  <a:pt x="8211732" y="1432198"/>
                  <a:pt x="8211705" y="1436014"/>
                  <a:pt x="8211139" y="1439816"/>
                </a:cubicBezTo>
                <a:lnTo>
                  <a:pt x="8210640" y="1439783"/>
                </a:lnTo>
                <a:lnTo>
                  <a:pt x="8210614" y="1440278"/>
                </a:lnTo>
                <a:lnTo>
                  <a:pt x="8193496" y="1438652"/>
                </a:lnTo>
                <a:cubicBezTo>
                  <a:pt x="8161122" y="1438125"/>
                  <a:pt x="8129241" y="1435144"/>
                  <a:pt x="8098069" y="1429590"/>
                </a:cubicBezTo>
                <a:cubicBezTo>
                  <a:pt x="8092492" y="1430009"/>
                  <a:pt x="8087163" y="1429061"/>
                  <a:pt x="8081853" y="1428050"/>
                </a:cubicBezTo>
                <a:lnTo>
                  <a:pt x="8081737" y="1426902"/>
                </a:lnTo>
                <a:cubicBezTo>
                  <a:pt x="7722885" y="1367503"/>
                  <a:pt x="7441846" y="1086726"/>
                  <a:pt x="7391571" y="733861"/>
                </a:cubicBezTo>
                <a:cubicBezTo>
                  <a:pt x="7391403" y="733808"/>
                  <a:pt x="7391235" y="733803"/>
                  <a:pt x="7391065" y="733798"/>
                </a:cubicBezTo>
                <a:lnTo>
                  <a:pt x="7390527" y="727122"/>
                </a:lnTo>
                <a:cubicBezTo>
                  <a:pt x="7385468" y="696872"/>
                  <a:pt x="7383018" y="665981"/>
                  <a:pt x="7383060" y="634646"/>
                </a:cubicBezTo>
                <a:cubicBezTo>
                  <a:pt x="7381748" y="629018"/>
                  <a:pt x="7381689" y="623351"/>
                  <a:pt x="7381689" y="617670"/>
                </a:cubicBezTo>
                <a:lnTo>
                  <a:pt x="7382283" y="606230"/>
                </a:lnTo>
                <a:lnTo>
                  <a:pt x="7382781" y="606263"/>
                </a:lnTo>
                <a:close/>
                <a:moveTo>
                  <a:pt x="5690656" y="605769"/>
                </a:moveTo>
                <a:lnTo>
                  <a:pt x="5707743" y="607392"/>
                </a:lnTo>
                <a:cubicBezTo>
                  <a:pt x="5740129" y="607919"/>
                  <a:pt x="5772021" y="610900"/>
                  <a:pt x="5803205" y="616457"/>
                </a:cubicBezTo>
                <a:cubicBezTo>
                  <a:pt x="5808781" y="616038"/>
                  <a:pt x="5814109" y="616986"/>
                  <a:pt x="5819417" y="617996"/>
                </a:cubicBezTo>
                <a:lnTo>
                  <a:pt x="5819534" y="619144"/>
                </a:lnTo>
                <a:cubicBezTo>
                  <a:pt x="6178385" y="678542"/>
                  <a:pt x="6459424" y="959319"/>
                  <a:pt x="6509700" y="1312185"/>
                </a:cubicBezTo>
                <a:cubicBezTo>
                  <a:pt x="6509868" y="1312238"/>
                  <a:pt x="6510037" y="1312243"/>
                  <a:pt x="6510206" y="1312248"/>
                </a:cubicBezTo>
                <a:lnTo>
                  <a:pt x="6510746" y="1318938"/>
                </a:lnTo>
                <a:cubicBezTo>
                  <a:pt x="6515803" y="1349182"/>
                  <a:pt x="6518252" y="1380067"/>
                  <a:pt x="6518210" y="1411395"/>
                </a:cubicBezTo>
                <a:cubicBezTo>
                  <a:pt x="6519522" y="1417025"/>
                  <a:pt x="6519581" y="1422694"/>
                  <a:pt x="6519581" y="1428376"/>
                </a:cubicBezTo>
                <a:cubicBezTo>
                  <a:pt x="6519581" y="1432198"/>
                  <a:pt x="6519554" y="1436014"/>
                  <a:pt x="6518988" y="1439816"/>
                </a:cubicBezTo>
                <a:lnTo>
                  <a:pt x="6518489" y="1439783"/>
                </a:lnTo>
                <a:lnTo>
                  <a:pt x="6518463" y="1440278"/>
                </a:lnTo>
                <a:lnTo>
                  <a:pt x="6501344" y="1438652"/>
                </a:lnTo>
                <a:cubicBezTo>
                  <a:pt x="6468970" y="1438125"/>
                  <a:pt x="6437090" y="1435144"/>
                  <a:pt x="6405918" y="1429590"/>
                </a:cubicBezTo>
                <a:cubicBezTo>
                  <a:pt x="6400341" y="1430009"/>
                  <a:pt x="6395012" y="1429061"/>
                  <a:pt x="6389701" y="1428050"/>
                </a:cubicBezTo>
                <a:lnTo>
                  <a:pt x="6389585" y="1426902"/>
                </a:lnTo>
                <a:cubicBezTo>
                  <a:pt x="6030734" y="1367503"/>
                  <a:pt x="5749695" y="1086726"/>
                  <a:pt x="5699419" y="733861"/>
                </a:cubicBezTo>
                <a:cubicBezTo>
                  <a:pt x="5699252" y="733808"/>
                  <a:pt x="5699083" y="733803"/>
                  <a:pt x="5698914" y="733798"/>
                </a:cubicBezTo>
                <a:lnTo>
                  <a:pt x="5698375" y="727122"/>
                </a:lnTo>
                <a:cubicBezTo>
                  <a:pt x="5693317" y="696872"/>
                  <a:pt x="5690866" y="665981"/>
                  <a:pt x="5690908" y="634646"/>
                </a:cubicBezTo>
                <a:cubicBezTo>
                  <a:pt x="5689596" y="629018"/>
                  <a:pt x="5689538" y="623351"/>
                  <a:pt x="5689538" y="617670"/>
                </a:cubicBezTo>
                <a:lnTo>
                  <a:pt x="5690132" y="606230"/>
                </a:lnTo>
                <a:lnTo>
                  <a:pt x="5690630" y="606263"/>
                </a:lnTo>
                <a:close/>
                <a:moveTo>
                  <a:pt x="5667905" y="605769"/>
                </a:moveTo>
                <a:lnTo>
                  <a:pt x="5667931" y="606263"/>
                </a:lnTo>
                <a:lnTo>
                  <a:pt x="5668429" y="606230"/>
                </a:lnTo>
                <a:lnTo>
                  <a:pt x="5669023" y="617670"/>
                </a:lnTo>
                <a:cubicBezTo>
                  <a:pt x="5669023" y="623351"/>
                  <a:pt x="5668964" y="629018"/>
                  <a:pt x="5667652" y="634646"/>
                </a:cubicBezTo>
                <a:cubicBezTo>
                  <a:pt x="5667694" y="665981"/>
                  <a:pt x="5665244" y="696872"/>
                  <a:pt x="5660185" y="727122"/>
                </a:cubicBezTo>
                <a:lnTo>
                  <a:pt x="5659647" y="733798"/>
                </a:lnTo>
                <a:cubicBezTo>
                  <a:pt x="5659477" y="733803"/>
                  <a:pt x="5659309" y="733808"/>
                  <a:pt x="5659141" y="733861"/>
                </a:cubicBezTo>
                <a:cubicBezTo>
                  <a:pt x="5608866" y="1086726"/>
                  <a:pt x="5327827" y="1367503"/>
                  <a:pt x="4968975" y="1426902"/>
                </a:cubicBezTo>
                <a:lnTo>
                  <a:pt x="4968859" y="1428050"/>
                </a:lnTo>
                <a:cubicBezTo>
                  <a:pt x="4963549" y="1429061"/>
                  <a:pt x="4958220" y="1430009"/>
                  <a:pt x="4952643" y="1429590"/>
                </a:cubicBezTo>
                <a:cubicBezTo>
                  <a:pt x="4921471" y="1435144"/>
                  <a:pt x="4889590" y="1438125"/>
                  <a:pt x="4857216" y="1438652"/>
                </a:cubicBezTo>
                <a:lnTo>
                  <a:pt x="4840098" y="1440278"/>
                </a:lnTo>
                <a:lnTo>
                  <a:pt x="4840072" y="1439783"/>
                </a:lnTo>
                <a:lnTo>
                  <a:pt x="4839573" y="1439816"/>
                </a:lnTo>
                <a:cubicBezTo>
                  <a:pt x="4839007" y="1436014"/>
                  <a:pt x="4838980" y="1432198"/>
                  <a:pt x="4838980" y="1428376"/>
                </a:cubicBezTo>
                <a:cubicBezTo>
                  <a:pt x="4838980" y="1422694"/>
                  <a:pt x="4839038" y="1417025"/>
                  <a:pt x="4840350" y="1411395"/>
                </a:cubicBezTo>
                <a:cubicBezTo>
                  <a:pt x="4840308" y="1380067"/>
                  <a:pt x="4842758" y="1349182"/>
                  <a:pt x="4847814" y="1318938"/>
                </a:cubicBezTo>
                <a:lnTo>
                  <a:pt x="4848355" y="1312248"/>
                </a:lnTo>
                <a:cubicBezTo>
                  <a:pt x="4848523" y="1312243"/>
                  <a:pt x="4848693" y="1312238"/>
                  <a:pt x="4848860" y="1312185"/>
                </a:cubicBezTo>
                <a:cubicBezTo>
                  <a:pt x="4899137" y="959319"/>
                  <a:pt x="5180176" y="678542"/>
                  <a:pt x="5539026" y="619144"/>
                </a:cubicBezTo>
                <a:lnTo>
                  <a:pt x="5539143" y="617996"/>
                </a:lnTo>
                <a:cubicBezTo>
                  <a:pt x="5544452" y="616986"/>
                  <a:pt x="5549780" y="616038"/>
                  <a:pt x="5555356" y="616457"/>
                </a:cubicBezTo>
                <a:cubicBezTo>
                  <a:pt x="5586539" y="610900"/>
                  <a:pt x="5618432" y="607919"/>
                  <a:pt x="5650817" y="607392"/>
                </a:cubicBezTo>
                <a:close/>
                <a:moveTo>
                  <a:pt x="3998505" y="605769"/>
                </a:moveTo>
                <a:lnTo>
                  <a:pt x="4015592" y="607392"/>
                </a:lnTo>
                <a:cubicBezTo>
                  <a:pt x="4047978" y="607919"/>
                  <a:pt x="4079870" y="610900"/>
                  <a:pt x="4111054" y="616457"/>
                </a:cubicBezTo>
                <a:cubicBezTo>
                  <a:pt x="4116630" y="616038"/>
                  <a:pt x="4121958" y="616986"/>
                  <a:pt x="4127266" y="617996"/>
                </a:cubicBezTo>
                <a:lnTo>
                  <a:pt x="4127384" y="619144"/>
                </a:lnTo>
                <a:cubicBezTo>
                  <a:pt x="4486234" y="678542"/>
                  <a:pt x="4767273" y="959319"/>
                  <a:pt x="4817549" y="1312185"/>
                </a:cubicBezTo>
                <a:cubicBezTo>
                  <a:pt x="4817717" y="1312238"/>
                  <a:pt x="4817886" y="1312243"/>
                  <a:pt x="4818055" y="1312248"/>
                </a:cubicBezTo>
                <a:lnTo>
                  <a:pt x="4818595" y="1318938"/>
                </a:lnTo>
                <a:cubicBezTo>
                  <a:pt x="4823652" y="1349182"/>
                  <a:pt x="4826101" y="1380067"/>
                  <a:pt x="4826059" y="1411395"/>
                </a:cubicBezTo>
                <a:cubicBezTo>
                  <a:pt x="4827371" y="1417025"/>
                  <a:pt x="4827430" y="1422694"/>
                  <a:pt x="4827430" y="1428376"/>
                </a:cubicBezTo>
                <a:cubicBezTo>
                  <a:pt x="4827430" y="1432198"/>
                  <a:pt x="4827403" y="1436014"/>
                  <a:pt x="4826837" y="1439816"/>
                </a:cubicBezTo>
                <a:lnTo>
                  <a:pt x="4826338" y="1439783"/>
                </a:lnTo>
                <a:lnTo>
                  <a:pt x="4826312" y="1440278"/>
                </a:lnTo>
                <a:lnTo>
                  <a:pt x="4809193" y="1438652"/>
                </a:lnTo>
                <a:cubicBezTo>
                  <a:pt x="4776819" y="1438125"/>
                  <a:pt x="4744939" y="1435144"/>
                  <a:pt x="4713767" y="1429590"/>
                </a:cubicBezTo>
                <a:cubicBezTo>
                  <a:pt x="4708190" y="1430009"/>
                  <a:pt x="4702861" y="1429061"/>
                  <a:pt x="4697550" y="1428050"/>
                </a:cubicBezTo>
                <a:lnTo>
                  <a:pt x="4697434" y="1426902"/>
                </a:lnTo>
                <a:cubicBezTo>
                  <a:pt x="4338583" y="1367503"/>
                  <a:pt x="4057544" y="1086726"/>
                  <a:pt x="4007268" y="733861"/>
                </a:cubicBezTo>
                <a:cubicBezTo>
                  <a:pt x="4007101" y="733808"/>
                  <a:pt x="4006932" y="733803"/>
                  <a:pt x="4006763" y="733798"/>
                </a:cubicBezTo>
                <a:lnTo>
                  <a:pt x="4006225" y="727122"/>
                </a:lnTo>
                <a:cubicBezTo>
                  <a:pt x="4001166" y="696872"/>
                  <a:pt x="3998715" y="665981"/>
                  <a:pt x="3998757" y="634646"/>
                </a:cubicBezTo>
                <a:cubicBezTo>
                  <a:pt x="3997445" y="629018"/>
                  <a:pt x="3997387" y="623351"/>
                  <a:pt x="3997387" y="617670"/>
                </a:cubicBezTo>
                <a:lnTo>
                  <a:pt x="3997981" y="606230"/>
                </a:lnTo>
                <a:lnTo>
                  <a:pt x="3998479" y="606263"/>
                </a:lnTo>
                <a:close/>
                <a:moveTo>
                  <a:pt x="3975754" y="605769"/>
                </a:moveTo>
                <a:lnTo>
                  <a:pt x="3975780" y="606263"/>
                </a:lnTo>
                <a:lnTo>
                  <a:pt x="3976278" y="606230"/>
                </a:lnTo>
                <a:lnTo>
                  <a:pt x="3976872" y="617670"/>
                </a:lnTo>
                <a:cubicBezTo>
                  <a:pt x="3976872" y="623351"/>
                  <a:pt x="3976813" y="629018"/>
                  <a:pt x="3975501" y="634646"/>
                </a:cubicBezTo>
                <a:cubicBezTo>
                  <a:pt x="3975543" y="665981"/>
                  <a:pt x="3973093" y="696872"/>
                  <a:pt x="3968034" y="727122"/>
                </a:cubicBezTo>
                <a:lnTo>
                  <a:pt x="3967496" y="733798"/>
                </a:lnTo>
                <a:cubicBezTo>
                  <a:pt x="3967326" y="733803"/>
                  <a:pt x="3967158" y="733808"/>
                  <a:pt x="3966990" y="733861"/>
                </a:cubicBezTo>
                <a:cubicBezTo>
                  <a:pt x="3916715" y="1086726"/>
                  <a:pt x="3635676" y="1367503"/>
                  <a:pt x="3276825" y="1426902"/>
                </a:cubicBezTo>
                <a:lnTo>
                  <a:pt x="3276708" y="1428050"/>
                </a:lnTo>
                <a:cubicBezTo>
                  <a:pt x="3271398" y="1429061"/>
                  <a:pt x="3266069" y="1430009"/>
                  <a:pt x="3260492" y="1429590"/>
                </a:cubicBezTo>
                <a:cubicBezTo>
                  <a:pt x="3229320" y="1435144"/>
                  <a:pt x="3197440" y="1438125"/>
                  <a:pt x="3165065" y="1438652"/>
                </a:cubicBezTo>
                <a:lnTo>
                  <a:pt x="3147947" y="1440278"/>
                </a:lnTo>
                <a:lnTo>
                  <a:pt x="3147921" y="1439783"/>
                </a:lnTo>
                <a:lnTo>
                  <a:pt x="3147422" y="1439816"/>
                </a:lnTo>
                <a:cubicBezTo>
                  <a:pt x="3146856" y="1436014"/>
                  <a:pt x="3146829" y="1432198"/>
                  <a:pt x="3146829" y="1428376"/>
                </a:cubicBezTo>
                <a:cubicBezTo>
                  <a:pt x="3146829" y="1422694"/>
                  <a:pt x="3146887" y="1417025"/>
                  <a:pt x="3148199" y="1411395"/>
                </a:cubicBezTo>
                <a:cubicBezTo>
                  <a:pt x="3148157" y="1380067"/>
                  <a:pt x="3150607" y="1349182"/>
                  <a:pt x="3155663" y="1318938"/>
                </a:cubicBezTo>
                <a:lnTo>
                  <a:pt x="3156204" y="1312248"/>
                </a:lnTo>
                <a:cubicBezTo>
                  <a:pt x="3156372" y="1312243"/>
                  <a:pt x="3156542" y="1312238"/>
                  <a:pt x="3156709" y="1312185"/>
                </a:cubicBezTo>
                <a:cubicBezTo>
                  <a:pt x="3206986" y="959319"/>
                  <a:pt x="3488025" y="678542"/>
                  <a:pt x="3846875" y="619144"/>
                </a:cubicBezTo>
                <a:lnTo>
                  <a:pt x="3846992" y="617996"/>
                </a:lnTo>
                <a:cubicBezTo>
                  <a:pt x="3852301" y="616986"/>
                  <a:pt x="3857629" y="616038"/>
                  <a:pt x="3863205" y="616457"/>
                </a:cubicBezTo>
                <a:cubicBezTo>
                  <a:pt x="3894388" y="610900"/>
                  <a:pt x="3926281" y="607919"/>
                  <a:pt x="3958666" y="607392"/>
                </a:cubicBezTo>
                <a:close/>
                <a:moveTo>
                  <a:pt x="2306354" y="605769"/>
                </a:moveTo>
                <a:lnTo>
                  <a:pt x="2323441" y="607392"/>
                </a:lnTo>
                <a:cubicBezTo>
                  <a:pt x="2355827" y="607919"/>
                  <a:pt x="2387719" y="610900"/>
                  <a:pt x="2418903" y="616457"/>
                </a:cubicBezTo>
                <a:cubicBezTo>
                  <a:pt x="2424479" y="616038"/>
                  <a:pt x="2429807" y="616986"/>
                  <a:pt x="2435115" y="617996"/>
                </a:cubicBezTo>
                <a:lnTo>
                  <a:pt x="2435233" y="619144"/>
                </a:lnTo>
                <a:cubicBezTo>
                  <a:pt x="2794083" y="678542"/>
                  <a:pt x="3075122" y="959319"/>
                  <a:pt x="3125398" y="1312185"/>
                </a:cubicBezTo>
                <a:cubicBezTo>
                  <a:pt x="3125566" y="1312238"/>
                  <a:pt x="3125735" y="1312243"/>
                  <a:pt x="3125904" y="1312248"/>
                </a:cubicBezTo>
                <a:lnTo>
                  <a:pt x="3126444" y="1318938"/>
                </a:lnTo>
                <a:cubicBezTo>
                  <a:pt x="3131501" y="1349182"/>
                  <a:pt x="3133950" y="1380067"/>
                  <a:pt x="3133908" y="1411395"/>
                </a:cubicBezTo>
                <a:cubicBezTo>
                  <a:pt x="3135220" y="1417025"/>
                  <a:pt x="3135279" y="1422694"/>
                  <a:pt x="3135279" y="1428376"/>
                </a:cubicBezTo>
                <a:cubicBezTo>
                  <a:pt x="3135279" y="1432198"/>
                  <a:pt x="3135252" y="1436014"/>
                  <a:pt x="3134686" y="1439816"/>
                </a:cubicBezTo>
                <a:lnTo>
                  <a:pt x="3134187" y="1439783"/>
                </a:lnTo>
                <a:lnTo>
                  <a:pt x="3134161" y="1440278"/>
                </a:lnTo>
                <a:lnTo>
                  <a:pt x="3117042" y="1438652"/>
                </a:lnTo>
                <a:cubicBezTo>
                  <a:pt x="3084668" y="1438125"/>
                  <a:pt x="3052788" y="1435144"/>
                  <a:pt x="3021616" y="1429590"/>
                </a:cubicBezTo>
                <a:cubicBezTo>
                  <a:pt x="3016039" y="1430009"/>
                  <a:pt x="3010710" y="1429061"/>
                  <a:pt x="3005399" y="1428050"/>
                </a:cubicBezTo>
                <a:lnTo>
                  <a:pt x="3005283" y="1426902"/>
                </a:lnTo>
                <a:cubicBezTo>
                  <a:pt x="2646432" y="1367503"/>
                  <a:pt x="2365393" y="1086726"/>
                  <a:pt x="2315117" y="733861"/>
                </a:cubicBezTo>
                <a:cubicBezTo>
                  <a:pt x="2314950" y="733808"/>
                  <a:pt x="2314781" y="733803"/>
                  <a:pt x="2314612" y="733798"/>
                </a:cubicBezTo>
                <a:lnTo>
                  <a:pt x="2314074" y="727122"/>
                </a:lnTo>
                <a:cubicBezTo>
                  <a:pt x="2309015" y="696872"/>
                  <a:pt x="2306564" y="665981"/>
                  <a:pt x="2306606" y="634646"/>
                </a:cubicBezTo>
                <a:cubicBezTo>
                  <a:pt x="2305294" y="629018"/>
                  <a:pt x="2305236" y="623351"/>
                  <a:pt x="2305236" y="617670"/>
                </a:cubicBezTo>
                <a:lnTo>
                  <a:pt x="2305830" y="606230"/>
                </a:lnTo>
                <a:lnTo>
                  <a:pt x="2306328" y="606263"/>
                </a:lnTo>
                <a:close/>
                <a:moveTo>
                  <a:pt x="2283603" y="605769"/>
                </a:moveTo>
                <a:lnTo>
                  <a:pt x="2283629" y="606263"/>
                </a:lnTo>
                <a:lnTo>
                  <a:pt x="2284127" y="606230"/>
                </a:lnTo>
                <a:lnTo>
                  <a:pt x="2284721" y="617670"/>
                </a:lnTo>
                <a:cubicBezTo>
                  <a:pt x="2284721" y="623351"/>
                  <a:pt x="2284662" y="629018"/>
                  <a:pt x="2283350" y="634646"/>
                </a:cubicBezTo>
                <a:cubicBezTo>
                  <a:pt x="2283392" y="665981"/>
                  <a:pt x="2280942" y="696872"/>
                  <a:pt x="2275883" y="727122"/>
                </a:cubicBezTo>
                <a:lnTo>
                  <a:pt x="2275345" y="733798"/>
                </a:lnTo>
                <a:cubicBezTo>
                  <a:pt x="2275175" y="733803"/>
                  <a:pt x="2275007" y="733808"/>
                  <a:pt x="2274839" y="733861"/>
                </a:cubicBezTo>
                <a:cubicBezTo>
                  <a:pt x="2224564" y="1086726"/>
                  <a:pt x="1943525" y="1367503"/>
                  <a:pt x="1584673" y="1426902"/>
                </a:cubicBezTo>
                <a:lnTo>
                  <a:pt x="1584557" y="1428050"/>
                </a:lnTo>
                <a:cubicBezTo>
                  <a:pt x="1579247" y="1429061"/>
                  <a:pt x="1573918" y="1430009"/>
                  <a:pt x="1568341" y="1429590"/>
                </a:cubicBezTo>
                <a:cubicBezTo>
                  <a:pt x="1537169" y="1435144"/>
                  <a:pt x="1505289" y="1438125"/>
                  <a:pt x="1472914" y="1438652"/>
                </a:cubicBezTo>
                <a:lnTo>
                  <a:pt x="1455796" y="1440278"/>
                </a:lnTo>
                <a:lnTo>
                  <a:pt x="1455770" y="1439783"/>
                </a:lnTo>
                <a:lnTo>
                  <a:pt x="1455271" y="1439816"/>
                </a:lnTo>
                <a:cubicBezTo>
                  <a:pt x="1454705" y="1436014"/>
                  <a:pt x="1454678" y="1432198"/>
                  <a:pt x="1454678" y="1428376"/>
                </a:cubicBezTo>
                <a:cubicBezTo>
                  <a:pt x="1454678" y="1422694"/>
                  <a:pt x="1454736" y="1417025"/>
                  <a:pt x="1456048" y="1411395"/>
                </a:cubicBezTo>
                <a:cubicBezTo>
                  <a:pt x="1456006" y="1380067"/>
                  <a:pt x="1458456" y="1349182"/>
                  <a:pt x="1463513" y="1318938"/>
                </a:cubicBezTo>
                <a:lnTo>
                  <a:pt x="1464053" y="1312248"/>
                </a:lnTo>
                <a:cubicBezTo>
                  <a:pt x="1464221" y="1312243"/>
                  <a:pt x="1464391" y="1312238"/>
                  <a:pt x="1464558" y="1312185"/>
                </a:cubicBezTo>
                <a:cubicBezTo>
                  <a:pt x="1514835" y="959319"/>
                  <a:pt x="1795874" y="678542"/>
                  <a:pt x="2154724" y="619144"/>
                </a:cubicBezTo>
                <a:lnTo>
                  <a:pt x="2154841" y="617996"/>
                </a:lnTo>
                <a:cubicBezTo>
                  <a:pt x="2160150" y="616986"/>
                  <a:pt x="2165478" y="616038"/>
                  <a:pt x="2171054" y="616457"/>
                </a:cubicBezTo>
                <a:cubicBezTo>
                  <a:pt x="2202237" y="610900"/>
                  <a:pt x="2234130" y="607919"/>
                  <a:pt x="2266515" y="607392"/>
                </a:cubicBezTo>
                <a:close/>
                <a:moveTo>
                  <a:pt x="614203" y="605769"/>
                </a:moveTo>
                <a:lnTo>
                  <a:pt x="631290" y="607392"/>
                </a:lnTo>
                <a:cubicBezTo>
                  <a:pt x="663676" y="607919"/>
                  <a:pt x="695568" y="610900"/>
                  <a:pt x="726752" y="616457"/>
                </a:cubicBezTo>
                <a:cubicBezTo>
                  <a:pt x="732328" y="616038"/>
                  <a:pt x="737656" y="616986"/>
                  <a:pt x="742964" y="617996"/>
                </a:cubicBezTo>
                <a:lnTo>
                  <a:pt x="743081" y="619144"/>
                </a:lnTo>
                <a:cubicBezTo>
                  <a:pt x="1101932" y="678542"/>
                  <a:pt x="1382971" y="959319"/>
                  <a:pt x="1433247" y="1312185"/>
                </a:cubicBezTo>
                <a:cubicBezTo>
                  <a:pt x="1433415" y="1312238"/>
                  <a:pt x="1433584" y="1312243"/>
                  <a:pt x="1433753" y="1312248"/>
                </a:cubicBezTo>
                <a:lnTo>
                  <a:pt x="1434293" y="1318938"/>
                </a:lnTo>
                <a:cubicBezTo>
                  <a:pt x="1439350" y="1349182"/>
                  <a:pt x="1441799" y="1380067"/>
                  <a:pt x="1441757" y="1411395"/>
                </a:cubicBezTo>
                <a:cubicBezTo>
                  <a:pt x="1443069" y="1417025"/>
                  <a:pt x="1443128" y="1422694"/>
                  <a:pt x="1443128" y="1428376"/>
                </a:cubicBezTo>
                <a:cubicBezTo>
                  <a:pt x="1443128" y="1432198"/>
                  <a:pt x="1443101" y="1436014"/>
                  <a:pt x="1442535" y="1439816"/>
                </a:cubicBezTo>
                <a:lnTo>
                  <a:pt x="1442036" y="1439783"/>
                </a:lnTo>
                <a:lnTo>
                  <a:pt x="1442010" y="1440278"/>
                </a:lnTo>
                <a:lnTo>
                  <a:pt x="1424891" y="1438652"/>
                </a:lnTo>
                <a:cubicBezTo>
                  <a:pt x="1392517" y="1438125"/>
                  <a:pt x="1360637" y="1435144"/>
                  <a:pt x="1329465" y="1429590"/>
                </a:cubicBezTo>
                <a:cubicBezTo>
                  <a:pt x="1323888" y="1430009"/>
                  <a:pt x="1318559" y="1429061"/>
                  <a:pt x="1313248" y="1428050"/>
                </a:cubicBezTo>
                <a:lnTo>
                  <a:pt x="1313132" y="1426902"/>
                </a:lnTo>
                <a:cubicBezTo>
                  <a:pt x="954281" y="1367503"/>
                  <a:pt x="673242" y="1086726"/>
                  <a:pt x="622966" y="733861"/>
                </a:cubicBezTo>
                <a:cubicBezTo>
                  <a:pt x="622799" y="733808"/>
                  <a:pt x="622630" y="733803"/>
                  <a:pt x="622461" y="733798"/>
                </a:cubicBezTo>
                <a:lnTo>
                  <a:pt x="621923" y="727122"/>
                </a:lnTo>
                <a:cubicBezTo>
                  <a:pt x="616864" y="696872"/>
                  <a:pt x="614413" y="665981"/>
                  <a:pt x="614455" y="634646"/>
                </a:cubicBezTo>
                <a:cubicBezTo>
                  <a:pt x="613143" y="629018"/>
                  <a:pt x="613085" y="623351"/>
                  <a:pt x="613085" y="617670"/>
                </a:cubicBezTo>
                <a:lnTo>
                  <a:pt x="613679" y="606230"/>
                </a:lnTo>
                <a:lnTo>
                  <a:pt x="614177" y="606263"/>
                </a:lnTo>
                <a:close/>
                <a:moveTo>
                  <a:pt x="7360056" y="605769"/>
                </a:moveTo>
                <a:lnTo>
                  <a:pt x="7360082" y="606263"/>
                </a:lnTo>
                <a:lnTo>
                  <a:pt x="7360580" y="606230"/>
                </a:lnTo>
                <a:lnTo>
                  <a:pt x="7361174" y="617670"/>
                </a:lnTo>
                <a:cubicBezTo>
                  <a:pt x="7361174" y="623351"/>
                  <a:pt x="7361116" y="629018"/>
                  <a:pt x="7359804" y="634646"/>
                </a:cubicBezTo>
                <a:cubicBezTo>
                  <a:pt x="7359846" y="665981"/>
                  <a:pt x="7357395" y="696872"/>
                  <a:pt x="7352337" y="727122"/>
                </a:cubicBezTo>
                <a:lnTo>
                  <a:pt x="7351798" y="733798"/>
                </a:lnTo>
                <a:cubicBezTo>
                  <a:pt x="7351629" y="733803"/>
                  <a:pt x="7351460" y="733808"/>
                  <a:pt x="7351293" y="733861"/>
                </a:cubicBezTo>
                <a:cubicBezTo>
                  <a:pt x="7301017" y="1086726"/>
                  <a:pt x="7019978" y="1367503"/>
                  <a:pt x="6661127" y="1426902"/>
                </a:cubicBezTo>
                <a:lnTo>
                  <a:pt x="6661011" y="1428050"/>
                </a:lnTo>
                <a:cubicBezTo>
                  <a:pt x="6655700" y="1429061"/>
                  <a:pt x="6650371" y="1430009"/>
                  <a:pt x="6644794" y="1429590"/>
                </a:cubicBezTo>
                <a:cubicBezTo>
                  <a:pt x="6613622" y="1435144"/>
                  <a:pt x="6581742" y="1438125"/>
                  <a:pt x="6549368" y="1438652"/>
                </a:cubicBezTo>
                <a:lnTo>
                  <a:pt x="6532249" y="1440278"/>
                </a:lnTo>
                <a:lnTo>
                  <a:pt x="6532223" y="1439783"/>
                </a:lnTo>
                <a:lnTo>
                  <a:pt x="6531724" y="1439816"/>
                </a:lnTo>
                <a:cubicBezTo>
                  <a:pt x="6531158" y="1436014"/>
                  <a:pt x="6531131" y="1432198"/>
                  <a:pt x="6531131" y="1428376"/>
                </a:cubicBezTo>
                <a:cubicBezTo>
                  <a:pt x="6531131" y="1422694"/>
                  <a:pt x="6531190" y="1417025"/>
                  <a:pt x="6532502" y="1411395"/>
                </a:cubicBezTo>
                <a:cubicBezTo>
                  <a:pt x="6532460" y="1380067"/>
                  <a:pt x="6534909" y="1349182"/>
                  <a:pt x="6539966" y="1318938"/>
                </a:cubicBezTo>
                <a:lnTo>
                  <a:pt x="6540506" y="1312248"/>
                </a:lnTo>
                <a:cubicBezTo>
                  <a:pt x="6540675" y="1312243"/>
                  <a:pt x="6540844" y="1312238"/>
                  <a:pt x="6541012" y="1312185"/>
                </a:cubicBezTo>
                <a:cubicBezTo>
                  <a:pt x="6591288" y="959319"/>
                  <a:pt x="6872327" y="678542"/>
                  <a:pt x="7231178" y="619144"/>
                </a:cubicBezTo>
                <a:lnTo>
                  <a:pt x="7231295" y="617996"/>
                </a:lnTo>
                <a:cubicBezTo>
                  <a:pt x="7236603" y="616986"/>
                  <a:pt x="7241931" y="616038"/>
                  <a:pt x="7247507" y="616457"/>
                </a:cubicBezTo>
                <a:cubicBezTo>
                  <a:pt x="7278691" y="610900"/>
                  <a:pt x="7310583" y="607919"/>
                  <a:pt x="7342969" y="607392"/>
                </a:cubicBezTo>
                <a:close/>
                <a:moveTo>
                  <a:pt x="591452" y="605769"/>
                </a:moveTo>
                <a:lnTo>
                  <a:pt x="591478" y="606263"/>
                </a:lnTo>
                <a:lnTo>
                  <a:pt x="591976" y="606230"/>
                </a:lnTo>
                <a:lnTo>
                  <a:pt x="592570" y="617670"/>
                </a:lnTo>
                <a:cubicBezTo>
                  <a:pt x="592570" y="623351"/>
                  <a:pt x="592511" y="629018"/>
                  <a:pt x="591199" y="634646"/>
                </a:cubicBezTo>
                <a:cubicBezTo>
                  <a:pt x="591242" y="665981"/>
                  <a:pt x="588791" y="696872"/>
                  <a:pt x="583732" y="727122"/>
                </a:cubicBezTo>
                <a:lnTo>
                  <a:pt x="583194" y="733798"/>
                </a:lnTo>
                <a:cubicBezTo>
                  <a:pt x="583024" y="733803"/>
                  <a:pt x="582856" y="733808"/>
                  <a:pt x="582689" y="733861"/>
                </a:cubicBezTo>
                <a:cubicBezTo>
                  <a:pt x="537576" y="1050490"/>
                  <a:pt x="306662" y="1309076"/>
                  <a:pt x="0" y="1400276"/>
                </a:cubicBezTo>
                <a:lnTo>
                  <a:pt x="0" y="1267938"/>
                </a:lnTo>
                <a:cubicBezTo>
                  <a:pt x="229298" y="1185101"/>
                  <a:pt x="402181" y="989705"/>
                  <a:pt x="449203" y="750600"/>
                </a:cubicBezTo>
                <a:cubicBezTo>
                  <a:pt x="258971" y="791484"/>
                  <a:pt x="97576" y="906749"/>
                  <a:pt x="0" y="1064489"/>
                </a:cubicBezTo>
                <a:lnTo>
                  <a:pt x="0" y="857695"/>
                </a:lnTo>
                <a:cubicBezTo>
                  <a:pt x="121484" y="734788"/>
                  <a:pt x="282199" y="649000"/>
                  <a:pt x="462573" y="619144"/>
                </a:cubicBezTo>
                <a:lnTo>
                  <a:pt x="462690" y="617996"/>
                </a:lnTo>
                <a:cubicBezTo>
                  <a:pt x="467999" y="616986"/>
                  <a:pt x="473327" y="616038"/>
                  <a:pt x="478903" y="616457"/>
                </a:cubicBezTo>
                <a:cubicBezTo>
                  <a:pt x="510086" y="610900"/>
                  <a:pt x="541979" y="607919"/>
                  <a:pt x="574365" y="607392"/>
                </a:cubicBezTo>
                <a:close/>
                <a:moveTo>
                  <a:pt x="11969013" y="0"/>
                </a:moveTo>
                <a:lnTo>
                  <a:pt x="12180097" y="0"/>
                </a:lnTo>
                <a:cubicBezTo>
                  <a:pt x="12184579" y="2797"/>
                  <a:pt x="12188307" y="6390"/>
                  <a:pt x="12192000" y="10016"/>
                </a:cubicBezTo>
                <a:lnTo>
                  <a:pt x="12192000" y="210008"/>
                </a:lnTo>
                <a:cubicBezTo>
                  <a:pt x="12135666" y="124006"/>
                  <a:pt x="12059786" y="51396"/>
                  <a:pt x="11969013" y="0"/>
                </a:cubicBezTo>
                <a:close/>
                <a:moveTo>
                  <a:pt x="11640695" y="0"/>
                </a:moveTo>
                <a:lnTo>
                  <a:pt x="11775234" y="0"/>
                </a:lnTo>
                <a:cubicBezTo>
                  <a:pt x="11842228" y="193636"/>
                  <a:pt x="11995970" y="348667"/>
                  <a:pt x="12192000" y="421829"/>
                </a:cubicBezTo>
                <a:lnTo>
                  <a:pt x="12192000" y="553832"/>
                </a:lnTo>
                <a:cubicBezTo>
                  <a:pt x="11924422" y="471599"/>
                  <a:pt x="11715712" y="262771"/>
                  <a:pt x="11640695" y="0"/>
                </a:cubicBezTo>
                <a:close/>
                <a:moveTo>
                  <a:pt x="11023379" y="0"/>
                </a:moveTo>
                <a:lnTo>
                  <a:pt x="11232088" y="0"/>
                </a:lnTo>
                <a:cubicBezTo>
                  <a:pt x="11066618" y="98005"/>
                  <a:pt x="10947209" y="260867"/>
                  <a:pt x="10909358" y="451830"/>
                </a:cubicBezTo>
                <a:cubicBezTo>
                  <a:pt x="11153410" y="399791"/>
                  <a:pt x="11350000" y="226290"/>
                  <a:pt x="11427896" y="0"/>
                </a:cubicBezTo>
                <a:lnTo>
                  <a:pt x="11561912" y="0"/>
                </a:lnTo>
                <a:cubicBezTo>
                  <a:pt x="11477134" y="299826"/>
                  <a:pt x="11217862" y="529393"/>
                  <a:pt x="10895987" y="582253"/>
                </a:cubicBezTo>
                <a:lnTo>
                  <a:pt x="10895871" y="583392"/>
                </a:lnTo>
                <a:cubicBezTo>
                  <a:pt x="10890560" y="584395"/>
                  <a:pt x="10885231" y="585336"/>
                  <a:pt x="10879654" y="584920"/>
                </a:cubicBezTo>
                <a:cubicBezTo>
                  <a:pt x="10848482" y="590430"/>
                  <a:pt x="10816602" y="593388"/>
                  <a:pt x="10784227" y="593911"/>
                </a:cubicBezTo>
                <a:lnTo>
                  <a:pt x="10767109" y="595524"/>
                </a:lnTo>
                <a:lnTo>
                  <a:pt x="10767083" y="595033"/>
                </a:lnTo>
                <a:lnTo>
                  <a:pt x="10766584" y="595066"/>
                </a:lnTo>
                <a:cubicBezTo>
                  <a:pt x="10766018" y="591293"/>
                  <a:pt x="10765991" y="587507"/>
                  <a:pt x="10765991" y="583715"/>
                </a:cubicBezTo>
                <a:cubicBezTo>
                  <a:pt x="10765991" y="578078"/>
                  <a:pt x="10766050" y="572454"/>
                  <a:pt x="10767362" y="566868"/>
                </a:cubicBezTo>
                <a:cubicBezTo>
                  <a:pt x="10767319" y="535786"/>
                  <a:pt x="10769769" y="505143"/>
                  <a:pt x="10774826" y="475137"/>
                </a:cubicBezTo>
                <a:lnTo>
                  <a:pt x="10775366" y="468500"/>
                </a:lnTo>
                <a:cubicBezTo>
                  <a:pt x="10775535" y="468495"/>
                  <a:pt x="10775704" y="468490"/>
                  <a:pt x="10775872" y="468437"/>
                </a:cubicBezTo>
                <a:cubicBezTo>
                  <a:pt x="10802174" y="285283"/>
                  <a:pt x="10891635" y="121704"/>
                  <a:pt x="11023379" y="0"/>
                </a:cubicBezTo>
                <a:close/>
                <a:moveTo>
                  <a:pt x="9949555" y="0"/>
                </a:moveTo>
                <a:lnTo>
                  <a:pt x="10083571" y="0"/>
                </a:lnTo>
                <a:cubicBezTo>
                  <a:pt x="10161467" y="226290"/>
                  <a:pt x="10358057" y="399791"/>
                  <a:pt x="10602109" y="451830"/>
                </a:cubicBezTo>
                <a:cubicBezTo>
                  <a:pt x="10564258" y="260867"/>
                  <a:pt x="10444849" y="98005"/>
                  <a:pt x="10279379" y="0"/>
                </a:cubicBezTo>
                <a:lnTo>
                  <a:pt x="10488089" y="0"/>
                </a:lnTo>
                <a:cubicBezTo>
                  <a:pt x="10619833" y="121704"/>
                  <a:pt x="10709293" y="285283"/>
                  <a:pt x="10735596" y="468437"/>
                </a:cubicBezTo>
                <a:cubicBezTo>
                  <a:pt x="10735763" y="468490"/>
                  <a:pt x="10735932" y="468495"/>
                  <a:pt x="10736101" y="468500"/>
                </a:cubicBezTo>
                <a:lnTo>
                  <a:pt x="10736641" y="475137"/>
                </a:lnTo>
                <a:cubicBezTo>
                  <a:pt x="10741698" y="505143"/>
                  <a:pt x="10744148" y="535786"/>
                  <a:pt x="10744105" y="566868"/>
                </a:cubicBezTo>
                <a:cubicBezTo>
                  <a:pt x="10745417" y="572454"/>
                  <a:pt x="10745476" y="578078"/>
                  <a:pt x="10745476" y="583715"/>
                </a:cubicBezTo>
                <a:cubicBezTo>
                  <a:pt x="10745476" y="587507"/>
                  <a:pt x="10745449" y="591293"/>
                  <a:pt x="10744883" y="595066"/>
                </a:cubicBezTo>
                <a:lnTo>
                  <a:pt x="10744384" y="595033"/>
                </a:lnTo>
                <a:lnTo>
                  <a:pt x="10744358" y="595524"/>
                </a:lnTo>
                <a:lnTo>
                  <a:pt x="10727240" y="593911"/>
                </a:lnTo>
                <a:cubicBezTo>
                  <a:pt x="10694865" y="593388"/>
                  <a:pt x="10662985" y="590430"/>
                  <a:pt x="10631813" y="584920"/>
                </a:cubicBezTo>
                <a:cubicBezTo>
                  <a:pt x="10626236" y="585336"/>
                  <a:pt x="10620907" y="584395"/>
                  <a:pt x="10615596" y="583392"/>
                </a:cubicBezTo>
                <a:lnTo>
                  <a:pt x="10615480" y="582253"/>
                </a:lnTo>
                <a:cubicBezTo>
                  <a:pt x="10293605" y="529393"/>
                  <a:pt x="10034333" y="299826"/>
                  <a:pt x="9949555" y="0"/>
                </a:cubicBezTo>
                <a:close/>
                <a:moveTo>
                  <a:pt x="9331225" y="0"/>
                </a:moveTo>
                <a:lnTo>
                  <a:pt x="9539935" y="0"/>
                </a:lnTo>
                <a:cubicBezTo>
                  <a:pt x="9374465" y="98005"/>
                  <a:pt x="9255056" y="260867"/>
                  <a:pt x="9217205" y="451830"/>
                </a:cubicBezTo>
                <a:cubicBezTo>
                  <a:pt x="9461257" y="399791"/>
                  <a:pt x="9657847" y="226290"/>
                  <a:pt x="9735743" y="0"/>
                </a:cubicBezTo>
                <a:lnTo>
                  <a:pt x="9869759" y="0"/>
                </a:lnTo>
                <a:cubicBezTo>
                  <a:pt x="9784981" y="299826"/>
                  <a:pt x="9525709" y="529393"/>
                  <a:pt x="9203834" y="582253"/>
                </a:cubicBezTo>
                <a:lnTo>
                  <a:pt x="9203718" y="583392"/>
                </a:lnTo>
                <a:cubicBezTo>
                  <a:pt x="9198407" y="584395"/>
                  <a:pt x="9193078" y="585336"/>
                  <a:pt x="9187501" y="584920"/>
                </a:cubicBezTo>
                <a:cubicBezTo>
                  <a:pt x="9156329" y="590430"/>
                  <a:pt x="9124449" y="593388"/>
                  <a:pt x="9092074" y="593911"/>
                </a:cubicBezTo>
                <a:lnTo>
                  <a:pt x="9074956" y="595524"/>
                </a:lnTo>
                <a:lnTo>
                  <a:pt x="9074930" y="595033"/>
                </a:lnTo>
                <a:lnTo>
                  <a:pt x="9074431" y="595066"/>
                </a:lnTo>
                <a:cubicBezTo>
                  <a:pt x="9073865" y="591293"/>
                  <a:pt x="9073838" y="587507"/>
                  <a:pt x="9073838" y="583715"/>
                </a:cubicBezTo>
                <a:cubicBezTo>
                  <a:pt x="9073838" y="578078"/>
                  <a:pt x="9073897" y="572454"/>
                  <a:pt x="9075209" y="566868"/>
                </a:cubicBezTo>
                <a:cubicBezTo>
                  <a:pt x="9075166" y="535786"/>
                  <a:pt x="9077616" y="505143"/>
                  <a:pt x="9082673" y="475137"/>
                </a:cubicBezTo>
                <a:lnTo>
                  <a:pt x="9083213" y="468500"/>
                </a:lnTo>
                <a:cubicBezTo>
                  <a:pt x="9083382" y="468495"/>
                  <a:pt x="9083551" y="468490"/>
                  <a:pt x="9083718" y="468437"/>
                </a:cubicBezTo>
                <a:cubicBezTo>
                  <a:pt x="9110021" y="285283"/>
                  <a:pt x="9199481" y="121704"/>
                  <a:pt x="9331225" y="0"/>
                </a:cubicBezTo>
                <a:close/>
                <a:moveTo>
                  <a:pt x="8257405" y="0"/>
                </a:moveTo>
                <a:lnTo>
                  <a:pt x="8391420" y="0"/>
                </a:lnTo>
                <a:cubicBezTo>
                  <a:pt x="8469316" y="226290"/>
                  <a:pt x="8665906" y="399791"/>
                  <a:pt x="8909958" y="451830"/>
                </a:cubicBezTo>
                <a:cubicBezTo>
                  <a:pt x="8872107" y="260867"/>
                  <a:pt x="8752698" y="98005"/>
                  <a:pt x="8587228" y="0"/>
                </a:cubicBezTo>
                <a:lnTo>
                  <a:pt x="8795937" y="0"/>
                </a:lnTo>
                <a:cubicBezTo>
                  <a:pt x="8927681" y="121704"/>
                  <a:pt x="9017142" y="285283"/>
                  <a:pt x="9043444" y="468437"/>
                </a:cubicBezTo>
                <a:cubicBezTo>
                  <a:pt x="9043612" y="468490"/>
                  <a:pt x="9043781" y="468495"/>
                  <a:pt x="9043950" y="468500"/>
                </a:cubicBezTo>
                <a:lnTo>
                  <a:pt x="9044490" y="475137"/>
                </a:lnTo>
                <a:cubicBezTo>
                  <a:pt x="9049547" y="505143"/>
                  <a:pt x="9051997" y="535786"/>
                  <a:pt x="9051954" y="566868"/>
                </a:cubicBezTo>
                <a:cubicBezTo>
                  <a:pt x="9053266" y="572454"/>
                  <a:pt x="9053325" y="578078"/>
                  <a:pt x="9053325" y="583715"/>
                </a:cubicBezTo>
                <a:cubicBezTo>
                  <a:pt x="9053325" y="587507"/>
                  <a:pt x="9053298" y="591293"/>
                  <a:pt x="9052732" y="595066"/>
                </a:cubicBezTo>
                <a:lnTo>
                  <a:pt x="9052233" y="595033"/>
                </a:lnTo>
                <a:lnTo>
                  <a:pt x="9052207" y="595524"/>
                </a:lnTo>
                <a:lnTo>
                  <a:pt x="9035089" y="593911"/>
                </a:lnTo>
                <a:cubicBezTo>
                  <a:pt x="9002714" y="593388"/>
                  <a:pt x="8970834" y="590430"/>
                  <a:pt x="8939662" y="584920"/>
                </a:cubicBezTo>
                <a:cubicBezTo>
                  <a:pt x="8934085" y="585336"/>
                  <a:pt x="8928756" y="584395"/>
                  <a:pt x="8923445" y="583392"/>
                </a:cubicBezTo>
                <a:lnTo>
                  <a:pt x="8923329" y="582253"/>
                </a:lnTo>
                <a:cubicBezTo>
                  <a:pt x="8601454" y="529393"/>
                  <a:pt x="8342182" y="299826"/>
                  <a:pt x="8257405" y="0"/>
                </a:cubicBezTo>
                <a:close/>
                <a:moveTo>
                  <a:pt x="7639075" y="0"/>
                </a:moveTo>
                <a:lnTo>
                  <a:pt x="7847784" y="0"/>
                </a:lnTo>
                <a:cubicBezTo>
                  <a:pt x="7682314" y="98005"/>
                  <a:pt x="7562905" y="260867"/>
                  <a:pt x="7525054" y="451830"/>
                </a:cubicBezTo>
                <a:cubicBezTo>
                  <a:pt x="7769107" y="399791"/>
                  <a:pt x="7965696" y="226290"/>
                  <a:pt x="8043592" y="0"/>
                </a:cubicBezTo>
                <a:lnTo>
                  <a:pt x="8177609" y="0"/>
                </a:lnTo>
                <a:cubicBezTo>
                  <a:pt x="8092830" y="299826"/>
                  <a:pt x="7833558" y="529393"/>
                  <a:pt x="7511683" y="582253"/>
                </a:cubicBezTo>
                <a:lnTo>
                  <a:pt x="7511567" y="583392"/>
                </a:lnTo>
                <a:cubicBezTo>
                  <a:pt x="7506256" y="584395"/>
                  <a:pt x="7500927" y="585336"/>
                  <a:pt x="7495350" y="584920"/>
                </a:cubicBezTo>
                <a:cubicBezTo>
                  <a:pt x="7464178" y="590430"/>
                  <a:pt x="7432298" y="593388"/>
                  <a:pt x="7399924" y="593911"/>
                </a:cubicBezTo>
                <a:lnTo>
                  <a:pt x="7382805" y="595524"/>
                </a:lnTo>
                <a:lnTo>
                  <a:pt x="7382779" y="595033"/>
                </a:lnTo>
                <a:lnTo>
                  <a:pt x="7382280" y="595066"/>
                </a:lnTo>
                <a:cubicBezTo>
                  <a:pt x="7381714" y="591293"/>
                  <a:pt x="7381687" y="587507"/>
                  <a:pt x="7381687" y="583715"/>
                </a:cubicBezTo>
                <a:cubicBezTo>
                  <a:pt x="7381687" y="578078"/>
                  <a:pt x="7381746" y="572454"/>
                  <a:pt x="7383058" y="566868"/>
                </a:cubicBezTo>
                <a:cubicBezTo>
                  <a:pt x="7383016" y="535786"/>
                  <a:pt x="7385465" y="505143"/>
                  <a:pt x="7390522" y="475137"/>
                </a:cubicBezTo>
                <a:lnTo>
                  <a:pt x="7391062" y="468500"/>
                </a:lnTo>
                <a:cubicBezTo>
                  <a:pt x="7391231" y="468495"/>
                  <a:pt x="7391400" y="468490"/>
                  <a:pt x="7391568" y="468437"/>
                </a:cubicBezTo>
                <a:cubicBezTo>
                  <a:pt x="7417870" y="285283"/>
                  <a:pt x="7507331" y="121703"/>
                  <a:pt x="7639075" y="0"/>
                </a:cubicBezTo>
                <a:close/>
                <a:moveTo>
                  <a:pt x="6565254" y="0"/>
                </a:moveTo>
                <a:lnTo>
                  <a:pt x="6699270" y="0"/>
                </a:lnTo>
                <a:cubicBezTo>
                  <a:pt x="6777166" y="226290"/>
                  <a:pt x="6973755" y="399791"/>
                  <a:pt x="7217807" y="451830"/>
                </a:cubicBezTo>
                <a:cubicBezTo>
                  <a:pt x="7179956" y="260867"/>
                  <a:pt x="7060547" y="98005"/>
                  <a:pt x="6895077" y="0"/>
                </a:cubicBezTo>
                <a:lnTo>
                  <a:pt x="7103787" y="0"/>
                </a:lnTo>
                <a:cubicBezTo>
                  <a:pt x="7235531" y="121704"/>
                  <a:pt x="7324992" y="285283"/>
                  <a:pt x="7351294" y="468437"/>
                </a:cubicBezTo>
                <a:cubicBezTo>
                  <a:pt x="7351461" y="468490"/>
                  <a:pt x="7351631" y="468495"/>
                  <a:pt x="7351799" y="468500"/>
                </a:cubicBezTo>
                <a:lnTo>
                  <a:pt x="7352340" y="475137"/>
                </a:lnTo>
                <a:cubicBezTo>
                  <a:pt x="7357396" y="505143"/>
                  <a:pt x="7359846" y="535786"/>
                  <a:pt x="7359804" y="566868"/>
                </a:cubicBezTo>
                <a:cubicBezTo>
                  <a:pt x="7361116" y="572454"/>
                  <a:pt x="7361174" y="578078"/>
                  <a:pt x="7361174" y="583715"/>
                </a:cubicBezTo>
                <a:cubicBezTo>
                  <a:pt x="7361174" y="587507"/>
                  <a:pt x="7361147" y="591293"/>
                  <a:pt x="7360581" y="595066"/>
                </a:cubicBezTo>
                <a:lnTo>
                  <a:pt x="7360082" y="595033"/>
                </a:lnTo>
                <a:lnTo>
                  <a:pt x="7360056" y="595524"/>
                </a:lnTo>
                <a:lnTo>
                  <a:pt x="7342938" y="593911"/>
                </a:lnTo>
                <a:cubicBezTo>
                  <a:pt x="7310564" y="593388"/>
                  <a:pt x="7278683" y="590430"/>
                  <a:pt x="7247511" y="584920"/>
                </a:cubicBezTo>
                <a:cubicBezTo>
                  <a:pt x="7241934" y="585336"/>
                  <a:pt x="7236605" y="584395"/>
                  <a:pt x="7231295" y="583392"/>
                </a:cubicBezTo>
                <a:lnTo>
                  <a:pt x="7231179" y="582253"/>
                </a:lnTo>
                <a:cubicBezTo>
                  <a:pt x="6909304" y="529393"/>
                  <a:pt x="6650032" y="299826"/>
                  <a:pt x="6565254" y="0"/>
                </a:cubicBezTo>
                <a:close/>
                <a:moveTo>
                  <a:pt x="5946924" y="0"/>
                </a:moveTo>
                <a:lnTo>
                  <a:pt x="6155633" y="0"/>
                </a:lnTo>
                <a:cubicBezTo>
                  <a:pt x="5990163" y="98005"/>
                  <a:pt x="5870754" y="260867"/>
                  <a:pt x="5832903" y="451830"/>
                </a:cubicBezTo>
                <a:cubicBezTo>
                  <a:pt x="6076956" y="399791"/>
                  <a:pt x="6273545" y="226290"/>
                  <a:pt x="6351441" y="0"/>
                </a:cubicBezTo>
                <a:lnTo>
                  <a:pt x="6485457" y="0"/>
                </a:lnTo>
                <a:cubicBezTo>
                  <a:pt x="6400679" y="299826"/>
                  <a:pt x="6141407" y="529393"/>
                  <a:pt x="5819531" y="582253"/>
                </a:cubicBezTo>
                <a:lnTo>
                  <a:pt x="5819415" y="583392"/>
                </a:lnTo>
                <a:cubicBezTo>
                  <a:pt x="5814105" y="584395"/>
                  <a:pt x="5808776" y="585336"/>
                  <a:pt x="5803199" y="584920"/>
                </a:cubicBezTo>
                <a:cubicBezTo>
                  <a:pt x="5772027" y="590430"/>
                  <a:pt x="5740146" y="593388"/>
                  <a:pt x="5707772" y="593911"/>
                </a:cubicBezTo>
                <a:lnTo>
                  <a:pt x="5690654" y="595524"/>
                </a:lnTo>
                <a:lnTo>
                  <a:pt x="5690628" y="595033"/>
                </a:lnTo>
                <a:lnTo>
                  <a:pt x="5690129" y="595066"/>
                </a:lnTo>
                <a:cubicBezTo>
                  <a:pt x="5689563" y="591293"/>
                  <a:pt x="5689536" y="587507"/>
                  <a:pt x="5689536" y="583715"/>
                </a:cubicBezTo>
                <a:cubicBezTo>
                  <a:pt x="5689536" y="578078"/>
                  <a:pt x="5689594" y="572454"/>
                  <a:pt x="5690906" y="566868"/>
                </a:cubicBezTo>
                <a:cubicBezTo>
                  <a:pt x="5690864" y="535786"/>
                  <a:pt x="5693314" y="505143"/>
                  <a:pt x="5698370" y="475137"/>
                </a:cubicBezTo>
                <a:lnTo>
                  <a:pt x="5698911" y="468500"/>
                </a:lnTo>
                <a:cubicBezTo>
                  <a:pt x="5699079" y="468495"/>
                  <a:pt x="5699249" y="468490"/>
                  <a:pt x="5699416" y="468437"/>
                </a:cubicBezTo>
                <a:cubicBezTo>
                  <a:pt x="5725719" y="285283"/>
                  <a:pt x="5815180" y="121704"/>
                  <a:pt x="5946924" y="0"/>
                </a:cubicBezTo>
                <a:close/>
                <a:moveTo>
                  <a:pt x="4873102" y="0"/>
                </a:moveTo>
                <a:lnTo>
                  <a:pt x="5007119" y="0"/>
                </a:lnTo>
                <a:cubicBezTo>
                  <a:pt x="5085015" y="226291"/>
                  <a:pt x="5281604" y="399791"/>
                  <a:pt x="5525656" y="451830"/>
                </a:cubicBezTo>
                <a:cubicBezTo>
                  <a:pt x="5487805" y="260867"/>
                  <a:pt x="5368397" y="98005"/>
                  <a:pt x="5202927" y="0"/>
                </a:cubicBezTo>
                <a:lnTo>
                  <a:pt x="5411635" y="0"/>
                </a:lnTo>
                <a:cubicBezTo>
                  <a:pt x="5543380" y="121703"/>
                  <a:pt x="5632840" y="285283"/>
                  <a:pt x="5659142" y="468437"/>
                </a:cubicBezTo>
                <a:cubicBezTo>
                  <a:pt x="5659310" y="468490"/>
                  <a:pt x="5659479" y="468495"/>
                  <a:pt x="5659648" y="468499"/>
                </a:cubicBezTo>
                <a:lnTo>
                  <a:pt x="5660188" y="475137"/>
                </a:lnTo>
                <a:cubicBezTo>
                  <a:pt x="5665245" y="505143"/>
                  <a:pt x="5667694" y="535786"/>
                  <a:pt x="5667652" y="566868"/>
                </a:cubicBezTo>
                <a:cubicBezTo>
                  <a:pt x="5668964" y="572454"/>
                  <a:pt x="5669023" y="578078"/>
                  <a:pt x="5669023" y="583715"/>
                </a:cubicBezTo>
                <a:cubicBezTo>
                  <a:pt x="5669023" y="587508"/>
                  <a:pt x="5668996" y="591293"/>
                  <a:pt x="5668430" y="595066"/>
                </a:cubicBezTo>
                <a:lnTo>
                  <a:pt x="5667931" y="595033"/>
                </a:lnTo>
                <a:lnTo>
                  <a:pt x="5667905" y="595524"/>
                </a:lnTo>
                <a:lnTo>
                  <a:pt x="5650786" y="593911"/>
                </a:lnTo>
                <a:cubicBezTo>
                  <a:pt x="5618412" y="593388"/>
                  <a:pt x="5586532" y="590430"/>
                  <a:pt x="5555360" y="584920"/>
                </a:cubicBezTo>
                <a:cubicBezTo>
                  <a:pt x="5549783" y="585336"/>
                  <a:pt x="5544454" y="584395"/>
                  <a:pt x="5539143" y="583392"/>
                </a:cubicBezTo>
                <a:lnTo>
                  <a:pt x="5539027" y="582253"/>
                </a:lnTo>
                <a:cubicBezTo>
                  <a:pt x="5217153" y="529393"/>
                  <a:pt x="4957881" y="299826"/>
                  <a:pt x="4873102" y="0"/>
                </a:cubicBezTo>
                <a:close/>
                <a:moveTo>
                  <a:pt x="4254773" y="0"/>
                </a:moveTo>
                <a:lnTo>
                  <a:pt x="4463482" y="0"/>
                </a:lnTo>
                <a:cubicBezTo>
                  <a:pt x="4298012" y="98005"/>
                  <a:pt x="4178603" y="260867"/>
                  <a:pt x="4140752" y="451830"/>
                </a:cubicBezTo>
                <a:cubicBezTo>
                  <a:pt x="4384804" y="399791"/>
                  <a:pt x="4581394" y="226291"/>
                  <a:pt x="4659290" y="0"/>
                </a:cubicBezTo>
                <a:lnTo>
                  <a:pt x="4793306" y="0"/>
                </a:lnTo>
                <a:cubicBezTo>
                  <a:pt x="4708528" y="299826"/>
                  <a:pt x="4449256" y="529393"/>
                  <a:pt x="4127381" y="582253"/>
                </a:cubicBezTo>
                <a:lnTo>
                  <a:pt x="4127264" y="583392"/>
                </a:lnTo>
                <a:cubicBezTo>
                  <a:pt x="4121954" y="584395"/>
                  <a:pt x="4116625" y="585336"/>
                  <a:pt x="4111048" y="584920"/>
                </a:cubicBezTo>
                <a:cubicBezTo>
                  <a:pt x="4079876" y="590430"/>
                  <a:pt x="4047996" y="593388"/>
                  <a:pt x="4015621" y="593911"/>
                </a:cubicBezTo>
                <a:lnTo>
                  <a:pt x="3998503" y="595524"/>
                </a:lnTo>
                <a:lnTo>
                  <a:pt x="3998477" y="595033"/>
                </a:lnTo>
                <a:lnTo>
                  <a:pt x="3997978" y="595066"/>
                </a:lnTo>
                <a:cubicBezTo>
                  <a:pt x="3997412" y="591293"/>
                  <a:pt x="3997385" y="587507"/>
                  <a:pt x="3997385" y="583715"/>
                </a:cubicBezTo>
                <a:cubicBezTo>
                  <a:pt x="3997385" y="578078"/>
                  <a:pt x="3997443" y="572454"/>
                  <a:pt x="3998755" y="566868"/>
                </a:cubicBezTo>
                <a:cubicBezTo>
                  <a:pt x="3998713" y="535786"/>
                  <a:pt x="4001163" y="505143"/>
                  <a:pt x="4006219" y="475137"/>
                </a:cubicBezTo>
                <a:lnTo>
                  <a:pt x="4006760" y="468499"/>
                </a:lnTo>
                <a:cubicBezTo>
                  <a:pt x="4006928" y="468495"/>
                  <a:pt x="4007098" y="468490"/>
                  <a:pt x="4007265" y="468437"/>
                </a:cubicBezTo>
                <a:cubicBezTo>
                  <a:pt x="4033568" y="285283"/>
                  <a:pt x="4123028" y="121703"/>
                  <a:pt x="4254773" y="0"/>
                </a:cubicBezTo>
                <a:close/>
                <a:moveTo>
                  <a:pt x="3180951" y="0"/>
                </a:moveTo>
                <a:lnTo>
                  <a:pt x="3314968" y="0"/>
                </a:lnTo>
                <a:cubicBezTo>
                  <a:pt x="3392864" y="226291"/>
                  <a:pt x="3589453" y="399791"/>
                  <a:pt x="3833505" y="451830"/>
                </a:cubicBezTo>
                <a:cubicBezTo>
                  <a:pt x="3795654" y="260867"/>
                  <a:pt x="3676245" y="98005"/>
                  <a:pt x="3510776" y="0"/>
                </a:cubicBezTo>
                <a:lnTo>
                  <a:pt x="3719484" y="0"/>
                </a:lnTo>
                <a:cubicBezTo>
                  <a:pt x="3851229" y="121703"/>
                  <a:pt x="3940689" y="285283"/>
                  <a:pt x="3966991" y="468437"/>
                </a:cubicBezTo>
                <a:cubicBezTo>
                  <a:pt x="3967159" y="468490"/>
                  <a:pt x="3967328" y="468495"/>
                  <a:pt x="3967497" y="468499"/>
                </a:cubicBezTo>
                <a:lnTo>
                  <a:pt x="3968037" y="475137"/>
                </a:lnTo>
                <a:cubicBezTo>
                  <a:pt x="3973094" y="505143"/>
                  <a:pt x="3975543" y="535786"/>
                  <a:pt x="3975501" y="566868"/>
                </a:cubicBezTo>
                <a:cubicBezTo>
                  <a:pt x="3976813" y="572454"/>
                  <a:pt x="3976872" y="578078"/>
                  <a:pt x="3976872" y="583715"/>
                </a:cubicBezTo>
                <a:cubicBezTo>
                  <a:pt x="3976872" y="587508"/>
                  <a:pt x="3976845" y="591293"/>
                  <a:pt x="3976279" y="595066"/>
                </a:cubicBezTo>
                <a:lnTo>
                  <a:pt x="3975780" y="595033"/>
                </a:lnTo>
                <a:lnTo>
                  <a:pt x="3975754" y="595524"/>
                </a:lnTo>
                <a:lnTo>
                  <a:pt x="3958635" y="593911"/>
                </a:lnTo>
                <a:cubicBezTo>
                  <a:pt x="3926261" y="593388"/>
                  <a:pt x="3894381" y="590430"/>
                  <a:pt x="3863209" y="584920"/>
                </a:cubicBezTo>
                <a:cubicBezTo>
                  <a:pt x="3857632" y="585336"/>
                  <a:pt x="3852303" y="584395"/>
                  <a:pt x="3846992" y="583392"/>
                </a:cubicBezTo>
                <a:lnTo>
                  <a:pt x="3846876" y="582253"/>
                </a:lnTo>
                <a:cubicBezTo>
                  <a:pt x="3525002" y="529393"/>
                  <a:pt x="3265729" y="299826"/>
                  <a:pt x="3180951" y="0"/>
                </a:cubicBezTo>
                <a:close/>
                <a:moveTo>
                  <a:pt x="2562622" y="0"/>
                </a:moveTo>
                <a:lnTo>
                  <a:pt x="2771330" y="0"/>
                </a:lnTo>
                <a:cubicBezTo>
                  <a:pt x="2605861" y="98005"/>
                  <a:pt x="2486452" y="260867"/>
                  <a:pt x="2448601" y="451830"/>
                </a:cubicBezTo>
                <a:cubicBezTo>
                  <a:pt x="2692653" y="399791"/>
                  <a:pt x="2889242" y="226291"/>
                  <a:pt x="2967139" y="0"/>
                </a:cubicBezTo>
                <a:lnTo>
                  <a:pt x="3101155" y="0"/>
                </a:lnTo>
                <a:cubicBezTo>
                  <a:pt x="3016377" y="299826"/>
                  <a:pt x="2757105" y="529393"/>
                  <a:pt x="2435230" y="582253"/>
                </a:cubicBezTo>
                <a:lnTo>
                  <a:pt x="2435113" y="583392"/>
                </a:lnTo>
                <a:cubicBezTo>
                  <a:pt x="2429803" y="584395"/>
                  <a:pt x="2424474" y="585336"/>
                  <a:pt x="2418897" y="584920"/>
                </a:cubicBezTo>
                <a:cubicBezTo>
                  <a:pt x="2387725" y="590430"/>
                  <a:pt x="2355845" y="593388"/>
                  <a:pt x="2323470" y="593911"/>
                </a:cubicBezTo>
                <a:lnTo>
                  <a:pt x="2306352" y="595524"/>
                </a:lnTo>
                <a:lnTo>
                  <a:pt x="2306326" y="595033"/>
                </a:lnTo>
                <a:lnTo>
                  <a:pt x="2305827" y="595066"/>
                </a:lnTo>
                <a:cubicBezTo>
                  <a:pt x="2305261" y="591293"/>
                  <a:pt x="2305234" y="587507"/>
                  <a:pt x="2305234" y="583715"/>
                </a:cubicBezTo>
                <a:cubicBezTo>
                  <a:pt x="2305234" y="578078"/>
                  <a:pt x="2305292" y="572454"/>
                  <a:pt x="2306604" y="566868"/>
                </a:cubicBezTo>
                <a:cubicBezTo>
                  <a:pt x="2306562" y="535786"/>
                  <a:pt x="2309012" y="505143"/>
                  <a:pt x="2314068" y="475137"/>
                </a:cubicBezTo>
                <a:lnTo>
                  <a:pt x="2314609" y="468499"/>
                </a:lnTo>
                <a:cubicBezTo>
                  <a:pt x="2314777" y="468495"/>
                  <a:pt x="2314947" y="468490"/>
                  <a:pt x="2315114" y="468437"/>
                </a:cubicBezTo>
                <a:cubicBezTo>
                  <a:pt x="2341417" y="285283"/>
                  <a:pt x="2430877" y="121704"/>
                  <a:pt x="2562622" y="0"/>
                </a:cubicBezTo>
                <a:close/>
                <a:moveTo>
                  <a:pt x="1488800" y="0"/>
                </a:moveTo>
                <a:lnTo>
                  <a:pt x="1622816" y="0"/>
                </a:lnTo>
                <a:cubicBezTo>
                  <a:pt x="1700712" y="226290"/>
                  <a:pt x="1897302" y="399791"/>
                  <a:pt x="2141354" y="451830"/>
                </a:cubicBezTo>
                <a:cubicBezTo>
                  <a:pt x="2103503" y="260867"/>
                  <a:pt x="1984094" y="98005"/>
                  <a:pt x="1818624" y="0"/>
                </a:cubicBezTo>
                <a:lnTo>
                  <a:pt x="2027333" y="0"/>
                </a:lnTo>
                <a:cubicBezTo>
                  <a:pt x="2159078" y="121703"/>
                  <a:pt x="2248538" y="285283"/>
                  <a:pt x="2274840" y="468437"/>
                </a:cubicBezTo>
                <a:cubicBezTo>
                  <a:pt x="2275008" y="468490"/>
                  <a:pt x="2275177" y="468495"/>
                  <a:pt x="2275346" y="468500"/>
                </a:cubicBezTo>
                <a:lnTo>
                  <a:pt x="2275886" y="475137"/>
                </a:lnTo>
                <a:cubicBezTo>
                  <a:pt x="2280943" y="505143"/>
                  <a:pt x="2283392" y="535786"/>
                  <a:pt x="2283350" y="566868"/>
                </a:cubicBezTo>
                <a:cubicBezTo>
                  <a:pt x="2284662" y="572454"/>
                  <a:pt x="2284721" y="578078"/>
                  <a:pt x="2284721" y="583715"/>
                </a:cubicBezTo>
                <a:cubicBezTo>
                  <a:pt x="2284721" y="587508"/>
                  <a:pt x="2284694" y="591293"/>
                  <a:pt x="2284128" y="595066"/>
                </a:cubicBezTo>
                <a:lnTo>
                  <a:pt x="2283629" y="595033"/>
                </a:lnTo>
                <a:lnTo>
                  <a:pt x="2283603" y="595524"/>
                </a:lnTo>
                <a:lnTo>
                  <a:pt x="2266484" y="593911"/>
                </a:lnTo>
                <a:cubicBezTo>
                  <a:pt x="2234110" y="593388"/>
                  <a:pt x="2202230" y="590430"/>
                  <a:pt x="2171058" y="584920"/>
                </a:cubicBezTo>
                <a:cubicBezTo>
                  <a:pt x="2165481" y="585336"/>
                  <a:pt x="2160152" y="584395"/>
                  <a:pt x="2154841" y="583392"/>
                </a:cubicBezTo>
                <a:lnTo>
                  <a:pt x="2154725" y="582253"/>
                </a:lnTo>
                <a:cubicBezTo>
                  <a:pt x="1832850" y="529393"/>
                  <a:pt x="1573578" y="299826"/>
                  <a:pt x="1488800" y="0"/>
                </a:cubicBezTo>
                <a:close/>
                <a:moveTo>
                  <a:pt x="870471" y="0"/>
                </a:moveTo>
                <a:lnTo>
                  <a:pt x="1079179" y="0"/>
                </a:lnTo>
                <a:cubicBezTo>
                  <a:pt x="913710" y="98005"/>
                  <a:pt x="794301" y="260867"/>
                  <a:pt x="756450" y="451830"/>
                </a:cubicBezTo>
                <a:cubicBezTo>
                  <a:pt x="1000502" y="399791"/>
                  <a:pt x="1197091" y="226291"/>
                  <a:pt x="1274988" y="0"/>
                </a:cubicBezTo>
                <a:lnTo>
                  <a:pt x="1409004" y="0"/>
                </a:lnTo>
                <a:cubicBezTo>
                  <a:pt x="1324226" y="299826"/>
                  <a:pt x="1064954" y="529393"/>
                  <a:pt x="743078" y="582253"/>
                </a:cubicBezTo>
                <a:lnTo>
                  <a:pt x="742962" y="583392"/>
                </a:lnTo>
                <a:cubicBezTo>
                  <a:pt x="737652" y="584395"/>
                  <a:pt x="732323" y="585336"/>
                  <a:pt x="726746" y="584920"/>
                </a:cubicBezTo>
                <a:cubicBezTo>
                  <a:pt x="695574" y="590430"/>
                  <a:pt x="663693" y="593388"/>
                  <a:pt x="631319" y="593911"/>
                </a:cubicBezTo>
                <a:lnTo>
                  <a:pt x="614201" y="595524"/>
                </a:lnTo>
                <a:lnTo>
                  <a:pt x="614175" y="595033"/>
                </a:lnTo>
                <a:lnTo>
                  <a:pt x="613676" y="595066"/>
                </a:lnTo>
                <a:cubicBezTo>
                  <a:pt x="613110" y="591293"/>
                  <a:pt x="613083" y="587507"/>
                  <a:pt x="613083" y="583715"/>
                </a:cubicBezTo>
                <a:cubicBezTo>
                  <a:pt x="613083" y="578078"/>
                  <a:pt x="613141" y="572454"/>
                  <a:pt x="614453" y="566868"/>
                </a:cubicBezTo>
                <a:cubicBezTo>
                  <a:pt x="614411" y="535786"/>
                  <a:pt x="616861" y="505143"/>
                  <a:pt x="621918" y="475137"/>
                </a:cubicBezTo>
                <a:lnTo>
                  <a:pt x="622458" y="468499"/>
                </a:lnTo>
                <a:cubicBezTo>
                  <a:pt x="622626" y="468495"/>
                  <a:pt x="622796" y="468490"/>
                  <a:pt x="622963" y="468437"/>
                </a:cubicBezTo>
                <a:cubicBezTo>
                  <a:pt x="649266" y="285283"/>
                  <a:pt x="738726" y="121703"/>
                  <a:pt x="870471" y="0"/>
                </a:cubicBezTo>
                <a:close/>
                <a:moveTo>
                  <a:pt x="126374" y="0"/>
                </a:moveTo>
                <a:lnTo>
                  <a:pt x="334376" y="0"/>
                </a:lnTo>
                <a:cubicBezTo>
                  <a:pt x="466684" y="121261"/>
                  <a:pt x="556352" y="285035"/>
                  <a:pt x="582690" y="468437"/>
                </a:cubicBezTo>
                <a:cubicBezTo>
                  <a:pt x="582857" y="468490"/>
                  <a:pt x="583026" y="468495"/>
                  <a:pt x="583195" y="468499"/>
                </a:cubicBezTo>
                <a:lnTo>
                  <a:pt x="583735" y="475137"/>
                </a:lnTo>
                <a:cubicBezTo>
                  <a:pt x="588792" y="505143"/>
                  <a:pt x="591242" y="535786"/>
                  <a:pt x="591199" y="566868"/>
                </a:cubicBezTo>
                <a:cubicBezTo>
                  <a:pt x="592511" y="572454"/>
                  <a:pt x="592570" y="578078"/>
                  <a:pt x="592570" y="583715"/>
                </a:cubicBezTo>
                <a:cubicBezTo>
                  <a:pt x="592570" y="587507"/>
                  <a:pt x="592543" y="591293"/>
                  <a:pt x="591977" y="595066"/>
                </a:cubicBezTo>
                <a:lnTo>
                  <a:pt x="591478" y="595033"/>
                </a:lnTo>
                <a:lnTo>
                  <a:pt x="591452" y="595524"/>
                </a:lnTo>
                <a:lnTo>
                  <a:pt x="574334" y="593911"/>
                </a:lnTo>
                <a:cubicBezTo>
                  <a:pt x="541959" y="593388"/>
                  <a:pt x="510079" y="590430"/>
                  <a:pt x="478907" y="584920"/>
                </a:cubicBezTo>
                <a:cubicBezTo>
                  <a:pt x="473330" y="585336"/>
                  <a:pt x="468001" y="584395"/>
                  <a:pt x="462690" y="583392"/>
                </a:cubicBezTo>
                <a:lnTo>
                  <a:pt x="462574" y="582253"/>
                </a:lnTo>
                <a:cubicBezTo>
                  <a:pt x="282200" y="552631"/>
                  <a:pt x="121485" y="467518"/>
                  <a:pt x="0" y="345575"/>
                </a:cubicBezTo>
                <a:lnTo>
                  <a:pt x="0" y="140406"/>
                </a:lnTo>
                <a:cubicBezTo>
                  <a:pt x="97584" y="296912"/>
                  <a:pt x="258975" y="411268"/>
                  <a:pt x="449203" y="451830"/>
                </a:cubicBezTo>
                <a:cubicBezTo>
                  <a:pt x="411344" y="260824"/>
                  <a:pt x="291889" y="97931"/>
                  <a:pt x="126374" y="0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88375" tIns="88375" rIns="88375" bIns="8837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7" name="Google Shape;97;p11"/>
          <p:cNvSpPr txBox="1">
            <a:spLocks noGrp="1"/>
          </p:cNvSpPr>
          <p:nvPr>
            <p:ph type="title"/>
          </p:nvPr>
        </p:nvSpPr>
        <p:spPr>
          <a:xfrm>
            <a:off x="457200" y="4960137"/>
            <a:ext cx="7772400" cy="146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8375" tIns="44175" rIns="88375" bIns="44175" anchor="ctr" anchorCtr="0">
            <a:normAutofit/>
          </a:bodyPr>
          <a:lstStyle>
            <a:lvl1pPr lvl="0" algn="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900"/>
              <a:buFont typeface="Quattrocento Sans"/>
              <a:buNone/>
              <a:defRPr sz="4900" b="0"/>
            </a:lvl1pPr>
            <a:lvl2pPr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8" name="Google Shape;98;p11"/>
          <p:cNvSpPr txBox="1">
            <a:spLocks noGrp="1"/>
          </p:cNvSpPr>
          <p:nvPr>
            <p:ph type="body" idx="1"/>
          </p:nvPr>
        </p:nvSpPr>
        <p:spPr>
          <a:xfrm>
            <a:off x="8610600" y="4960137"/>
            <a:ext cx="3200400" cy="146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8375" tIns="44175" rIns="88375" bIns="44175" anchor="ctr" anchorCtr="0">
            <a:normAutofit/>
          </a:bodyPr>
          <a:lstStyle>
            <a:lvl1pPr marL="45720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marL="914400" lvl="1" indent="-228600" algn="l" rtl="0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marL="1371600" lvl="2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None/>
              <a:defRPr sz="1500">
                <a:solidFill>
                  <a:srgbClr val="888888"/>
                </a:solidFill>
              </a:defRPr>
            </a:lvl3pPr>
            <a:lvl4pPr marL="1828800" lvl="3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marL="2286000" lvl="4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marL="2743200" lvl="5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marL="3200400" lvl="6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marL="3657600" lvl="7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marL="4114800" lvl="8" indent="-228600" algn="l" rtl="0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cxnSp>
        <p:nvCxnSpPr>
          <p:cNvPr id="99" name="Google Shape;99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w="19050" cap="flat" cmpd="sng">
            <a:solidFill>
              <a:srgbClr val="4C3282"/>
            </a:solidFill>
            <a:prstDash val="solid"/>
            <a:round/>
            <a:headEnd type="none" w="sm" len="sm"/>
            <a:tailEnd type="none" w="sm" len="sm"/>
          </a:ln>
        </p:spPr>
      </p:cxnSp>
      <p:pic>
        <p:nvPicPr>
          <p:cNvPr id="100" name="Google Shape;100;p11" descr="UW building"/>
          <p:cNvPicPr preferRelativeResize="0"/>
          <p:nvPr/>
        </p:nvPicPr>
        <p:blipFill rotWithShape="1">
          <a:blip r:embed="rId2">
            <a:alphaModFix/>
          </a:blip>
          <a:srcRect t="38182" b="5568"/>
          <a:stretch/>
        </p:blipFill>
        <p:spPr>
          <a:xfrm>
            <a:off x="3" y="0"/>
            <a:ext cx="12191993" cy="4572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>
  <p:cSld name="Two Content">
    <p:spTree>
      <p:nvGrpSpPr>
        <p:cNvPr id="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2"/>
          <p:cNvSpPr txBox="1">
            <a:spLocks noGrp="1"/>
          </p:cNvSpPr>
          <p:nvPr>
            <p:ph type="body" idx="1"/>
          </p:nvPr>
        </p:nvSpPr>
        <p:spPr>
          <a:xfrm>
            <a:off x="634620" y="1512985"/>
            <a:ext cx="5397600" cy="479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4175" tIns="44175" rIns="44175" bIns="44175" anchor="t" anchorCtr="0">
            <a:normAutofit/>
          </a:bodyPr>
          <a:lstStyle>
            <a:lvl1pPr marL="457200" lvl="0" indent="-342900" algn="l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marL="914400" lvl="1" indent="-342900" algn="l" rtl="0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800"/>
              <a:buChar char="-"/>
              <a:defRPr/>
            </a:lvl2pPr>
            <a:lvl3pPr marL="1371600" lvl="2" indent="-3429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-"/>
              <a:defRPr/>
            </a:lvl3pPr>
            <a:lvl4pPr marL="1828800" lvl="3" indent="-3429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-"/>
              <a:defRPr/>
            </a:lvl4pPr>
            <a:lvl5pPr marL="2286000" lvl="4" indent="-3429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-"/>
              <a:defRPr/>
            </a:lvl5pPr>
            <a:lvl6pPr marL="2743200" lvl="5" indent="-3429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?"/>
              <a:defRPr/>
            </a:lvl6pPr>
            <a:lvl7pPr marL="3200400" lvl="6" indent="-3429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?"/>
              <a:defRPr/>
            </a:lvl7pPr>
            <a:lvl8pPr marL="3657600" lvl="7" indent="-3429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?"/>
              <a:defRPr/>
            </a:lvl8pPr>
            <a:lvl9pPr marL="4114800" lvl="8" indent="-342900" algn="l" rtl="0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?"/>
              <a:defRPr/>
            </a:lvl9pPr>
          </a:lstStyle>
          <a:p>
            <a:endParaRPr/>
          </a:p>
        </p:txBody>
      </p:sp>
      <p:sp>
        <p:nvSpPr>
          <p:cNvPr id="103" name="Google Shape;103;p12"/>
          <p:cNvSpPr txBox="1">
            <a:spLocks noGrp="1"/>
          </p:cNvSpPr>
          <p:nvPr>
            <p:ph type="body" idx="2"/>
          </p:nvPr>
        </p:nvSpPr>
        <p:spPr>
          <a:xfrm>
            <a:off x="6364809" y="1512984"/>
            <a:ext cx="5397600" cy="479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4175" tIns="44175" rIns="44175" bIns="44175" anchor="t" anchorCtr="0">
            <a:normAutofit/>
          </a:bodyPr>
          <a:lstStyle>
            <a:lvl1pPr marL="457200" lvl="0" indent="-342900" algn="l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marL="914400" lvl="1" indent="-342900" algn="l" rtl="0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800"/>
              <a:buChar char="-"/>
              <a:defRPr/>
            </a:lvl2pPr>
            <a:lvl3pPr marL="1371600" lvl="2" indent="-3429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-"/>
              <a:defRPr/>
            </a:lvl3pPr>
            <a:lvl4pPr marL="1828800" lvl="3" indent="-3429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-"/>
              <a:defRPr/>
            </a:lvl4pPr>
            <a:lvl5pPr marL="2286000" lvl="4" indent="-3429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-"/>
              <a:defRPr/>
            </a:lvl5pPr>
            <a:lvl6pPr marL="2743200" lvl="5" indent="-3429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?"/>
              <a:defRPr/>
            </a:lvl6pPr>
            <a:lvl7pPr marL="3200400" lvl="6" indent="-3429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?"/>
              <a:defRPr/>
            </a:lvl7pPr>
            <a:lvl8pPr marL="3657600" lvl="7" indent="-3429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?"/>
              <a:defRPr/>
            </a:lvl8pPr>
            <a:lvl9pPr marL="4114800" lvl="8" indent="-342900" algn="l" rtl="0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?"/>
              <a:defRPr/>
            </a:lvl9pPr>
          </a:lstStyle>
          <a:p>
            <a:endParaRPr/>
          </a:p>
        </p:txBody>
      </p:sp>
      <p:sp>
        <p:nvSpPr>
          <p:cNvPr id="104" name="Google Shape;104;p12"/>
          <p:cNvSpPr txBox="1">
            <a:spLocks noGrp="1"/>
          </p:cNvSpPr>
          <p:nvPr>
            <p:ph type="title"/>
          </p:nvPr>
        </p:nvSpPr>
        <p:spPr>
          <a:xfrm>
            <a:off x="575239" y="263276"/>
            <a:ext cx="11187000" cy="101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8375" tIns="44175" rIns="88375" bIns="44175" anchor="ctr" anchorCtr="0">
            <a:normAutofit/>
          </a:bodyPr>
          <a:lstStyle>
            <a:lvl1pPr lvl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Blank" type="blank">
  <p:cSld name="BLANK">
    <p:spTree>
      <p:nvGrpSpPr>
        <p:cNvPr id="1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4"/>
          <p:cNvSpPr txBox="1"/>
          <p:nvPr/>
        </p:nvSpPr>
        <p:spPr>
          <a:xfrm>
            <a:off x="0" y="6495350"/>
            <a:ext cx="4278900" cy="363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8375" tIns="88375" rIns="88375" bIns="88375" anchor="ctr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rgbClr val="59595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CSE 373 23SP </a:t>
            </a:r>
            <a:endParaRPr sz="1200">
              <a:solidFill>
                <a:srgbClr val="595959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109" name="Google Shape;109;p14"/>
          <p:cNvSpPr txBox="1"/>
          <p:nvPr/>
        </p:nvSpPr>
        <p:spPr>
          <a:xfrm>
            <a:off x="7913400" y="6495350"/>
            <a:ext cx="4278900" cy="363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8375" tIns="88375" rIns="88375" bIns="88375" anchor="ctr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rgbClr val="59595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 </a:t>
            </a:r>
            <a:fld id="{00000000-1234-1234-1234-123412341234}" type="slidenum">
              <a:rPr lang="en-US" sz="1200">
                <a:solidFill>
                  <a:srgbClr val="59595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‹#›</a:t>
            </a:fld>
            <a:endParaRPr sz="1200">
              <a:solidFill>
                <a:srgbClr val="595959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Picture with Caption" type="picTx">
  <p:cSld name="PICTURE_WITH_CAPTION_TEXT"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15"/>
          <p:cNvSpPr txBox="1">
            <a:spLocks noGrp="1"/>
          </p:cNvSpPr>
          <p:nvPr>
            <p:ph type="title"/>
          </p:nvPr>
        </p:nvSpPr>
        <p:spPr>
          <a:xfrm>
            <a:off x="457200" y="4960138"/>
            <a:ext cx="7772400" cy="146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8375" tIns="44175" rIns="88375" bIns="44175" anchor="ctr" anchorCtr="0">
            <a:normAutofit/>
          </a:bodyPr>
          <a:lstStyle>
            <a:lvl1pPr lvl="0" algn="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900"/>
              <a:buFont typeface="Quattrocento Sans"/>
              <a:buNone/>
              <a:defRPr sz="4900"/>
            </a:lvl1pPr>
            <a:lvl2pPr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12" name="Google Shape;112;p15"/>
          <p:cNvSpPr>
            <a:spLocks noGrp="1"/>
          </p:cNvSpPr>
          <p:nvPr>
            <p:ph type="pic" idx="2"/>
          </p:nvPr>
        </p:nvSpPr>
        <p:spPr>
          <a:xfrm>
            <a:off x="0" y="-1"/>
            <a:ext cx="12189300" cy="4572000"/>
          </a:xfrm>
          <a:prstGeom prst="rect">
            <a:avLst/>
          </a:prstGeom>
          <a:solidFill>
            <a:srgbClr val="76CEEF"/>
          </a:solidFill>
          <a:ln>
            <a:noFill/>
          </a:ln>
        </p:spPr>
      </p:sp>
      <p:sp>
        <p:nvSpPr>
          <p:cNvPr id="113" name="Google Shape;113;p15"/>
          <p:cNvSpPr txBox="1">
            <a:spLocks noGrp="1"/>
          </p:cNvSpPr>
          <p:nvPr>
            <p:ph type="body" idx="1"/>
          </p:nvPr>
        </p:nvSpPr>
        <p:spPr>
          <a:xfrm>
            <a:off x="8610600" y="4960138"/>
            <a:ext cx="3200400" cy="146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8375" tIns="44175" rIns="88375" bIns="44175" anchor="ctr" anchorCtr="0">
            <a:normAutofit/>
          </a:bodyPr>
          <a:lstStyle>
            <a:lvl1pPr marL="45720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marL="914400" lvl="1" indent="-228600" algn="l" rtl="0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400"/>
              <a:buNone/>
              <a:defRPr sz="1400"/>
            </a:lvl2pPr>
            <a:lvl3pPr marL="1371600" lvl="2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marL="1828800" lvl="3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marL="2286000" lvl="4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marL="2743200" lvl="5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marL="3200400" lvl="6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marL="3657600" lvl="7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marL="4114800" lvl="8" indent="-228600" algn="l" rtl="0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114" name="Google Shape;114;p15"/>
          <p:cNvSpPr txBox="1">
            <a:spLocks noGrp="1"/>
          </p:cNvSpPr>
          <p:nvPr>
            <p:ph type="dt" idx="10"/>
          </p:nvPr>
        </p:nvSpPr>
        <p:spPr>
          <a:xfrm>
            <a:off x="6418815" y="6495352"/>
            <a:ext cx="2154000" cy="27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8375" tIns="44175" rIns="88375" bIns="44175" anchor="ctr" anchorCtr="0">
            <a:noAutofit/>
          </a:bodyPr>
          <a:lstStyle>
            <a:lvl1pPr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2pPr>
            <a:lvl3pPr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3pPr>
            <a:lvl4pPr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4pPr>
            <a:lvl5pPr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5pPr>
            <a:lvl6pPr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6pPr>
            <a:lvl7pPr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7pPr>
            <a:lvl8pPr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8pPr>
            <a:lvl9pPr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9pPr>
          </a:lstStyle>
          <a:p>
            <a:endParaRPr/>
          </a:p>
        </p:txBody>
      </p:sp>
      <p:cxnSp>
        <p:nvCxnSpPr>
          <p:cNvPr id="115" name="Google Shape;115;p15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w="19050" cap="flat" cmpd="sng">
            <a:solidFill>
              <a:srgbClr val="4C3282"/>
            </a:solidFill>
            <a:prstDash val="solid"/>
            <a:round/>
            <a:headEnd type="none" w="sm" len="sm"/>
            <a:tailEnd type="none" w="sm" len="sm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ustom Layout 1">
  <p:cSld name="CUSTOM">
    <p:spTree>
      <p:nvGrpSpPr>
        <p:cNvPr id="1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6"/>
          <p:cNvSpPr/>
          <p:nvPr/>
        </p:nvSpPr>
        <p:spPr>
          <a:xfrm>
            <a:off x="0" y="0"/>
            <a:ext cx="5735700" cy="68580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spcFirstLastPara="1" wrap="square" lIns="88375" tIns="88375" rIns="88375" bIns="8837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8" name="Google Shape;118;p16"/>
          <p:cNvSpPr txBox="1"/>
          <p:nvPr/>
        </p:nvSpPr>
        <p:spPr>
          <a:xfrm>
            <a:off x="0" y="6495350"/>
            <a:ext cx="4278900" cy="363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8375" tIns="88375" rIns="88375" bIns="88375" anchor="ctr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rgbClr val="59595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CSE 373 23SP </a:t>
            </a:r>
            <a:endParaRPr sz="1200">
              <a:solidFill>
                <a:srgbClr val="595959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 Only">
    <p:spTree>
      <p:nvGrpSpPr>
        <p:cNvPr id="1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13"/>
          <p:cNvSpPr txBox="1">
            <a:spLocks noGrp="1"/>
          </p:cNvSpPr>
          <p:nvPr>
            <p:ph type="title"/>
          </p:nvPr>
        </p:nvSpPr>
        <p:spPr>
          <a:xfrm>
            <a:off x="575239" y="263276"/>
            <a:ext cx="11187000" cy="101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8375" tIns="44175" rIns="88375" bIns="44175" anchor="ctr" anchorCtr="0">
            <a:normAutofit/>
          </a:bodyPr>
          <a:lstStyle>
            <a:lvl1pPr lvl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1588824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221443-D73C-634A-A910-7320408C156D}" type="datetimeFigureOut">
              <a:rPr lang="en-US" smtClean="0"/>
              <a:t>1/29/2026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5BE2B7-23DB-644D-89A2-CA3C2E8FEF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576377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Roadmap">
  <p:cSld name="Roadmap"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5"/>
          <p:cNvSpPr/>
          <p:nvPr/>
        </p:nvSpPr>
        <p:spPr>
          <a:xfrm>
            <a:off x="0" y="-167"/>
            <a:ext cx="6096000" cy="6858000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67"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algn="r"/>
            <a:fld id="{00000000-1234-1234-1234-123412341234}" type="slidenum">
              <a:rPr lang="en" smtClean="0"/>
              <a:pPr algn="r"/>
              <a:t>‹#›</a:t>
            </a:fld>
            <a:endParaRPr lang="en"/>
          </a:p>
        </p:txBody>
      </p:sp>
      <p:sp>
        <p:nvSpPr>
          <p:cNvPr id="25" name="Google Shape;25;p5"/>
          <p:cNvSpPr txBox="1">
            <a:spLocks noGrp="1"/>
          </p:cNvSpPr>
          <p:nvPr>
            <p:ph type="body" idx="1"/>
          </p:nvPr>
        </p:nvSpPr>
        <p:spPr>
          <a:xfrm>
            <a:off x="6416500" y="536264"/>
            <a:ext cx="5333200" cy="5681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609585" lvl="0" indent="-457189" rtl="0">
              <a:spcBef>
                <a:spcPts val="800"/>
              </a:spcBef>
              <a:spcAft>
                <a:spcPts val="0"/>
              </a:spcAft>
              <a:buClr>
                <a:srgbClr val="CCCCCC"/>
              </a:buClr>
              <a:buSzPts val="1800"/>
              <a:buFont typeface="Roboto Light"/>
              <a:buChar char="•"/>
              <a:defRPr>
                <a:solidFill>
                  <a:srgbClr val="CCCCCC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marL="1219170" lvl="1" indent="-457189" rtl="0">
              <a:spcBef>
                <a:spcPts val="800"/>
              </a:spcBef>
              <a:spcAft>
                <a:spcPts val="0"/>
              </a:spcAft>
              <a:buClr>
                <a:srgbClr val="CCCCCC"/>
              </a:buClr>
              <a:buSzPts val="1800"/>
              <a:buFont typeface="Roboto Light"/>
              <a:buChar char="•"/>
              <a:defRPr>
                <a:solidFill>
                  <a:srgbClr val="CCCCCC"/>
                </a:solidFill>
                <a:latin typeface="Roboto Light"/>
                <a:ea typeface="Roboto Light"/>
                <a:cs typeface="Roboto Light"/>
                <a:sym typeface="Roboto Light"/>
              </a:defRPr>
            </a:lvl2pPr>
            <a:lvl3pPr marL="1828754" lvl="2" indent="-457189" rtl="0">
              <a:spcBef>
                <a:spcPts val="800"/>
              </a:spcBef>
              <a:spcAft>
                <a:spcPts val="0"/>
              </a:spcAft>
              <a:buClr>
                <a:srgbClr val="CCCCCC"/>
              </a:buClr>
              <a:buSzPts val="1800"/>
              <a:buFont typeface="Roboto Light"/>
              <a:buChar char="•"/>
              <a:defRPr>
                <a:solidFill>
                  <a:srgbClr val="CCCCCC"/>
                </a:solidFill>
                <a:latin typeface="Roboto Light"/>
                <a:ea typeface="Roboto Light"/>
                <a:cs typeface="Roboto Light"/>
                <a:sym typeface="Roboto Light"/>
              </a:defRPr>
            </a:lvl3pPr>
            <a:lvl4pPr marL="2438339" lvl="3" indent="-457189" rtl="0">
              <a:spcBef>
                <a:spcPts val="800"/>
              </a:spcBef>
              <a:spcAft>
                <a:spcPts val="0"/>
              </a:spcAft>
              <a:buClr>
                <a:srgbClr val="CCCCCC"/>
              </a:buClr>
              <a:buSzPts val="1800"/>
              <a:buFont typeface="Roboto Light"/>
              <a:buChar char="•"/>
              <a:defRPr>
                <a:solidFill>
                  <a:srgbClr val="CCCCCC"/>
                </a:solidFill>
                <a:latin typeface="Roboto Light"/>
                <a:ea typeface="Roboto Light"/>
                <a:cs typeface="Roboto Light"/>
                <a:sym typeface="Roboto Light"/>
              </a:defRPr>
            </a:lvl4pPr>
            <a:lvl5pPr marL="3047924" lvl="4" indent="-457189" rtl="0">
              <a:spcBef>
                <a:spcPts val="800"/>
              </a:spcBef>
              <a:spcAft>
                <a:spcPts val="0"/>
              </a:spcAft>
              <a:buClr>
                <a:srgbClr val="CCCCCC"/>
              </a:buClr>
              <a:buSzPts val="1800"/>
              <a:buFont typeface="Roboto Light"/>
              <a:buChar char="•"/>
              <a:defRPr>
                <a:solidFill>
                  <a:srgbClr val="CCCCCC"/>
                </a:solidFill>
                <a:latin typeface="Roboto Light"/>
                <a:ea typeface="Roboto Light"/>
                <a:cs typeface="Roboto Light"/>
                <a:sym typeface="Roboto Light"/>
              </a:defRPr>
            </a:lvl5pPr>
            <a:lvl6pPr marL="3657509" lvl="5" indent="-457189" rtl="0">
              <a:spcBef>
                <a:spcPts val="800"/>
              </a:spcBef>
              <a:spcAft>
                <a:spcPts val="0"/>
              </a:spcAft>
              <a:buClr>
                <a:srgbClr val="CCCCCC"/>
              </a:buClr>
              <a:buSzPts val="1800"/>
              <a:buFont typeface="Roboto Light"/>
              <a:buChar char="•"/>
              <a:defRPr>
                <a:solidFill>
                  <a:srgbClr val="CCCCCC"/>
                </a:solidFill>
                <a:latin typeface="Roboto Light"/>
                <a:ea typeface="Roboto Light"/>
                <a:cs typeface="Roboto Light"/>
                <a:sym typeface="Roboto Light"/>
              </a:defRPr>
            </a:lvl6pPr>
            <a:lvl7pPr marL="4267093" lvl="6" indent="-457189" rtl="0">
              <a:spcBef>
                <a:spcPts val="800"/>
              </a:spcBef>
              <a:spcAft>
                <a:spcPts val="0"/>
              </a:spcAft>
              <a:buClr>
                <a:srgbClr val="CCCCCC"/>
              </a:buClr>
              <a:buSzPts val="1800"/>
              <a:buFont typeface="Roboto Light"/>
              <a:buChar char="•"/>
              <a:defRPr>
                <a:solidFill>
                  <a:srgbClr val="CCCCCC"/>
                </a:solidFill>
                <a:latin typeface="Roboto Light"/>
                <a:ea typeface="Roboto Light"/>
                <a:cs typeface="Roboto Light"/>
                <a:sym typeface="Roboto Light"/>
              </a:defRPr>
            </a:lvl7pPr>
            <a:lvl8pPr marL="4876678" lvl="7" indent="-457189" rtl="0">
              <a:spcBef>
                <a:spcPts val="800"/>
              </a:spcBef>
              <a:spcAft>
                <a:spcPts val="0"/>
              </a:spcAft>
              <a:buClr>
                <a:srgbClr val="CCCCCC"/>
              </a:buClr>
              <a:buSzPts val="1800"/>
              <a:buFont typeface="Roboto Light"/>
              <a:buChar char="•"/>
              <a:defRPr>
                <a:solidFill>
                  <a:srgbClr val="CCCCCC"/>
                </a:solidFill>
                <a:latin typeface="Roboto Light"/>
                <a:ea typeface="Roboto Light"/>
                <a:cs typeface="Roboto Light"/>
                <a:sym typeface="Roboto Light"/>
              </a:defRPr>
            </a:lvl8pPr>
            <a:lvl9pPr marL="5486263" lvl="8" indent="-457189" rtl="0">
              <a:spcBef>
                <a:spcPts val="800"/>
              </a:spcBef>
              <a:spcAft>
                <a:spcPts val="0"/>
              </a:spcAft>
              <a:buClr>
                <a:srgbClr val="CCCCCC"/>
              </a:buClr>
              <a:buSzPts val="1800"/>
              <a:buFont typeface="Roboto Light"/>
              <a:buChar char="•"/>
              <a:defRPr>
                <a:solidFill>
                  <a:srgbClr val="CCCCCC"/>
                </a:solidFill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>
            <a:endParaRPr/>
          </a:p>
        </p:txBody>
      </p:sp>
      <p:sp>
        <p:nvSpPr>
          <p:cNvPr id="26" name="Google Shape;26;p5"/>
          <p:cNvSpPr txBox="1">
            <a:spLocks noGrp="1"/>
          </p:cNvSpPr>
          <p:nvPr>
            <p:ph type="title"/>
          </p:nvPr>
        </p:nvSpPr>
        <p:spPr>
          <a:xfrm>
            <a:off x="237233" y="2671067"/>
            <a:ext cx="5384000" cy="271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1pPr>
            <a:lvl2pPr lvl="1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2pPr>
            <a:lvl3pPr lvl="2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3pPr>
            <a:lvl4pPr lvl="3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4pPr>
            <a:lvl5pPr lvl="4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5pPr>
            <a:lvl6pPr lvl="5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6pPr>
            <a:lvl7pPr lvl="6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7pPr>
            <a:lvl8pPr lvl="7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8pPr>
            <a:lvl9pPr lvl="8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9pPr>
          </a:lstStyle>
          <a:p>
            <a:endParaRPr/>
          </a:p>
        </p:txBody>
      </p:sp>
      <p:cxnSp>
        <p:nvCxnSpPr>
          <p:cNvPr id="27" name="Google Shape;27;p5"/>
          <p:cNvCxnSpPr/>
          <p:nvPr/>
        </p:nvCxnSpPr>
        <p:spPr>
          <a:xfrm>
            <a:off x="355967" y="5398900"/>
            <a:ext cx="5384000" cy="0"/>
          </a:xfrm>
          <a:prstGeom prst="straightConnector1">
            <a:avLst/>
          </a:prstGeom>
          <a:noFill/>
          <a:ln w="19050" cap="flat" cmpd="sng">
            <a:solidFill>
              <a:srgbClr val="BF9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8" name="Google Shape;28;p5"/>
          <p:cNvSpPr txBox="1">
            <a:spLocks noGrp="1"/>
          </p:cNvSpPr>
          <p:nvPr>
            <p:ph type="subTitle" idx="2"/>
          </p:nvPr>
        </p:nvSpPr>
        <p:spPr>
          <a:xfrm>
            <a:off x="237233" y="5424000"/>
            <a:ext cx="5544000" cy="52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800"/>
              <a:buNone/>
              <a:defRPr/>
            </a:lvl1pPr>
            <a:lvl2pPr lvl="1" rtl="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2100"/>
              <a:buNone/>
              <a:defRPr sz="2800"/>
            </a:lvl2pPr>
            <a:lvl3pPr lvl="2" rtl="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2100"/>
              <a:buNone/>
              <a:defRPr sz="2800"/>
            </a:lvl3pPr>
            <a:lvl4pPr lvl="3" rtl="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2100"/>
              <a:buNone/>
              <a:defRPr sz="2800"/>
            </a:lvl4pPr>
            <a:lvl5pPr lvl="4" rtl="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2100"/>
              <a:buNone/>
              <a:defRPr sz="2800"/>
            </a:lvl5pPr>
            <a:lvl6pPr lvl="5" rtl="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2100"/>
              <a:buNone/>
              <a:defRPr sz="2800"/>
            </a:lvl6pPr>
            <a:lvl7pPr lvl="6" rtl="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2100"/>
              <a:buNone/>
              <a:defRPr sz="2800"/>
            </a:lvl7pPr>
            <a:lvl8pPr lvl="7" rtl="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2100"/>
              <a:buNone/>
              <a:defRPr sz="2800"/>
            </a:lvl8pPr>
            <a:lvl9pPr lvl="8" rtl="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416667633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>
            <a:spLocks noGrp="1"/>
          </p:cNvSpPr>
          <p:nvPr>
            <p:ph type="title"/>
          </p:nvPr>
        </p:nvSpPr>
        <p:spPr>
          <a:xfrm>
            <a:off x="575239" y="263276"/>
            <a:ext cx="11187000" cy="101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8375" tIns="44175" rIns="88375" bIns="44175" anchor="ctr" anchorCtr="0">
            <a:normAutofit/>
          </a:bodyPr>
          <a:lstStyle>
            <a:lvl1pPr marR="0" lvl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300"/>
              <a:buFont typeface="Quattrocento Sans"/>
              <a:buNone/>
              <a:defRPr sz="4300" b="0" i="0" u="none" strike="noStrike" cap="none">
                <a:solidFill>
                  <a:srgbClr val="0C0C0C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 dirty="0"/>
          </a:p>
        </p:txBody>
      </p:sp>
      <p:sp>
        <p:nvSpPr>
          <p:cNvPr id="11" name="Google Shape;11;p1"/>
          <p:cNvSpPr txBox="1">
            <a:spLocks noGrp="1"/>
          </p:cNvSpPr>
          <p:nvPr>
            <p:ph type="body" idx="1"/>
          </p:nvPr>
        </p:nvSpPr>
        <p:spPr>
          <a:xfrm>
            <a:off x="575240" y="1463857"/>
            <a:ext cx="11187000" cy="484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4175" tIns="44175" rIns="44175" bIns="44175" anchor="t" anchorCtr="0">
            <a:spAutoFit/>
          </a:bodyPr>
          <a:lstStyle>
            <a:lvl1pPr marL="457200" marR="0" lvl="0" indent="-393700" algn="l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4C3282"/>
              </a:buClr>
              <a:buSzPts val="2600"/>
              <a:buFont typeface="Twentieth Century"/>
              <a:buChar char=" "/>
              <a:defRPr sz="26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1pPr>
            <a:lvl2pPr marL="914400" marR="0" lvl="1" indent="-361950" algn="l" rtl="0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Clr>
                <a:srgbClr val="B6A479"/>
              </a:buClr>
              <a:buSzPts val="2100"/>
              <a:buFont typeface="Quattrocento Sans"/>
              <a:buChar char="-"/>
              <a:defRPr sz="21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2pPr>
            <a:lvl3pPr marL="1371600" marR="0" lvl="2" indent="-32385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B6A479"/>
              </a:buClr>
              <a:buSzPts val="1500"/>
              <a:buFont typeface="Quattrocento Sans"/>
              <a:buChar char="-"/>
              <a:defRPr sz="15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3pPr>
            <a:lvl4pPr marL="1828800" marR="0" lvl="3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B6A479"/>
              </a:buClr>
              <a:buSzPts val="1400"/>
              <a:buFont typeface="Quattrocento Sans"/>
              <a:buChar char="-"/>
              <a:defRPr sz="14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4pPr>
            <a:lvl5pPr marL="2286000" marR="0" lvl="4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B6A479"/>
              </a:buClr>
              <a:buSzPts val="1400"/>
              <a:buFont typeface="Quattrocento Sans"/>
              <a:buChar char="-"/>
              <a:defRPr sz="14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5pPr>
            <a:lvl6pPr marL="2743200" marR="0" lvl="5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sz="1400" b="0" i="0" u="none" strike="noStrike" cap="non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marL="3200400" marR="0" lvl="6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sz="1400" b="0" i="0" u="none" strike="noStrike" cap="non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marL="3657600" marR="0" lvl="7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sz="1400" b="0" i="0" u="none" strike="noStrike" cap="non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marL="4114800" marR="0" lvl="8" indent="-317500" algn="l" rtl="0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sz="1400" b="0" i="0" u="none" strike="noStrike" cap="non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endParaRPr/>
          </a:p>
        </p:txBody>
      </p:sp>
      <p:sp>
        <p:nvSpPr>
          <p:cNvPr id="14" name="Google Shape;14;p1"/>
          <p:cNvSpPr txBox="1"/>
          <p:nvPr/>
        </p:nvSpPr>
        <p:spPr>
          <a:xfrm>
            <a:off x="7913400" y="6495350"/>
            <a:ext cx="4278900" cy="363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8375" tIns="88375" rIns="88375" bIns="88375" anchor="ctr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rgbClr val="59595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 </a:t>
            </a:r>
            <a:fld id="{00000000-1234-1234-1234-123412341234}" type="slidenum">
              <a:rPr lang="en-US" sz="1200">
                <a:solidFill>
                  <a:srgbClr val="59595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‹#›</a:t>
            </a:fld>
            <a:endParaRPr sz="1200">
              <a:solidFill>
                <a:srgbClr val="595959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1" r:id="rId2"/>
    <p:sldLayoutId id="2147483652" r:id="rId3"/>
    <p:sldLayoutId id="2147483653" r:id="rId4"/>
    <p:sldLayoutId id="2147483656" r:id="rId5"/>
    <p:sldLayoutId id="2147483657" r:id="rId6"/>
    <p:sldLayoutId id="2147483658" r:id="rId7"/>
    <p:sldLayoutId id="2147483660" r:id="rId8"/>
    <p:sldLayoutId id="2147483661" r:id="rId9"/>
    <p:sldLayoutId id="2147483662" r:id="rId10"/>
    <p:sldLayoutId id="2147483665" r:id="rId11"/>
    <p:sldLayoutId id="2147483666" r:id="rId12"/>
    <p:sldLayoutId id="2147483667" r:id="rId13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3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5"/>
          <p:cNvSpPr txBox="1">
            <a:spLocks noGrp="1"/>
          </p:cNvSpPr>
          <p:nvPr>
            <p:ph type="body" idx="1"/>
          </p:nvPr>
        </p:nvSpPr>
        <p:spPr>
          <a:xfrm>
            <a:off x="6416500" y="536267"/>
            <a:ext cx="5384000" cy="56812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>
              <a:spcBef>
                <a:spcPts val="600"/>
              </a:spcBef>
              <a:buNone/>
            </a:pPr>
            <a:r>
              <a:rPr lang="en-US" sz="2800" dirty="0">
                <a:solidFill>
                  <a:schemeClr val="tx1"/>
                </a:solidFill>
                <a:highlight>
                  <a:srgbClr val="FFFFFF"/>
                </a:highlight>
                <a:ea typeface="Quattrocento Sans"/>
                <a:cs typeface="Quattrocento Sans"/>
                <a:sym typeface="Quattrocento Sans"/>
              </a:rPr>
              <a:t>BFS</a:t>
            </a:r>
          </a:p>
          <a:p>
            <a:pPr marL="0" lvl="0" indent="0">
              <a:spcBef>
                <a:spcPts val="600"/>
              </a:spcBef>
              <a:buNone/>
            </a:pPr>
            <a:r>
              <a:rPr lang="en-US" sz="2800" dirty="0">
                <a:solidFill>
                  <a:schemeClr val="tx1"/>
                </a:solidFill>
                <a:highlight>
                  <a:srgbClr val="FFFFFF"/>
                </a:highlight>
                <a:ea typeface="Quattrocento Sans"/>
                <a:cs typeface="Quattrocento Sans"/>
                <a:sym typeface="Quattrocento Sans"/>
              </a:rPr>
              <a:t>Dijkstra’s Algorithm</a:t>
            </a:r>
          </a:p>
          <a:p>
            <a:pPr marL="0" lvl="0" indent="0">
              <a:spcBef>
                <a:spcPts val="600"/>
              </a:spcBef>
              <a:buNone/>
            </a:pPr>
            <a:r>
              <a:rPr lang="en-GB" sz="2800" dirty="0">
                <a:solidFill>
                  <a:schemeClr val="tx1"/>
                </a:solidFill>
                <a:highlight>
                  <a:srgbClr val="FFFFFF"/>
                </a:highlight>
                <a:ea typeface="Quattrocento Sans"/>
                <a:cs typeface="Quattrocento Sans"/>
                <a:sym typeface="Quattrocento Sans"/>
              </a:rPr>
              <a:t>Bellman-Ford Algorithm</a:t>
            </a:r>
          </a:p>
        </p:txBody>
      </p:sp>
      <p:sp>
        <p:nvSpPr>
          <p:cNvPr id="160" name="Google Shape;160;p25"/>
          <p:cNvSpPr txBox="1">
            <a:spLocks noGrp="1"/>
          </p:cNvSpPr>
          <p:nvPr>
            <p:ph type="title"/>
          </p:nvPr>
        </p:nvSpPr>
        <p:spPr>
          <a:xfrm>
            <a:off x="237233" y="2671067"/>
            <a:ext cx="5384000" cy="2717200"/>
          </a:xfrm>
          <a:prstGeom prst="rect">
            <a:avLst/>
          </a:prstGeom>
        </p:spPr>
        <p:txBody>
          <a:bodyPr spcFirstLastPara="1" wrap="square" lIns="121900" tIns="121900" rIns="121900" bIns="121900" anchor="b" anchorCtr="0">
            <a:noAutofit/>
          </a:bodyPr>
          <a:lstStyle/>
          <a:p>
            <a:r>
              <a:rPr lang="en" dirty="0"/>
              <a:t>Shortest Paths A</a:t>
            </a:r>
            <a:r>
              <a:rPr lang="en-US" dirty="0"/>
              <a:t>l</a:t>
            </a:r>
            <a:r>
              <a:rPr lang="en"/>
              <a:t>gorithms Exercises</a:t>
            </a:r>
            <a:endParaRPr dirty="0"/>
          </a:p>
        </p:txBody>
      </p:sp>
      <p:sp>
        <p:nvSpPr>
          <p:cNvPr id="161" name="Google Shape;161;p25"/>
          <p:cNvSpPr txBox="1">
            <a:spLocks noGrp="1"/>
          </p:cNvSpPr>
          <p:nvPr>
            <p:ph type="subTitle" idx="2"/>
          </p:nvPr>
        </p:nvSpPr>
        <p:spPr>
          <a:xfrm>
            <a:off x="237233" y="5424000"/>
            <a:ext cx="5544000" cy="5248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indent="0"/>
            <a:r>
              <a:rPr lang="en" dirty="0"/>
              <a:t>Lectures 5-6, Spring 2026</a:t>
            </a:r>
            <a:endParaRPr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16">
          <a:extLst>
            <a:ext uri="{FF2B5EF4-FFF2-40B4-BE49-F238E27FC236}">
              <a16:creationId xmlns:a16="http://schemas.microsoft.com/office/drawing/2014/main" id="{DEEC3827-AB4A-49B2-0334-8F6B94A5B8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7" name="Google Shape;517;p34">
            <a:extLst>
              <a:ext uri="{FF2B5EF4-FFF2-40B4-BE49-F238E27FC236}">
                <a16:creationId xmlns:a16="http://schemas.microsoft.com/office/drawing/2014/main" id="{711168D3-A905-0935-B5E9-1A99ED2D8E8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75239" y="263276"/>
            <a:ext cx="11187000" cy="101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400"/>
              <a:buFont typeface="Quattrocento Sans"/>
              <a:buNone/>
            </a:pPr>
            <a:r>
              <a:rPr lang="en-US" dirty="0"/>
              <a:t>Q. Dijkstra’s Algorithm</a:t>
            </a:r>
            <a:endParaRPr dirty="0"/>
          </a:p>
        </p:txBody>
      </p:sp>
      <p:sp>
        <p:nvSpPr>
          <p:cNvPr id="518" name="Google Shape;518;p34">
            <a:extLst>
              <a:ext uri="{FF2B5EF4-FFF2-40B4-BE49-F238E27FC236}">
                <a16:creationId xmlns:a16="http://schemas.microsoft.com/office/drawing/2014/main" id="{2E56E6EB-3F08-5EEA-C9D4-4508DDE85EFB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6400800" y="4869657"/>
            <a:ext cx="4572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675" b="1" i="0" u="none" strike="noStrike" cap="none">
                <a:solidFill>
                  <a:srgbClr val="4B2A85"/>
                </a:solidFill>
                <a:latin typeface="Calibri"/>
                <a:ea typeface="Calibri"/>
                <a:cs typeface="Calibri"/>
                <a:sym typeface="Calibri"/>
              </a:rPr>
              <a:t>2</a:t>
            </a:fld>
            <a:endParaRPr sz="675" b="1" i="0" u="none" strike="noStrike" cap="none">
              <a:solidFill>
                <a:srgbClr val="4B2A85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519" name="Google Shape;519;p34">
            <a:extLst>
              <a:ext uri="{FF2B5EF4-FFF2-40B4-BE49-F238E27FC236}">
                <a16:creationId xmlns:a16="http://schemas.microsoft.com/office/drawing/2014/main" id="{839776BA-9F16-6AC9-FFE1-FE03C001CD72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101896937"/>
              </p:ext>
            </p:extLst>
          </p:nvPr>
        </p:nvGraphicFramePr>
        <p:xfrm>
          <a:off x="6316888" y="3054960"/>
          <a:ext cx="3092700" cy="2971710"/>
        </p:xfrm>
        <a:graphic>
          <a:graphicData uri="http://schemas.openxmlformats.org/drawingml/2006/table">
            <a:tbl>
              <a:tblPr firstRow="1" bandRow="1">
                <a:noFill/>
              </a:tblPr>
              <a:tblGrid>
                <a:gridCol w="10309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309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309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064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Font typeface="Arial"/>
                        <a:buNone/>
                      </a:pPr>
                      <a:r>
                        <a:rPr lang="en-US" sz="1900" b="0" dirty="0">
                          <a:solidFill>
                            <a:schemeClr val="tx1"/>
                          </a:solidFill>
                          <a:latin typeface="Quattrocento Sans"/>
                          <a:ea typeface="Quattrocento Sans"/>
                          <a:cs typeface="Quattrocento Sans"/>
                          <a:sym typeface="Quattrocento Sans"/>
                        </a:rPr>
                        <a:t>Node</a:t>
                      </a:r>
                      <a:endParaRPr b="0" dirty="0">
                        <a:solidFill>
                          <a:schemeClr val="tx1"/>
                        </a:solidFill>
                        <a:latin typeface="Quattrocento Sans"/>
                        <a:ea typeface="Quattrocento Sans"/>
                        <a:cs typeface="Quattrocento Sans"/>
                        <a:sym typeface="Quattrocento Sans"/>
                      </a:endParaRPr>
                    </a:p>
                  </a:txBody>
                  <a:tcPr marL="60950" marR="60950" marT="60950" marB="6095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A48DD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900" b="0" dirty="0">
                          <a:solidFill>
                            <a:schemeClr val="tx1"/>
                          </a:solidFill>
                          <a:latin typeface="Quattrocento Sans"/>
                          <a:ea typeface="Quattrocento Sans"/>
                          <a:cs typeface="Quattrocento Sans"/>
                          <a:sym typeface="Quattrocento Sans"/>
                        </a:rPr>
                        <a:t>SD</a:t>
                      </a:r>
                      <a:endParaRPr sz="1900" b="0" dirty="0">
                        <a:solidFill>
                          <a:schemeClr val="tx1"/>
                        </a:solidFill>
                        <a:latin typeface="Quattrocento Sans"/>
                        <a:ea typeface="Quattrocento Sans"/>
                        <a:cs typeface="Quattrocento Sans"/>
                        <a:sym typeface="Quattrocento Sans"/>
                      </a:endParaRPr>
                    </a:p>
                  </a:txBody>
                  <a:tcPr marL="60950" marR="60950" marT="60950" marB="60950" anchor="ctr">
                    <a:lnL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A48DD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900" b="0" dirty="0">
                          <a:solidFill>
                            <a:schemeClr val="tx1"/>
                          </a:solidFill>
                          <a:latin typeface="Quattrocento Sans"/>
                          <a:ea typeface="Quattrocento Sans"/>
                          <a:cs typeface="Quattrocento Sans"/>
                          <a:sym typeface="Quattrocento Sans"/>
                        </a:rPr>
                        <a:t>PN</a:t>
                      </a:r>
                      <a:endParaRPr sz="1900" b="0" dirty="0">
                        <a:solidFill>
                          <a:schemeClr val="tx1"/>
                        </a:solidFill>
                        <a:latin typeface="Quattrocento Sans"/>
                        <a:ea typeface="Quattrocento Sans"/>
                        <a:cs typeface="Quattrocento Sans"/>
                        <a:sym typeface="Quattrocento Sans"/>
                      </a:endParaRPr>
                    </a:p>
                  </a:txBody>
                  <a:tcPr marL="60950" marR="60950" marT="60950" marB="6095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A48DD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b="0">
                          <a:solidFill>
                            <a:schemeClr val="tx1"/>
                          </a:solidFill>
                          <a:latin typeface="Quattrocento Sans"/>
                          <a:ea typeface="Quattrocento Sans"/>
                          <a:cs typeface="Quattrocento Sans"/>
                          <a:sym typeface="Quattrocento Sans"/>
                        </a:rPr>
                        <a:t>A</a:t>
                      </a:r>
                      <a:endParaRPr b="0">
                        <a:solidFill>
                          <a:schemeClr val="tx1"/>
                        </a:solidFill>
                        <a:latin typeface="Quattrocento Sans"/>
                        <a:ea typeface="Quattrocento Sans"/>
                        <a:cs typeface="Quattrocento Sans"/>
                        <a:sym typeface="Quattrocento Sans"/>
                      </a:endParaRPr>
                    </a:p>
                  </a:txBody>
                  <a:tcPr marL="60950" marR="60950" marT="60950" marB="6095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b="0" dirty="0">
                        <a:solidFill>
                          <a:schemeClr val="tx1"/>
                        </a:solidFill>
                        <a:latin typeface="Quattrocento Sans"/>
                        <a:ea typeface="Quattrocento Sans"/>
                        <a:cs typeface="Quattrocento Sans"/>
                        <a:sym typeface="Quattrocento Sans"/>
                      </a:endParaRPr>
                    </a:p>
                  </a:txBody>
                  <a:tcPr marL="60950" marR="60950" marT="60950" marB="60950" anchor="ctr">
                    <a:lnL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b="0">
                        <a:solidFill>
                          <a:schemeClr val="tx1"/>
                        </a:solidFill>
                        <a:latin typeface="Quattrocento Sans"/>
                        <a:ea typeface="Quattrocento Sans"/>
                        <a:cs typeface="Quattrocento Sans"/>
                        <a:sym typeface="Quattrocento Sans"/>
                      </a:endParaRPr>
                    </a:p>
                  </a:txBody>
                  <a:tcPr marL="60950" marR="60950" marT="60950" marB="6095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b="0">
                          <a:solidFill>
                            <a:schemeClr val="tx1"/>
                          </a:solidFill>
                          <a:latin typeface="Quattrocento Sans"/>
                          <a:ea typeface="Quattrocento Sans"/>
                          <a:cs typeface="Quattrocento Sans"/>
                          <a:sym typeface="Quattrocento Sans"/>
                        </a:rPr>
                        <a:t>B</a:t>
                      </a:r>
                      <a:endParaRPr b="0">
                        <a:solidFill>
                          <a:schemeClr val="tx1"/>
                        </a:solidFill>
                        <a:latin typeface="Quattrocento Sans"/>
                        <a:ea typeface="Quattrocento Sans"/>
                        <a:cs typeface="Quattrocento Sans"/>
                        <a:sym typeface="Quattrocento Sans"/>
                      </a:endParaRPr>
                    </a:p>
                  </a:txBody>
                  <a:tcPr marL="60950" marR="60950" marT="60950" marB="6095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Calibri"/>
                        <a:buNone/>
                      </a:pPr>
                      <a:endParaRPr sz="1600" b="0" i="0" u="none" strike="noStrike" cap="none" dirty="0">
                        <a:solidFill>
                          <a:schemeClr val="tx1"/>
                        </a:solidFill>
                        <a:latin typeface="Quattrocento Sans"/>
                        <a:ea typeface="Quattrocento Sans"/>
                        <a:cs typeface="Quattrocento Sans"/>
                        <a:sym typeface="Quattrocento Sans"/>
                      </a:endParaRPr>
                    </a:p>
                  </a:txBody>
                  <a:tcPr marL="91450" marR="91450" marT="45725" marB="45725" anchor="ctr">
                    <a:lnL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b="0">
                        <a:solidFill>
                          <a:schemeClr val="tx1"/>
                        </a:solidFill>
                        <a:latin typeface="Quattrocento Sans"/>
                        <a:ea typeface="Quattrocento Sans"/>
                        <a:cs typeface="Quattrocento Sans"/>
                        <a:sym typeface="Quattrocento Sans"/>
                      </a:endParaRPr>
                    </a:p>
                  </a:txBody>
                  <a:tcPr marL="60950" marR="60950" marT="60950" marB="6095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b="0">
                          <a:solidFill>
                            <a:schemeClr val="tx1"/>
                          </a:solidFill>
                          <a:latin typeface="Quattrocento Sans"/>
                          <a:ea typeface="Quattrocento Sans"/>
                          <a:cs typeface="Quattrocento Sans"/>
                          <a:sym typeface="Quattrocento Sans"/>
                        </a:rPr>
                        <a:t>C</a:t>
                      </a:r>
                      <a:endParaRPr b="0">
                        <a:solidFill>
                          <a:schemeClr val="tx1"/>
                        </a:solidFill>
                        <a:latin typeface="Quattrocento Sans"/>
                        <a:ea typeface="Quattrocento Sans"/>
                        <a:cs typeface="Quattrocento Sans"/>
                        <a:sym typeface="Quattrocento Sans"/>
                      </a:endParaRPr>
                    </a:p>
                  </a:txBody>
                  <a:tcPr marL="60950" marR="60950" marT="60950" marB="6095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Calibri"/>
                        <a:buNone/>
                      </a:pPr>
                      <a:endParaRPr sz="1600" b="0" i="0" u="none" strike="noStrike" cap="none" dirty="0">
                        <a:solidFill>
                          <a:schemeClr val="tx1"/>
                        </a:solidFill>
                        <a:latin typeface="Quattrocento Sans"/>
                        <a:ea typeface="Quattrocento Sans"/>
                        <a:cs typeface="Quattrocento Sans"/>
                        <a:sym typeface="Quattrocento Sans"/>
                      </a:endParaRPr>
                    </a:p>
                  </a:txBody>
                  <a:tcPr marL="91450" marR="91450" marT="45725" marB="45725" anchor="ctr">
                    <a:lnL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b="0" dirty="0">
                        <a:solidFill>
                          <a:schemeClr val="tx1"/>
                        </a:solidFill>
                        <a:latin typeface="Quattrocento Sans"/>
                        <a:ea typeface="Quattrocento Sans"/>
                        <a:cs typeface="Quattrocento Sans"/>
                        <a:sym typeface="Quattrocento Sans"/>
                      </a:endParaRPr>
                    </a:p>
                  </a:txBody>
                  <a:tcPr marL="60950" marR="60950" marT="60950" marB="6095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b="0">
                          <a:solidFill>
                            <a:schemeClr val="tx1"/>
                          </a:solidFill>
                          <a:latin typeface="Quattrocento Sans"/>
                          <a:ea typeface="Quattrocento Sans"/>
                          <a:cs typeface="Quattrocento Sans"/>
                          <a:sym typeface="Quattrocento Sans"/>
                        </a:rPr>
                        <a:t>D</a:t>
                      </a:r>
                      <a:endParaRPr b="0">
                        <a:solidFill>
                          <a:schemeClr val="tx1"/>
                        </a:solidFill>
                        <a:latin typeface="Quattrocento Sans"/>
                        <a:ea typeface="Quattrocento Sans"/>
                        <a:cs typeface="Quattrocento Sans"/>
                        <a:sym typeface="Quattrocento Sans"/>
                      </a:endParaRPr>
                    </a:p>
                  </a:txBody>
                  <a:tcPr marL="60950" marR="60950" marT="60950" marB="6095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Calibri"/>
                        <a:buNone/>
                      </a:pPr>
                      <a:endParaRPr sz="1600" b="0" i="0" u="none" strike="noStrike" cap="none">
                        <a:solidFill>
                          <a:schemeClr val="tx1"/>
                        </a:solidFill>
                        <a:latin typeface="Quattrocento Sans"/>
                        <a:ea typeface="Quattrocento Sans"/>
                        <a:cs typeface="Quattrocento Sans"/>
                        <a:sym typeface="Quattrocento Sans"/>
                      </a:endParaRPr>
                    </a:p>
                  </a:txBody>
                  <a:tcPr marL="91450" marR="91450" marT="45725" marB="45725" anchor="ctr">
                    <a:lnL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b="0" dirty="0">
                        <a:solidFill>
                          <a:schemeClr val="tx1"/>
                        </a:solidFill>
                        <a:latin typeface="Quattrocento Sans"/>
                        <a:ea typeface="Quattrocento Sans"/>
                        <a:cs typeface="Quattrocento Sans"/>
                        <a:sym typeface="Quattrocento Sans"/>
                      </a:endParaRPr>
                    </a:p>
                  </a:txBody>
                  <a:tcPr marL="60950" marR="60950" marT="60950" marB="6095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57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b="0">
                          <a:solidFill>
                            <a:schemeClr val="tx1"/>
                          </a:solidFill>
                          <a:latin typeface="Quattrocento Sans"/>
                          <a:ea typeface="Quattrocento Sans"/>
                          <a:cs typeface="Quattrocento Sans"/>
                          <a:sym typeface="Quattrocento Sans"/>
                        </a:rPr>
                        <a:t>E</a:t>
                      </a:r>
                      <a:endParaRPr b="0">
                        <a:solidFill>
                          <a:schemeClr val="tx1"/>
                        </a:solidFill>
                        <a:latin typeface="Quattrocento Sans"/>
                        <a:ea typeface="Quattrocento Sans"/>
                        <a:cs typeface="Quattrocento Sans"/>
                        <a:sym typeface="Quattrocento Sans"/>
                      </a:endParaRPr>
                    </a:p>
                  </a:txBody>
                  <a:tcPr marL="60950" marR="60950" marT="60950" marB="6095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Calibri"/>
                        <a:buNone/>
                      </a:pPr>
                      <a:endParaRPr sz="1600" b="0" i="0" u="none" strike="noStrike" cap="none" dirty="0">
                        <a:solidFill>
                          <a:schemeClr val="tx1"/>
                        </a:solidFill>
                        <a:latin typeface="Quattrocento Sans"/>
                        <a:ea typeface="Quattrocento Sans"/>
                        <a:cs typeface="Quattrocento Sans"/>
                        <a:sym typeface="Quattrocento Sans"/>
                      </a:endParaRPr>
                    </a:p>
                  </a:txBody>
                  <a:tcPr marL="60950" marR="60950" marT="60950" marB="60950" anchor="ctr">
                    <a:lnL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b="0" strike="noStrike" dirty="0">
                        <a:solidFill>
                          <a:schemeClr val="tx1"/>
                        </a:solidFill>
                        <a:latin typeface="Quattrocento Sans"/>
                        <a:ea typeface="Quattrocento Sans"/>
                        <a:cs typeface="Quattrocento Sans"/>
                        <a:sym typeface="Quattrocento Sans"/>
                      </a:endParaRPr>
                    </a:p>
                  </a:txBody>
                  <a:tcPr marL="60950" marR="60950" marT="60950" marB="6095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657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b="0">
                          <a:solidFill>
                            <a:schemeClr val="tx1"/>
                          </a:solidFill>
                          <a:latin typeface="Quattrocento Sans"/>
                          <a:ea typeface="Quattrocento Sans"/>
                          <a:cs typeface="Quattrocento Sans"/>
                          <a:sym typeface="Quattrocento Sans"/>
                        </a:rPr>
                        <a:t>F</a:t>
                      </a:r>
                      <a:endParaRPr b="0">
                        <a:solidFill>
                          <a:schemeClr val="tx1"/>
                        </a:solidFill>
                        <a:latin typeface="Quattrocento Sans"/>
                        <a:ea typeface="Quattrocento Sans"/>
                        <a:cs typeface="Quattrocento Sans"/>
                        <a:sym typeface="Quattrocento Sans"/>
                      </a:endParaRPr>
                    </a:p>
                  </a:txBody>
                  <a:tcPr marL="60950" marR="60950" marT="60950" marB="6095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600"/>
                        <a:buFont typeface="Calibri"/>
                        <a:buNone/>
                      </a:pPr>
                      <a:endParaRPr sz="1600" b="0" i="0" u="none" strike="noStrike" cap="none" dirty="0">
                        <a:solidFill>
                          <a:schemeClr val="tx1"/>
                        </a:solidFill>
                        <a:latin typeface="Quattrocento Sans"/>
                        <a:ea typeface="Quattrocento Sans"/>
                        <a:cs typeface="Quattrocento Sans"/>
                        <a:sym typeface="Quattrocento Sans"/>
                      </a:endParaRPr>
                    </a:p>
                  </a:txBody>
                  <a:tcPr marL="60950" marR="60950" marT="60950" marB="60950" anchor="ctr">
                    <a:lnL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b="0" dirty="0">
                        <a:solidFill>
                          <a:schemeClr val="tx1"/>
                        </a:solidFill>
                        <a:latin typeface="Quattrocento Sans"/>
                        <a:ea typeface="Quattrocento Sans"/>
                        <a:cs typeface="Quattrocento Sans"/>
                        <a:sym typeface="Quattrocento Sans"/>
                      </a:endParaRPr>
                    </a:p>
                  </a:txBody>
                  <a:tcPr marL="60950" marR="60950" marT="60950" marB="6095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657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b="0">
                          <a:solidFill>
                            <a:schemeClr val="tx1"/>
                          </a:solidFill>
                          <a:latin typeface="Quattrocento Sans"/>
                          <a:ea typeface="Quattrocento Sans"/>
                          <a:cs typeface="Quattrocento Sans"/>
                          <a:sym typeface="Quattrocento Sans"/>
                        </a:rPr>
                        <a:t>G</a:t>
                      </a:r>
                      <a:endParaRPr b="0">
                        <a:solidFill>
                          <a:schemeClr val="tx1"/>
                        </a:solidFill>
                        <a:latin typeface="Quattrocento Sans"/>
                        <a:ea typeface="Quattrocento Sans"/>
                        <a:cs typeface="Quattrocento Sans"/>
                        <a:sym typeface="Quattrocento Sans"/>
                      </a:endParaRPr>
                    </a:p>
                  </a:txBody>
                  <a:tcPr marL="60950" marR="60950" marT="60950" marB="6095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600"/>
                        <a:buFont typeface="Calibri"/>
                        <a:buNone/>
                      </a:pPr>
                      <a:endParaRPr sz="1600" b="0" i="0" u="none" strike="noStrike" cap="none" dirty="0">
                        <a:solidFill>
                          <a:schemeClr val="tx1"/>
                        </a:solidFill>
                        <a:latin typeface="Quattrocento Sans"/>
                        <a:ea typeface="Quattrocento Sans"/>
                        <a:cs typeface="Quattrocento Sans"/>
                        <a:sym typeface="Quattrocento Sans"/>
                      </a:endParaRPr>
                    </a:p>
                  </a:txBody>
                  <a:tcPr marL="60950" marR="60950" marT="60950" marB="60950" anchor="ctr">
                    <a:lnL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b="0" dirty="0">
                        <a:solidFill>
                          <a:schemeClr val="tx1"/>
                        </a:solidFill>
                        <a:latin typeface="Quattrocento Sans"/>
                        <a:ea typeface="Quattrocento Sans"/>
                        <a:cs typeface="Quattrocento Sans"/>
                        <a:sym typeface="Quattrocento Sans"/>
                      </a:endParaRPr>
                    </a:p>
                  </a:txBody>
                  <a:tcPr marL="60950" marR="60950" marT="60950" marB="6095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4" name="Google Shape;1040;p43">
            <a:extLst>
              <a:ext uri="{FF2B5EF4-FFF2-40B4-BE49-F238E27FC236}">
                <a16:creationId xmlns:a16="http://schemas.microsoft.com/office/drawing/2014/main" id="{F12279C8-390C-9808-96CA-A235BB3ECFBE}"/>
              </a:ext>
            </a:extLst>
          </p:cNvPr>
          <p:cNvSpPr txBox="1">
            <a:spLocks/>
          </p:cNvSpPr>
          <p:nvPr/>
        </p:nvSpPr>
        <p:spPr>
          <a:xfrm>
            <a:off x="462003" y="1196456"/>
            <a:ext cx="5682079" cy="21067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t" anchorCtr="0">
            <a:normAutofit fontScale="92500" lnSpcReduction="10000"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>
              <a:lnSpc>
                <a:spcPct val="90000"/>
              </a:lnSpc>
              <a:buSzPct val="100000"/>
            </a:pPr>
            <a:r>
              <a:rPr lang="en-GB" sz="2400" i="1" dirty="0">
                <a:latin typeface="Quattrocento Sans" panose="020B0502050000020003" pitchFamily="34" charset="0"/>
              </a:rPr>
              <a:t>Exam question: </a:t>
            </a:r>
            <a:r>
              <a:rPr lang="en-GB" sz="2400" dirty="0">
                <a:latin typeface="Quattrocento Sans" panose="020B0502050000020003" pitchFamily="34" charset="0"/>
              </a:rPr>
              <a:t>Given this directed graph, run Dijkstra’s Algo to find shortest paths starting from </a:t>
            </a:r>
            <a:r>
              <a:rPr lang="en-GB" sz="2400" dirty="0">
                <a:solidFill>
                  <a:srgbClr val="FF0000"/>
                </a:solidFill>
                <a:latin typeface="Quattrocento Sans" panose="020B0502050000020003" pitchFamily="34" charset="0"/>
              </a:rPr>
              <a:t>source node A</a:t>
            </a:r>
            <a:r>
              <a:rPr lang="en-GB" sz="2400" dirty="0">
                <a:latin typeface="Quattrocento Sans" panose="020B0502050000020003" pitchFamily="34" charset="0"/>
              </a:rPr>
              <a:t>. Give the node visit order, and fill in this table of SN (Shortest Distance) and PN (Previous Node), crossing out old SD and PN as you find a shortcut path with smaller SD</a:t>
            </a:r>
          </a:p>
        </p:txBody>
      </p:sp>
      <p:sp>
        <p:nvSpPr>
          <p:cNvPr id="8" name="Google Shape;1032;p42">
            <a:extLst>
              <a:ext uri="{FF2B5EF4-FFF2-40B4-BE49-F238E27FC236}">
                <a16:creationId xmlns:a16="http://schemas.microsoft.com/office/drawing/2014/main" id="{6A2570C0-4894-D7DF-4E19-45CFFF9F358E}"/>
              </a:ext>
            </a:extLst>
          </p:cNvPr>
          <p:cNvSpPr txBox="1"/>
          <p:nvPr/>
        </p:nvSpPr>
        <p:spPr>
          <a:xfrm>
            <a:off x="6339227" y="1875173"/>
            <a:ext cx="3070361" cy="677068"/>
          </a:xfrm>
          <a:prstGeom prst="rect">
            <a:avLst/>
          </a:prstGeom>
          <a:solidFill>
            <a:srgbClr val="E7F1FA"/>
          </a:solidFill>
          <a:ln w="19050" cap="flat" cmpd="sng">
            <a:solidFill>
              <a:srgbClr val="7F7F7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u="sng" dirty="0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Visit Order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grpSp>
        <p:nvGrpSpPr>
          <p:cNvPr id="2" name="Google Shape;139;p18">
            <a:extLst>
              <a:ext uri="{FF2B5EF4-FFF2-40B4-BE49-F238E27FC236}">
                <a16:creationId xmlns:a16="http://schemas.microsoft.com/office/drawing/2014/main" id="{18031618-95E3-BB83-C3B6-B3874851A753}"/>
              </a:ext>
            </a:extLst>
          </p:cNvPr>
          <p:cNvGrpSpPr/>
          <p:nvPr/>
        </p:nvGrpSpPr>
        <p:grpSpPr>
          <a:xfrm>
            <a:off x="1414172" y="3303171"/>
            <a:ext cx="3352800" cy="2895600"/>
            <a:chOff x="-2765514" y="667954"/>
            <a:chExt cx="2514600" cy="2171700"/>
          </a:xfrm>
        </p:grpSpPr>
        <p:sp>
          <p:nvSpPr>
            <p:cNvPr id="5" name="Google Shape;140;p18">
              <a:extLst>
                <a:ext uri="{FF2B5EF4-FFF2-40B4-BE49-F238E27FC236}">
                  <a16:creationId xmlns:a16="http://schemas.microsoft.com/office/drawing/2014/main" id="{EF357921-6EED-8423-FEB3-21849DB00C3E}"/>
                </a:ext>
              </a:extLst>
            </p:cNvPr>
            <p:cNvSpPr/>
            <p:nvPr/>
          </p:nvSpPr>
          <p:spPr>
            <a:xfrm>
              <a:off x="-2594064" y="1002519"/>
              <a:ext cx="285750" cy="285750"/>
            </a:xfrm>
            <a:prstGeom prst="ellipse">
              <a:avLst/>
            </a:prstGeom>
            <a:solidFill>
              <a:srgbClr val="CEC4EB"/>
            </a:solidFill>
            <a:ln w="381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40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A</a:t>
              </a:r>
              <a:endParaRPr/>
            </a:p>
          </p:txBody>
        </p:sp>
        <p:sp>
          <p:nvSpPr>
            <p:cNvPr id="6" name="Google Shape;141;p18">
              <a:extLst>
                <a:ext uri="{FF2B5EF4-FFF2-40B4-BE49-F238E27FC236}">
                  <a16:creationId xmlns:a16="http://schemas.microsoft.com/office/drawing/2014/main" id="{3EA54EE2-1A3C-5D78-245B-DF5511DE59C6}"/>
                </a:ext>
              </a:extLst>
            </p:cNvPr>
            <p:cNvSpPr/>
            <p:nvPr/>
          </p:nvSpPr>
          <p:spPr>
            <a:xfrm>
              <a:off x="-1336764" y="945369"/>
              <a:ext cx="285750" cy="285750"/>
            </a:xfrm>
            <a:prstGeom prst="ellipse">
              <a:avLst/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40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B</a:t>
              </a:r>
              <a:endParaRPr/>
            </a:p>
          </p:txBody>
        </p:sp>
        <p:sp>
          <p:nvSpPr>
            <p:cNvPr id="7" name="Google Shape;142;p18">
              <a:extLst>
                <a:ext uri="{FF2B5EF4-FFF2-40B4-BE49-F238E27FC236}">
                  <a16:creationId xmlns:a16="http://schemas.microsoft.com/office/drawing/2014/main" id="{E0E54B57-995E-DA57-8E58-52D548FAE8CA}"/>
                </a:ext>
              </a:extLst>
            </p:cNvPr>
            <p:cNvSpPr/>
            <p:nvPr/>
          </p:nvSpPr>
          <p:spPr>
            <a:xfrm>
              <a:off x="-2708364" y="1916919"/>
              <a:ext cx="285750" cy="285750"/>
            </a:xfrm>
            <a:prstGeom prst="ellipse">
              <a:avLst/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40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C</a:t>
              </a:r>
              <a:endParaRPr/>
            </a:p>
          </p:txBody>
        </p:sp>
        <p:sp>
          <p:nvSpPr>
            <p:cNvPr id="9" name="Google Shape;143;p18">
              <a:extLst>
                <a:ext uri="{FF2B5EF4-FFF2-40B4-BE49-F238E27FC236}">
                  <a16:creationId xmlns:a16="http://schemas.microsoft.com/office/drawing/2014/main" id="{AA419F50-B272-1CC4-9955-29E75209F2CF}"/>
                </a:ext>
              </a:extLst>
            </p:cNvPr>
            <p:cNvSpPr/>
            <p:nvPr/>
          </p:nvSpPr>
          <p:spPr>
            <a:xfrm>
              <a:off x="-1508214" y="1745469"/>
              <a:ext cx="285750" cy="285750"/>
            </a:xfrm>
            <a:prstGeom prst="ellipse">
              <a:avLst/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40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D</a:t>
              </a:r>
              <a:endParaRPr/>
            </a:p>
          </p:txBody>
        </p:sp>
        <p:sp>
          <p:nvSpPr>
            <p:cNvPr id="10" name="Google Shape;144;p18">
              <a:extLst>
                <a:ext uri="{FF2B5EF4-FFF2-40B4-BE49-F238E27FC236}">
                  <a16:creationId xmlns:a16="http://schemas.microsoft.com/office/drawing/2014/main" id="{2BC414FD-4327-9497-40EC-879023800C3A}"/>
                </a:ext>
              </a:extLst>
            </p:cNvPr>
            <p:cNvSpPr/>
            <p:nvPr/>
          </p:nvSpPr>
          <p:spPr>
            <a:xfrm>
              <a:off x="-2022564" y="2553904"/>
              <a:ext cx="285750" cy="285750"/>
            </a:xfrm>
            <a:prstGeom prst="ellipse">
              <a:avLst/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40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F</a:t>
              </a:r>
              <a:endParaRPr/>
            </a:p>
          </p:txBody>
        </p:sp>
        <p:sp>
          <p:nvSpPr>
            <p:cNvPr id="11" name="Google Shape;145;p18">
              <a:extLst>
                <a:ext uri="{FF2B5EF4-FFF2-40B4-BE49-F238E27FC236}">
                  <a16:creationId xmlns:a16="http://schemas.microsoft.com/office/drawing/2014/main" id="{D6DBE188-6CA0-C0BA-4845-C2759810E553}"/>
                </a:ext>
              </a:extLst>
            </p:cNvPr>
            <p:cNvSpPr/>
            <p:nvPr/>
          </p:nvSpPr>
          <p:spPr>
            <a:xfrm>
              <a:off x="-536664" y="1468054"/>
              <a:ext cx="285750" cy="285750"/>
            </a:xfrm>
            <a:prstGeom prst="ellipse">
              <a:avLst/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40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E</a:t>
              </a:r>
              <a:endParaRPr/>
            </a:p>
          </p:txBody>
        </p:sp>
        <p:sp>
          <p:nvSpPr>
            <p:cNvPr id="12" name="Google Shape;146;p18">
              <a:extLst>
                <a:ext uri="{FF2B5EF4-FFF2-40B4-BE49-F238E27FC236}">
                  <a16:creationId xmlns:a16="http://schemas.microsoft.com/office/drawing/2014/main" id="{40B6FF51-BFFC-ECF6-0D4B-B2765CA8046F}"/>
                </a:ext>
              </a:extLst>
            </p:cNvPr>
            <p:cNvSpPr/>
            <p:nvPr/>
          </p:nvSpPr>
          <p:spPr>
            <a:xfrm>
              <a:off x="-650964" y="2211004"/>
              <a:ext cx="285750" cy="285750"/>
            </a:xfrm>
            <a:prstGeom prst="ellipse">
              <a:avLst/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40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G</a:t>
              </a:r>
              <a:endParaRPr/>
            </a:p>
          </p:txBody>
        </p:sp>
        <p:cxnSp>
          <p:nvCxnSpPr>
            <p:cNvPr id="13" name="Google Shape;147;p18">
              <a:extLst>
                <a:ext uri="{FF2B5EF4-FFF2-40B4-BE49-F238E27FC236}">
                  <a16:creationId xmlns:a16="http://schemas.microsoft.com/office/drawing/2014/main" id="{E4C31BCB-A36B-C85A-A907-6FBC71ED1845}"/>
                </a:ext>
              </a:extLst>
            </p:cNvPr>
            <p:cNvCxnSpPr>
              <a:stCxn id="5" idx="3"/>
              <a:endCxn id="7" idx="0"/>
            </p:cNvCxnSpPr>
            <p:nvPr/>
          </p:nvCxnSpPr>
          <p:spPr>
            <a:xfrm flipH="1">
              <a:off x="-2565417" y="1246422"/>
              <a:ext cx="13200" cy="67050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14" name="Google Shape;148;p18">
              <a:extLst>
                <a:ext uri="{FF2B5EF4-FFF2-40B4-BE49-F238E27FC236}">
                  <a16:creationId xmlns:a16="http://schemas.microsoft.com/office/drawing/2014/main" id="{7632EF84-770E-E92E-7CA5-21BB7205C7CC}"/>
                </a:ext>
              </a:extLst>
            </p:cNvPr>
            <p:cNvCxnSpPr>
              <a:stCxn id="6" idx="2"/>
              <a:endCxn id="5" idx="6"/>
            </p:cNvCxnSpPr>
            <p:nvPr/>
          </p:nvCxnSpPr>
          <p:spPr>
            <a:xfrm flipH="1">
              <a:off x="-2308464" y="1088244"/>
              <a:ext cx="971700" cy="5730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15" name="Google Shape;149;p18">
              <a:extLst>
                <a:ext uri="{FF2B5EF4-FFF2-40B4-BE49-F238E27FC236}">
                  <a16:creationId xmlns:a16="http://schemas.microsoft.com/office/drawing/2014/main" id="{DC9B575D-EF35-EFAE-39A4-40DC20E940A5}"/>
                </a:ext>
              </a:extLst>
            </p:cNvPr>
            <p:cNvCxnSpPr>
              <a:stCxn id="9" idx="0"/>
              <a:endCxn id="6" idx="4"/>
            </p:cNvCxnSpPr>
            <p:nvPr/>
          </p:nvCxnSpPr>
          <p:spPr>
            <a:xfrm rot="10800000" flipH="1">
              <a:off x="-1365339" y="1231269"/>
              <a:ext cx="171600" cy="51420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sp>
          <p:nvSpPr>
            <p:cNvPr id="17" name="Google Shape;151;p18">
              <a:extLst>
                <a:ext uri="{FF2B5EF4-FFF2-40B4-BE49-F238E27FC236}">
                  <a16:creationId xmlns:a16="http://schemas.microsoft.com/office/drawing/2014/main" id="{89693AB7-0115-7CAA-3F87-6C4A16684AE1}"/>
                </a:ext>
              </a:extLst>
            </p:cNvPr>
            <p:cNvSpPr txBox="1"/>
            <p:nvPr/>
          </p:nvSpPr>
          <p:spPr>
            <a:xfrm>
              <a:off x="-1291520" y="667954"/>
              <a:ext cx="138548" cy="34624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9" name="Google Shape;153;p18">
              <a:extLst>
                <a:ext uri="{FF2B5EF4-FFF2-40B4-BE49-F238E27FC236}">
                  <a16:creationId xmlns:a16="http://schemas.microsoft.com/office/drawing/2014/main" id="{C2BAE600-78FF-A8C7-2632-562F5BA68D86}"/>
                </a:ext>
              </a:extLst>
            </p:cNvPr>
            <p:cNvSpPr txBox="1"/>
            <p:nvPr/>
          </p:nvSpPr>
          <p:spPr>
            <a:xfrm>
              <a:off x="-1959046" y="869490"/>
              <a:ext cx="255119" cy="34624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40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2</a:t>
              </a:r>
              <a:endParaRPr/>
            </a:p>
          </p:txBody>
        </p:sp>
        <p:sp>
          <p:nvSpPr>
            <p:cNvPr id="20" name="Google Shape;154;p18">
              <a:extLst>
                <a:ext uri="{FF2B5EF4-FFF2-40B4-BE49-F238E27FC236}">
                  <a16:creationId xmlns:a16="http://schemas.microsoft.com/office/drawing/2014/main" id="{F7EEC314-7F6C-CD6E-1DFA-02BEBBA5368C}"/>
                </a:ext>
              </a:extLst>
            </p:cNvPr>
            <p:cNvSpPr txBox="1"/>
            <p:nvPr/>
          </p:nvSpPr>
          <p:spPr>
            <a:xfrm>
              <a:off x="-1953824" y="1298730"/>
              <a:ext cx="255119" cy="34624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40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1</a:t>
              </a:r>
              <a:endParaRPr/>
            </a:p>
          </p:txBody>
        </p:sp>
        <p:sp>
          <p:nvSpPr>
            <p:cNvPr id="21" name="Google Shape;155;p18">
              <a:extLst>
                <a:ext uri="{FF2B5EF4-FFF2-40B4-BE49-F238E27FC236}">
                  <a16:creationId xmlns:a16="http://schemas.microsoft.com/office/drawing/2014/main" id="{358085DD-3EE5-5C6C-60F9-2802B69CF82C}"/>
                </a:ext>
              </a:extLst>
            </p:cNvPr>
            <p:cNvSpPr txBox="1"/>
            <p:nvPr/>
          </p:nvSpPr>
          <p:spPr>
            <a:xfrm>
              <a:off x="-2765514" y="1459720"/>
              <a:ext cx="255119" cy="34624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40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2</a:t>
              </a:r>
              <a:endParaRPr/>
            </a:p>
          </p:txBody>
        </p:sp>
        <p:sp>
          <p:nvSpPr>
            <p:cNvPr id="22" name="Google Shape;156;p18">
              <a:extLst>
                <a:ext uri="{FF2B5EF4-FFF2-40B4-BE49-F238E27FC236}">
                  <a16:creationId xmlns:a16="http://schemas.microsoft.com/office/drawing/2014/main" id="{1CF40BE0-BAA8-BB15-FB5B-D76AC00B4177}"/>
                </a:ext>
              </a:extLst>
            </p:cNvPr>
            <p:cNvSpPr txBox="1"/>
            <p:nvPr/>
          </p:nvSpPr>
          <p:spPr>
            <a:xfrm>
              <a:off x="-1344790" y="1365918"/>
              <a:ext cx="255119" cy="34624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40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5</a:t>
              </a:r>
              <a:endParaRPr/>
            </a:p>
          </p:txBody>
        </p:sp>
        <p:cxnSp>
          <p:nvCxnSpPr>
            <p:cNvPr id="23" name="Google Shape;157;p18">
              <a:extLst>
                <a:ext uri="{FF2B5EF4-FFF2-40B4-BE49-F238E27FC236}">
                  <a16:creationId xmlns:a16="http://schemas.microsoft.com/office/drawing/2014/main" id="{55970127-8593-DBA2-A823-F0E141EE14BA}"/>
                </a:ext>
              </a:extLst>
            </p:cNvPr>
            <p:cNvCxnSpPr>
              <a:stCxn id="5" idx="5"/>
              <a:endCxn id="9" idx="1"/>
            </p:cNvCxnSpPr>
            <p:nvPr/>
          </p:nvCxnSpPr>
          <p:spPr>
            <a:xfrm>
              <a:off x="-2350161" y="1246422"/>
              <a:ext cx="883800" cy="54090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24" name="Google Shape;158;p18">
              <a:extLst>
                <a:ext uri="{FF2B5EF4-FFF2-40B4-BE49-F238E27FC236}">
                  <a16:creationId xmlns:a16="http://schemas.microsoft.com/office/drawing/2014/main" id="{B4BEB9F5-29F4-AA0E-2672-CB12789F34C3}"/>
                </a:ext>
              </a:extLst>
            </p:cNvPr>
            <p:cNvCxnSpPr>
              <a:stCxn id="7" idx="6"/>
              <a:endCxn id="9" idx="3"/>
            </p:cNvCxnSpPr>
            <p:nvPr/>
          </p:nvCxnSpPr>
          <p:spPr>
            <a:xfrm rot="10800000" flipH="1">
              <a:off x="-2422614" y="1989294"/>
              <a:ext cx="956100" cy="7050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sp>
          <p:nvSpPr>
            <p:cNvPr id="25" name="Google Shape;159;p18">
              <a:extLst>
                <a:ext uri="{FF2B5EF4-FFF2-40B4-BE49-F238E27FC236}">
                  <a16:creationId xmlns:a16="http://schemas.microsoft.com/office/drawing/2014/main" id="{53D6988B-8C6D-4ED2-FA99-7B96BC6A9F8C}"/>
                </a:ext>
              </a:extLst>
            </p:cNvPr>
            <p:cNvSpPr txBox="1"/>
            <p:nvPr/>
          </p:nvSpPr>
          <p:spPr>
            <a:xfrm>
              <a:off x="-2200094" y="1796622"/>
              <a:ext cx="255119" cy="34624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40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1</a:t>
              </a:r>
              <a:endParaRPr/>
            </a:p>
          </p:txBody>
        </p:sp>
        <p:cxnSp>
          <p:nvCxnSpPr>
            <p:cNvPr id="26" name="Google Shape;160;p18">
              <a:extLst>
                <a:ext uri="{FF2B5EF4-FFF2-40B4-BE49-F238E27FC236}">
                  <a16:creationId xmlns:a16="http://schemas.microsoft.com/office/drawing/2014/main" id="{0CE6D9BF-5E29-497A-70C5-7165DD8DB2E4}"/>
                </a:ext>
              </a:extLst>
            </p:cNvPr>
            <p:cNvCxnSpPr>
              <a:stCxn id="9" idx="6"/>
              <a:endCxn id="11" idx="3"/>
            </p:cNvCxnSpPr>
            <p:nvPr/>
          </p:nvCxnSpPr>
          <p:spPr>
            <a:xfrm rot="10800000" flipH="1">
              <a:off x="-1222464" y="1711944"/>
              <a:ext cx="727500" cy="17640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sp>
          <p:nvSpPr>
            <p:cNvPr id="27" name="Google Shape;161;p18">
              <a:extLst>
                <a:ext uri="{FF2B5EF4-FFF2-40B4-BE49-F238E27FC236}">
                  <a16:creationId xmlns:a16="http://schemas.microsoft.com/office/drawing/2014/main" id="{1B935D65-56A6-D3EE-8E0A-EA9D5147F8E8}"/>
                </a:ext>
              </a:extLst>
            </p:cNvPr>
            <p:cNvSpPr txBox="1"/>
            <p:nvPr/>
          </p:nvSpPr>
          <p:spPr>
            <a:xfrm>
              <a:off x="-999944" y="1568022"/>
              <a:ext cx="255119" cy="34624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40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1</a:t>
              </a:r>
              <a:endParaRPr/>
            </a:p>
          </p:txBody>
        </p:sp>
        <p:cxnSp>
          <p:nvCxnSpPr>
            <p:cNvPr id="28" name="Google Shape;162;p18">
              <a:extLst>
                <a:ext uri="{FF2B5EF4-FFF2-40B4-BE49-F238E27FC236}">
                  <a16:creationId xmlns:a16="http://schemas.microsoft.com/office/drawing/2014/main" id="{16C76255-3FE8-1727-B4E2-EF9D67F1E61F}"/>
                </a:ext>
              </a:extLst>
            </p:cNvPr>
            <p:cNvCxnSpPr>
              <a:stCxn id="11" idx="1"/>
              <a:endCxn id="6" idx="6"/>
            </p:cNvCxnSpPr>
            <p:nvPr/>
          </p:nvCxnSpPr>
          <p:spPr>
            <a:xfrm rot="10800000">
              <a:off x="-1051017" y="1088101"/>
              <a:ext cx="556200" cy="42180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sp>
          <p:nvSpPr>
            <p:cNvPr id="29" name="Google Shape;163;p18">
              <a:extLst>
                <a:ext uri="{FF2B5EF4-FFF2-40B4-BE49-F238E27FC236}">
                  <a16:creationId xmlns:a16="http://schemas.microsoft.com/office/drawing/2014/main" id="{5DE20D74-4CA8-0DFF-FB14-7DA1F9581B40}"/>
                </a:ext>
              </a:extLst>
            </p:cNvPr>
            <p:cNvSpPr txBox="1"/>
            <p:nvPr/>
          </p:nvSpPr>
          <p:spPr>
            <a:xfrm>
              <a:off x="-836239" y="1081779"/>
              <a:ext cx="255119" cy="34624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40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1</a:t>
              </a:r>
              <a:endParaRPr/>
            </a:p>
          </p:txBody>
        </p:sp>
        <p:cxnSp>
          <p:nvCxnSpPr>
            <p:cNvPr id="30" name="Google Shape;164;p18">
              <a:extLst>
                <a:ext uri="{FF2B5EF4-FFF2-40B4-BE49-F238E27FC236}">
                  <a16:creationId xmlns:a16="http://schemas.microsoft.com/office/drawing/2014/main" id="{D983018D-9CA9-8640-8C2B-2C233058313F}"/>
                </a:ext>
              </a:extLst>
            </p:cNvPr>
            <p:cNvCxnSpPr>
              <a:stCxn id="7" idx="5"/>
              <a:endCxn id="10" idx="1"/>
            </p:cNvCxnSpPr>
            <p:nvPr/>
          </p:nvCxnSpPr>
          <p:spPr>
            <a:xfrm>
              <a:off x="-2464461" y="2160822"/>
              <a:ext cx="483600" cy="43500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sp>
          <p:nvSpPr>
            <p:cNvPr id="31" name="Google Shape;165;p18">
              <a:extLst>
                <a:ext uri="{FF2B5EF4-FFF2-40B4-BE49-F238E27FC236}">
                  <a16:creationId xmlns:a16="http://schemas.microsoft.com/office/drawing/2014/main" id="{623D94F8-9878-8489-FA9F-3074EB01DB85}"/>
                </a:ext>
              </a:extLst>
            </p:cNvPr>
            <p:cNvSpPr txBox="1"/>
            <p:nvPr/>
          </p:nvSpPr>
          <p:spPr>
            <a:xfrm>
              <a:off x="-2314926" y="2138969"/>
              <a:ext cx="255119" cy="34624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40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2</a:t>
              </a:r>
              <a:endParaRPr/>
            </a:p>
          </p:txBody>
        </p:sp>
        <p:cxnSp>
          <p:nvCxnSpPr>
            <p:cNvPr id="32" name="Google Shape;166;p18">
              <a:extLst>
                <a:ext uri="{FF2B5EF4-FFF2-40B4-BE49-F238E27FC236}">
                  <a16:creationId xmlns:a16="http://schemas.microsoft.com/office/drawing/2014/main" id="{12072DFB-C5E8-49A2-3C78-1ACCC0577286}"/>
                </a:ext>
              </a:extLst>
            </p:cNvPr>
            <p:cNvCxnSpPr>
              <a:stCxn id="9" idx="4"/>
              <a:endCxn id="10" idx="7"/>
            </p:cNvCxnSpPr>
            <p:nvPr/>
          </p:nvCxnSpPr>
          <p:spPr>
            <a:xfrm flipH="1">
              <a:off x="-1778739" y="2031219"/>
              <a:ext cx="413400" cy="56460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sp>
          <p:nvSpPr>
            <p:cNvPr id="33" name="Google Shape;167;p18">
              <a:extLst>
                <a:ext uri="{FF2B5EF4-FFF2-40B4-BE49-F238E27FC236}">
                  <a16:creationId xmlns:a16="http://schemas.microsoft.com/office/drawing/2014/main" id="{BFAF9691-CD9C-E49A-99ED-F48859C3CAAF}"/>
                </a:ext>
              </a:extLst>
            </p:cNvPr>
            <p:cNvSpPr txBox="1"/>
            <p:nvPr/>
          </p:nvSpPr>
          <p:spPr>
            <a:xfrm>
              <a:off x="-1793964" y="2153854"/>
              <a:ext cx="255119" cy="34624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40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6</a:t>
              </a:r>
              <a:endParaRPr/>
            </a:p>
          </p:txBody>
        </p:sp>
        <p:sp>
          <p:nvSpPr>
            <p:cNvPr id="34" name="Google Shape;168;p18">
              <a:extLst>
                <a:ext uri="{FF2B5EF4-FFF2-40B4-BE49-F238E27FC236}">
                  <a16:creationId xmlns:a16="http://schemas.microsoft.com/office/drawing/2014/main" id="{C6672A73-A2AB-5A04-9102-9986A07BCA97}"/>
                </a:ext>
              </a:extLst>
            </p:cNvPr>
            <p:cNvSpPr txBox="1"/>
            <p:nvPr/>
          </p:nvSpPr>
          <p:spPr>
            <a:xfrm>
              <a:off x="-980886" y="1904927"/>
              <a:ext cx="255119" cy="34624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40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5</a:t>
              </a:r>
              <a:endParaRPr/>
            </a:p>
          </p:txBody>
        </p:sp>
        <p:cxnSp>
          <p:nvCxnSpPr>
            <p:cNvPr id="35" name="Google Shape;169;p18">
              <a:extLst>
                <a:ext uri="{FF2B5EF4-FFF2-40B4-BE49-F238E27FC236}">
                  <a16:creationId xmlns:a16="http://schemas.microsoft.com/office/drawing/2014/main" id="{AB3F2C0A-D08E-684C-A1CD-BB0F35442084}"/>
                </a:ext>
              </a:extLst>
            </p:cNvPr>
            <p:cNvCxnSpPr>
              <a:stCxn id="9" idx="5"/>
              <a:endCxn id="12" idx="1"/>
            </p:cNvCxnSpPr>
            <p:nvPr/>
          </p:nvCxnSpPr>
          <p:spPr>
            <a:xfrm>
              <a:off x="-1264311" y="1989372"/>
              <a:ext cx="655200" cy="26340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36" name="Google Shape;170;p18">
              <a:extLst>
                <a:ext uri="{FF2B5EF4-FFF2-40B4-BE49-F238E27FC236}">
                  <a16:creationId xmlns:a16="http://schemas.microsoft.com/office/drawing/2014/main" id="{D7B8114E-D93F-106F-2CED-B6CB9D8F2E8B}"/>
                </a:ext>
              </a:extLst>
            </p:cNvPr>
            <p:cNvCxnSpPr>
              <a:stCxn id="12" idx="0"/>
              <a:endCxn id="11" idx="4"/>
            </p:cNvCxnSpPr>
            <p:nvPr/>
          </p:nvCxnSpPr>
          <p:spPr>
            <a:xfrm rot="10800000" flipH="1">
              <a:off x="-508089" y="1753804"/>
              <a:ext cx="114300" cy="45720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sp>
          <p:nvSpPr>
            <p:cNvPr id="37" name="Google Shape;171;p18">
              <a:extLst>
                <a:ext uri="{FF2B5EF4-FFF2-40B4-BE49-F238E27FC236}">
                  <a16:creationId xmlns:a16="http://schemas.microsoft.com/office/drawing/2014/main" id="{FFA834E9-D78C-1DE2-A6CA-E44CFBCD0134}"/>
                </a:ext>
              </a:extLst>
            </p:cNvPr>
            <p:cNvSpPr txBox="1"/>
            <p:nvPr/>
          </p:nvSpPr>
          <p:spPr>
            <a:xfrm>
              <a:off x="-518262" y="1856077"/>
              <a:ext cx="255119" cy="34624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40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3</a:t>
              </a:r>
              <a:endParaRPr/>
            </a:p>
          </p:txBody>
        </p:sp>
        <p:cxnSp>
          <p:nvCxnSpPr>
            <p:cNvPr id="38" name="Google Shape;172;p18">
              <a:extLst>
                <a:ext uri="{FF2B5EF4-FFF2-40B4-BE49-F238E27FC236}">
                  <a16:creationId xmlns:a16="http://schemas.microsoft.com/office/drawing/2014/main" id="{F7F220A0-E144-C116-4358-CB1FD37B3956}"/>
                </a:ext>
              </a:extLst>
            </p:cNvPr>
            <p:cNvCxnSpPr>
              <a:stCxn id="10" idx="6"/>
              <a:endCxn id="12" idx="3"/>
            </p:cNvCxnSpPr>
            <p:nvPr/>
          </p:nvCxnSpPr>
          <p:spPr>
            <a:xfrm rot="10800000" flipH="1">
              <a:off x="-1736814" y="2454979"/>
              <a:ext cx="1127700" cy="24180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sp>
          <p:nvSpPr>
            <p:cNvPr id="39" name="Google Shape;173;p18">
              <a:extLst>
                <a:ext uri="{FF2B5EF4-FFF2-40B4-BE49-F238E27FC236}">
                  <a16:creationId xmlns:a16="http://schemas.microsoft.com/office/drawing/2014/main" id="{516A5B78-A2E1-9C88-F551-EF638ECCA449}"/>
                </a:ext>
              </a:extLst>
            </p:cNvPr>
            <p:cNvSpPr txBox="1"/>
            <p:nvPr/>
          </p:nvSpPr>
          <p:spPr>
            <a:xfrm>
              <a:off x="-1342844" y="2325304"/>
              <a:ext cx="371737" cy="34624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40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10</a:t>
              </a:r>
              <a:endParaRPr/>
            </a:p>
          </p:txBody>
        </p:sp>
      </p:grpSp>
      <p:sp>
        <p:nvSpPr>
          <p:cNvPr id="45" name="Google Shape;179;p18">
            <a:extLst>
              <a:ext uri="{FF2B5EF4-FFF2-40B4-BE49-F238E27FC236}">
                <a16:creationId xmlns:a16="http://schemas.microsoft.com/office/drawing/2014/main" id="{16FFA7A2-3A81-58A7-1B07-3B8702D3CA28}"/>
              </a:ext>
            </a:extLst>
          </p:cNvPr>
          <p:cNvSpPr txBox="1"/>
          <p:nvPr/>
        </p:nvSpPr>
        <p:spPr>
          <a:xfrm>
            <a:off x="693238" y="3687246"/>
            <a:ext cx="964955" cy="47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start</a:t>
            </a:r>
            <a:endParaRPr sz="1600" b="0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  <p:extLst>
      <p:ext uri="{BB962C8B-B14F-4D97-AF65-F5344CB8AC3E}">
        <p14:creationId xmlns:p14="http://schemas.microsoft.com/office/powerpoint/2010/main" val="122451773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0" name="Group 4">
            <a:extLst>
              <a:ext uri="{FF2B5EF4-FFF2-40B4-BE49-F238E27FC236}">
                <a16:creationId xmlns:a16="http://schemas.microsoft.com/office/drawing/2014/main" id="{66A9BBF1-E56F-44E1-B349-BF414B5050DC}"/>
              </a:ext>
            </a:extLst>
          </p:cNvPr>
          <p:cNvGrpSpPr>
            <a:grpSpLocks/>
          </p:cNvGrpSpPr>
          <p:nvPr/>
        </p:nvGrpSpPr>
        <p:grpSpPr bwMode="auto">
          <a:xfrm>
            <a:off x="5980155" y="2041128"/>
            <a:ext cx="533400" cy="533400"/>
            <a:chOff x="1824" y="2736"/>
            <a:chExt cx="336" cy="336"/>
          </a:xfrm>
        </p:grpSpPr>
        <p:sp>
          <p:nvSpPr>
            <p:cNvPr id="31" name="Oval 5">
              <a:extLst>
                <a:ext uri="{FF2B5EF4-FFF2-40B4-BE49-F238E27FC236}">
                  <a16:creationId xmlns:a16="http://schemas.microsoft.com/office/drawing/2014/main" id="{F0C92A47-7D3C-46E7-8B83-3E7B73069B9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824" y="2736"/>
              <a:ext cx="336" cy="336"/>
            </a:xfrm>
            <a:prstGeom prst="ellipse">
              <a:avLst/>
            </a:prstGeom>
            <a:solidFill>
              <a:srgbClr val="669999"/>
            </a:solidFill>
            <a:ln w="9525">
              <a:solidFill>
                <a:srgbClr val="000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  <a:buClrTx/>
                <a:defRPr/>
              </a:pPr>
              <a:endParaRPr lang="en-SE" sz="1800">
                <a:latin typeface="Arial" panose="020B0604020202020204" pitchFamily="34" charset="0"/>
              </a:endParaRPr>
            </a:p>
          </p:txBody>
        </p:sp>
        <p:sp>
          <p:nvSpPr>
            <p:cNvPr id="32" name="Text Box 6">
              <a:extLst>
                <a:ext uri="{FF2B5EF4-FFF2-40B4-BE49-F238E27FC236}">
                  <a16:creationId xmlns:a16="http://schemas.microsoft.com/office/drawing/2014/main" id="{20087CB9-C25C-4F37-852A-6B50D3934C14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872" y="2772"/>
              <a:ext cx="288" cy="288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/>
            <a:p>
              <a:pPr fontAlgn="base">
                <a:spcBef>
                  <a:spcPct val="50000"/>
                </a:spcBef>
                <a:spcAft>
                  <a:spcPct val="0"/>
                </a:spcAft>
                <a:buClrTx/>
                <a:defRPr/>
              </a:pPr>
              <a:r>
                <a:rPr lang="en-US" altLang="en-SE" sz="2400" dirty="0">
                  <a:latin typeface="Arial" panose="020B0604020202020204" pitchFamily="34" charset="0"/>
                </a:rPr>
                <a:t>S</a:t>
              </a:r>
            </a:p>
          </p:txBody>
        </p:sp>
      </p:grpSp>
      <p:grpSp>
        <p:nvGrpSpPr>
          <p:cNvPr id="33" name="Group 7">
            <a:extLst>
              <a:ext uri="{FF2B5EF4-FFF2-40B4-BE49-F238E27FC236}">
                <a16:creationId xmlns:a16="http://schemas.microsoft.com/office/drawing/2014/main" id="{B71EE6D1-0048-43B7-8803-46050FBCA554}"/>
              </a:ext>
            </a:extLst>
          </p:cNvPr>
          <p:cNvGrpSpPr>
            <a:grpSpLocks/>
          </p:cNvGrpSpPr>
          <p:nvPr/>
        </p:nvGrpSpPr>
        <p:grpSpPr bwMode="auto">
          <a:xfrm>
            <a:off x="7137223" y="1605035"/>
            <a:ext cx="533400" cy="533400"/>
            <a:chOff x="1824" y="2736"/>
            <a:chExt cx="336" cy="336"/>
          </a:xfrm>
        </p:grpSpPr>
        <p:sp>
          <p:nvSpPr>
            <p:cNvPr id="34" name="Oval 8">
              <a:extLst>
                <a:ext uri="{FF2B5EF4-FFF2-40B4-BE49-F238E27FC236}">
                  <a16:creationId xmlns:a16="http://schemas.microsoft.com/office/drawing/2014/main" id="{123BA9D5-0979-4E38-A262-532676CE2F6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824" y="2736"/>
              <a:ext cx="336" cy="336"/>
            </a:xfrm>
            <a:prstGeom prst="ellipse">
              <a:avLst/>
            </a:prstGeom>
            <a:solidFill>
              <a:srgbClr val="669999"/>
            </a:solidFill>
            <a:ln w="9525">
              <a:solidFill>
                <a:srgbClr val="000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  <a:buClrTx/>
                <a:defRPr/>
              </a:pPr>
              <a:endParaRPr lang="en-SE" sz="1800">
                <a:latin typeface="Arial" panose="020B0604020202020204" pitchFamily="34" charset="0"/>
              </a:endParaRPr>
            </a:p>
          </p:txBody>
        </p:sp>
        <p:sp>
          <p:nvSpPr>
            <p:cNvPr id="35" name="Text Box 9">
              <a:extLst>
                <a:ext uri="{FF2B5EF4-FFF2-40B4-BE49-F238E27FC236}">
                  <a16:creationId xmlns:a16="http://schemas.microsoft.com/office/drawing/2014/main" id="{0146D7D3-B350-4866-B8E6-9D50DDE37C0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872" y="2763"/>
              <a:ext cx="288" cy="29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/>
            <a:p>
              <a:pPr fontAlgn="base">
                <a:spcBef>
                  <a:spcPct val="50000"/>
                </a:spcBef>
                <a:spcAft>
                  <a:spcPct val="0"/>
                </a:spcAft>
                <a:buClrTx/>
                <a:defRPr/>
              </a:pPr>
              <a:r>
                <a:rPr lang="en-US" altLang="en-SE" sz="2400" dirty="0">
                  <a:latin typeface="Arial" panose="020B0604020202020204" pitchFamily="34" charset="0"/>
                </a:rPr>
                <a:t>A</a:t>
              </a:r>
            </a:p>
          </p:txBody>
        </p:sp>
      </p:grpSp>
      <p:grpSp>
        <p:nvGrpSpPr>
          <p:cNvPr id="36" name="Group 10">
            <a:extLst>
              <a:ext uri="{FF2B5EF4-FFF2-40B4-BE49-F238E27FC236}">
                <a16:creationId xmlns:a16="http://schemas.microsoft.com/office/drawing/2014/main" id="{5F2ED05F-ACEB-43CE-8625-920F35D516FF}"/>
              </a:ext>
            </a:extLst>
          </p:cNvPr>
          <p:cNvGrpSpPr>
            <a:grpSpLocks/>
          </p:cNvGrpSpPr>
          <p:nvPr/>
        </p:nvGrpSpPr>
        <p:grpSpPr bwMode="auto">
          <a:xfrm>
            <a:off x="7123155" y="2803128"/>
            <a:ext cx="533400" cy="533400"/>
            <a:chOff x="1824" y="2736"/>
            <a:chExt cx="336" cy="336"/>
          </a:xfrm>
        </p:grpSpPr>
        <p:sp>
          <p:nvSpPr>
            <p:cNvPr id="37" name="Oval 11">
              <a:extLst>
                <a:ext uri="{FF2B5EF4-FFF2-40B4-BE49-F238E27FC236}">
                  <a16:creationId xmlns:a16="http://schemas.microsoft.com/office/drawing/2014/main" id="{B4DDBF78-6DC4-40E9-93C4-2EEA903D2C4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824" y="2736"/>
              <a:ext cx="336" cy="336"/>
            </a:xfrm>
            <a:prstGeom prst="ellipse">
              <a:avLst/>
            </a:prstGeom>
            <a:solidFill>
              <a:srgbClr val="669999"/>
            </a:solidFill>
            <a:ln w="9525">
              <a:solidFill>
                <a:srgbClr val="000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  <a:buClrTx/>
                <a:defRPr/>
              </a:pPr>
              <a:endParaRPr lang="en-SE" sz="1800">
                <a:latin typeface="Arial" panose="020B0604020202020204" pitchFamily="34" charset="0"/>
              </a:endParaRPr>
            </a:p>
          </p:txBody>
        </p:sp>
        <p:sp>
          <p:nvSpPr>
            <p:cNvPr id="38" name="Text Box 12">
              <a:extLst>
                <a:ext uri="{FF2B5EF4-FFF2-40B4-BE49-F238E27FC236}">
                  <a16:creationId xmlns:a16="http://schemas.microsoft.com/office/drawing/2014/main" id="{55DB6356-01BD-407D-83E7-77EC1BE93FC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872" y="2772"/>
              <a:ext cx="288" cy="288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/>
            <a:p>
              <a:pPr fontAlgn="base">
                <a:spcBef>
                  <a:spcPct val="50000"/>
                </a:spcBef>
                <a:spcAft>
                  <a:spcPct val="0"/>
                </a:spcAft>
                <a:buClrTx/>
                <a:defRPr/>
              </a:pPr>
              <a:r>
                <a:rPr lang="en-US" altLang="en-SE" sz="2400" dirty="0">
                  <a:latin typeface="Arial" panose="020B0604020202020204" pitchFamily="34" charset="0"/>
                </a:rPr>
                <a:t>B</a:t>
              </a:r>
            </a:p>
          </p:txBody>
        </p:sp>
      </p:grpSp>
      <p:sp>
        <p:nvSpPr>
          <p:cNvPr id="39" name="Line 19">
            <a:extLst>
              <a:ext uri="{FF2B5EF4-FFF2-40B4-BE49-F238E27FC236}">
                <a16:creationId xmlns:a16="http://schemas.microsoft.com/office/drawing/2014/main" id="{0D1E76A4-DE99-45CB-8542-19184D05BE67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6513555" y="1967412"/>
            <a:ext cx="685800" cy="251790"/>
          </a:xfrm>
          <a:prstGeom prst="line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/>
          <a:lstStyle/>
          <a:p>
            <a:pPr fontAlgn="base">
              <a:spcBef>
                <a:spcPct val="0"/>
              </a:spcBef>
              <a:spcAft>
                <a:spcPct val="0"/>
              </a:spcAft>
              <a:buClrTx/>
              <a:defRPr/>
            </a:pPr>
            <a:endParaRPr lang="en-SE" sz="1800">
              <a:solidFill>
                <a:srgbClr val="000000"/>
              </a:solidFill>
              <a:latin typeface="Arial" panose="020B0604020202020204" pitchFamily="34" charset="0"/>
            </a:endParaRPr>
          </a:p>
        </p:txBody>
      </p:sp>
      <p:sp>
        <p:nvSpPr>
          <p:cNvPr id="40" name="Line 20">
            <a:extLst>
              <a:ext uri="{FF2B5EF4-FFF2-40B4-BE49-F238E27FC236}">
                <a16:creationId xmlns:a16="http://schemas.microsoft.com/office/drawing/2014/main" id="{202D2CB3-8007-4DFA-B7D0-378D2230A9E7}"/>
              </a:ext>
            </a:extLst>
          </p:cNvPr>
          <p:cNvSpPr>
            <a:spLocks noChangeShapeType="1"/>
          </p:cNvSpPr>
          <p:nvPr/>
        </p:nvSpPr>
        <p:spPr bwMode="auto">
          <a:xfrm>
            <a:off x="6452507" y="2498449"/>
            <a:ext cx="685800" cy="457200"/>
          </a:xfrm>
          <a:prstGeom prst="line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/>
          <a:lstStyle/>
          <a:p>
            <a:pPr fontAlgn="base">
              <a:spcBef>
                <a:spcPct val="0"/>
              </a:spcBef>
              <a:spcAft>
                <a:spcPct val="0"/>
              </a:spcAft>
              <a:buClrTx/>
              <a:defRPr/>
            </a:pPr>
            <a:endParaRPr lang="en-SE" sz="1800">
              <a:solidFill>
                <a:srgbClr val="000000"/>
              </a:solidFill>
              <a:latin typeface="Arial" panose="020B0604020202020204" pitchFamily="34" charset="0"/>
            </a:endParaRPr>
          </a:p>
        </p:txBody>
      </p:sp>
      <p:sp>
        <p:nvSpPr>
          <p:cNvPr id="41" name="Line 23">
            <a:extLst>
              <a:ext uri="{FF2B5EF4-FFF2-40B4-BE49-F238E27FC236}">
                <a16:creationId xmlns:a16="http://schemas.microsoft.com/office/drawing/2014/main" id="{B2B7ED10-8416-4DE6-9D56-C518A9EA5128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7427955" y="2117328"/>
            <a:ext cx="0" cy="685800"/>
          </a:xfrm>
          <a:prstGeom prst="line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/>
          <a:lstStyle/>
          <a:p>
            <a:pPr fontAlgn="base">
              <a:spcBef>
                <a:spcPct val="0"/>
              </a:spcBef>
              <a:spcAft>
                <a:spcPct val="0"/>
              </a:spcAft>
              <a:buClrTx/>
              <a:defRPr/>
            </a:pPr>
            <a:endParaRPr lang="en-SE" sz="1800">
              <a:solidFill>
                <a:srgbClr val="000000"/>
              </a:solidFill>
              <a:latin typeface="Arial" panose="020B0604020202020204" pitchFamily="34" charset="0"/>
            </a:endParaRPr>
          </a:p>
        </p:txBody>
      </p:sp>
      <p:sp>
        <p:nvSpPr>
          <p:cNvPr id="42" name="Text Box 26">
            <a:extLst>
              <a:ext uri="{FF2B5EF4-FFF2-40B4-BE49-F238E27FC236}">
                <a16:creationId xmlns:a16="http://schemas.microsoft.com/office/drawing/2014/main" id="{3DA08BCE-3B33-479C-AB7E-968B8EB3D44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437356" y="2588817"/>
            <a:ext cx="533400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fontAlgn="base">
              <a:spcBef>
                <a:spcPct val="50000"/>
              </a:spcBef>
              <a:spcAft>
                <a:spcPct val="0"/>
              </a:spcAft>
            </a:pPr>
            <a:r>
              <a:rPr lang="en-US" altLang="en-SE" dirty="0">
                <a:latin typeface="Arial" panose="020B0604020202020204" pitchFamily="34" charset="0"/>
              </a:rPr>
              <a:t>4</a:t>
            </a:r>
          </a:p>
        </p:txBody>
      </p:sp>
      <p:sp>
        <p:nvSpPr>
          <p:cNvPr id="43" name="Text Box 27">
            <a:extLst>
              <a:ext uri="{FF2B5EF4-FFF2-40B4-BE49-F238E27FC236}">
                <a16:creationId xmlns:a16="http://schemas.microsoft.com/office/drawing/2014/main" id="{20A8D519-A553-44A9-9D5D-C35BB2DE381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161255" y="2238253"/>
            <a:ext cx="533400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fontAlgn="base">
              <a:spcBef>
                <a:spcPct val="50000"/>
              </a:spcBef>
              <a:spcAft>
                <a:spcPct val="0"/>
              </a:spcAft>
            </a:pPr>
            <a:r>
              <a:rPr lang="en-US" altLang="en-SE" dirty="0">
                <a:latin typeface="Arial" panose="020B0604020202020204" pitchFamily="34" charset="0"/>
              </a:rPr>
              <a:t>3</a:t>
            </a:r>
          </a:p>
        </p:txBody>
      </p:sp>
      <p:sp>
        <p:nvSpPr>
          <p:cNvPr id="44" name="Text Box 28">
            <a:extLst>
              <a:ext uri="{FF2B5EF4-FFF2-40B4-BE49-F238E27FC236}">
                <a16:creationId xmlns:a16="http://schemas.microsoft.com/office/drawing/2014/main" id="{D13AEC08-AAFB-42C0-AAC8-64387056EA4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634890" y="1795425"/>
            <a:ext cx="533400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fontAlgn="base">
              <a:spcBef>
                <a:spcPct val="50000"/>
              </a:spcBef>
              <a:spcAft>
                <a:spcPct val="0"/>
              </a:spcAft>
            </a:pPr>
            <a:r>
              <a:rPr lang="en-US" altLang="en-SE" dirty="0">
                <a:latin typeface="Arial" panose="020B0604020202020204" pitchFamily="34" charset="0"/>
              </a:rPr>
              <a:t>2</a:t>
            </a:r>
          </a:p>
        </p:txBody>
      </p:sp>
      <p:grpSp>
        <p:nvGrpSpPr>
          <p:cNvPr id="69" name="Group 4">
            <a:extLst>
              <a:ext uri="{FF2B5EF4-FFF2-40B4-BE49-F238E27FC236}">
                <a16:creationId xmlns:a16="http://schemas.microsoft.com/office/drawing/2014/main" id="{032D331E-844B-40AE-9C3B-18BED307DECC}"/>
              </a:ext>
            </a:extLst>
          </p:cNvPr>
          <p:cNvGrpSpPr>
            <a:grpSpLocks/>
          </p:cNvGrpSpPr>
          <p:nvPr/>
        </p:nvGrpSpPr>
        <p:grpSpPr bwMode="auto">
          <a:xfrm>
            <a:off x="220912" y="2069626"/>
            <a:ext cx="533400" cy="533400"/>
            <a:chOff x="1824" y="2736"/>
            <a:chExt cx="336" cy="336"/>
          </a:xfrm>
        </p:grpSpPr>
        <p:sp>
          <p:nvSpPr>
            <p:cNvPr id="70" name="Oval 5">
              <a:extLst>
                <a:ext uri="{FF2B5EF4-FFF2-40B4-BE49-F238E27FC236}">
                  <a16:creationId xmlns:a16="http://schemas.microsoft.com/office/drawing/2014/main" id="{4012C6F4-03A0-4F73-8BF7-0256BCEF894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824" y="2736"/>
              <a:ext cx="336" cy="336"/>
            </a:xfrm>
            <a:prstGeom prst="ellipse">
              <a:avLst/>
            </a:prstGeom>
            <a:solidFill>
              <a:srgbClr val="669999"/>
            </a:solidFill>
            <a:ln w="9525">
              <a:solidFill>
                <a:srgbClr val="000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  <a:buClrTx/>
                <a:defRPr/>
              </a:pPr>
              <a:endParaRPr lang="en-SE" sz="1800">
                <a:latin typeface="Arial" panose="020B0604020202020204" pitchFamily="34" charset="0"/>
              </a:endParaRPr>
            </a:p>
          </p:txBody>
        </p:sp>
        <p:sp>
          <p:nvSpPr>
            <p:cNvPr id="71" name="Text Box 6">
              <a:extLst>
                <a:ext uri="{FF2B5EF4-FFF2-40B4-BE49-F238E27FC236}">
                  <a16:creationId xmlns:a16="http://schemas.microsoft.com/office/drawing/2014/main" id="{84E5EED4-0DA2-4A0F-8C51-9E9CBE79C92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872" y="2772"/>
              <a:ext cx="288" cy="288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/>
            <a:p>
              <a:pPr fontAlgn="base">
                <a:spcBef>
                  <a:spcPct val="50000"/>
                </a:spcBef>
                <a:spcAft>
                  <a:spcPct val="0"/>
                </a:spcAft>
                <a:buClrTx/>
                <a:defRPr/>
              </a:pPr>
              <a:r>
                <a:rPr lang="en-US" altLang="en-SE" sz="2400" dirty="0">
                  <a:latin typeface="Arial" panose="020B0604020202020204" pitchFamily="34" charset="0"/>
                </a:rPr>
                <a:t>S</a:t>
              </a:r>
            </a:p>
          </p:txBody>
        </p:sp>
      </p:grpSp>
      <p:grpSp>
        <p:nvGrpSpPr>
          <p:cNvPr id="72" name="Group 7">
            <a:extLst>
              <a:ext uri="{FF2B5EF4-FFF2-40B4-BE49-F238E27FC236}">
                <a16:creationId xmlns:a16="http://schemas.microsoft.com/office/drawing/2014/main" id="{18DD0B5F-59CD-4846-9FD7-28534C2EE1F5}"/>
              </a:ext>
            </a:extLst>
          </p:cNvPr>
          <p:cNvGrpSpPr>
            <a:grpSpLocks/>
          </p:cNvGrpSpPr>
          <p:nvPr/>
        </p:nvGrpSpPr>
        <p:grpSpPr bwMode="auto">
          <a:xfrm>
            <a:off x="1377980" y="1633533"/>
            <a:ext cx="533400" cy="533400"/>
            <a:chOff x="1824" y="2736"/>
            <a:chExt cx="336" cy="336"/>
          </a:xfrm>
        </p:grpSpPr>
        <p:sp>
          <p:nvSpPr>
            <p:cNvPr id="73" name="Oval 8">
              <a:extLst>
                <a:ext uri="{FF2B5EF4-FFF2-40B4-BE49-F238E27FC236}">
                  <a16:creationId xmlns:a16="http://schemas.microsoft.com/office/drawing/2014/main" id="{CC277830-2CED-438B-9A9B-219716723F0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824" y="2736"/>
              <a:ext cx="336" cy="336"/>
            </a:xfrm>
            <a:prstGeom prst="ellipse">
              <a:avLst/>
            </a:prstGeom>
            <a:solidFill>
              <a:srgbClr val="669999"/>
            </a:solidFill>
            <a:ln w="9525">
              <a:solidFill>
                <a:srgbClr val="000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  <a:buClrTx/>
                <a:defRPr/>
              </a:pPr>
              <a:endParaRPr lang="en-SE" sz="1800">
                <a:latin typeface="Arial" panose="020B0604020202020204" pitchFamily="34" charset="0"/>
              </a:endParaRPr>
            </a:p>
          </p:txBody>
        </p:sp>
        <p:sp>
          <p:nvSpPr>
            <p:cNvPr id="74" name="Text Box 9">
              <a:extLst>
                <a:ext uri="{FF2B5EF4-FFF2-40B4-BE49-F238E27FC236}">
                  <a16:creationId xmlns:a16="http://schemas.microsoft.com/office/drawing/2014/main" id="{7DE1C50B-27C8-4BB8-9C9A-E696100CDA74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872" y="2763"/>
              <a:ext cx="288" cy="29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/>
            <a:p>
              <a:pPr fontAlgn="base">
                <a:spcBef>
                  <a:spcPct val="50000"/>
                </a:spcBef>
                <a:spcAft>
                  <a:spcPct val="0"/>
                </a:spcAft>
                <a:buClrTx/>
                <a:defRPr/>
              </a:pPr>
              <a:r>
                <a:rPr lang="en-US" altLang="en-SE" sz="2400" dirty="0">
                  <a:latin typeface="Arial" panose="020B0604020202020204" pitchFamily="34" charset="0"/>
                </a:rPr>
                <a:t>A</a:t>
              </a:r>
            </a:p>
          </p:txBody>
        </p:sp>
      </p:grpSp>
      <p:grpSp>
        <p:nvGrpSpPr>
          <p:cNvPr id="75" name="Group 10">
            <a:extLst>
              <a:ext uri="{FF2B5EF4-FFF2-40B4-BE49-F238E27FC236}">
                <a16:creationId xmlns:a16="http://schemas.microsoft.com/office/drawing/2014/main" id="{3F0923AF-EF7F-4832-9F38-E9B2E69A2759}"/>
              </a:ext>
            </a:extLst>
          </p:cNvPr>
          <p:cNvGrpSpPr>
            <a:grpSpLocks/>
          </p:cNvGrpSpPr>
          <p:nvPr/>
        </p:nvGrpSpPr>
        <p:grpSpPr bwMode="auto">
          <a:xfrm>
            <a:off x="1363912" y="2831626"/>
            <a:ext cx="533400" cy="533400"/>
            <a:chOff x="1824" y="2736"/>
            <a:chExt cx="336" cy="336"/>
          </a:xfrm>
        </p:grpSpPr>
        <p:sp>
          <p:nvSpPr>
            <p:cNvPr id="76" name="Oval 11">
              <a:extLst>
                <a:ext uri="{FF2B5EF4-FFF2-40B4-BE49-F238E27FC236}">
                  <a16:creationId xmlns:a16="http://schemas.microsoft.com/office/drawing/2014/main" id="{D355A455-6483-42BB-9D43-A8F1B864EDE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824" y="2736"/>
              <a:ext cx="336" cy="336"/>
            </a:xfrm>
            <a:prstGeom prst="ellipse">
              <a:avLst/>
            </a:prstGeom>
            <a:solidFill>
              <a:srgbClr val="669999"/>
            </a:solidFill>
            <a:ln w="9525">
              <a:solidFill>
                <a:srgbClr val="000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  <a:buClrTx/>
                <a:defRPr/>
              </a:pPr>
              <a:endParaRPr lang="en-SE" sz="1800">
                <a:latin typeface="Arial" panose="020B0604020202020204" pitchFamily="34" charset="0"/>
              </a:endParaRPr>
            </a:p>
          </p:txBody>
        </p:sp>
        <p:sp>
          <p:nvSpPr>
            <p:cNvPr id="77" name="Text Box 12">
              <a:extLst>
                <a:ext uri="{FF2B5EF4-FFF2-40B4-BE49-F238E27FC236}">
                  <a16:creationId xmlns:a16="http://schemas.microsoft.com/office/drawing/2014/main" id="{A1FED9DF-1433-4E4F-A9C4-0A38BA99D163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872" y="2772"/>
              <a:ext cx="288" cy="288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/>
            <a:p>
              <a:pPr fontAlgn="base">
                <a:spcBef>
                  <a:spcPct val="50000"/>
                </a:spcBef>
                <a:spcAft>
                  <a:spcPct val="0"/>
                </a:spcAft>
                <a:buClrTx/>
                <a:defRPr/>
              </a:pPr>
              <a:r>
                <a:rPr lang="en-US" altLang="en-SE" sz="2400" dirty="0">
                  <a:latin typeface="Arial" panose="020B0604020202020204" pitchFamily="34" charset="0"/>
                </a:rPr>
                <a:t>B</a:t>
              </a:r>
            </a:p>
          </p:txBody>
        </p:sp>
      </p:grpSp>
      <p:sp>
        <p:nvSpPr>
          <p:cNvPr id="78" name="Line 19">
            <a:extLst>
              <a:ext uri="{FF2B5EF4-FFF2-40B4-BE49-F238E27FC236}">
                <a16:creationId xmlns:a16="http://schemas.microsoft.com/office/drawing/2014/main" id="{1E87E8E6-E95E-40D1-8007-987E01143870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716212" y="2000881"/>
            <a:ext cx="685800" cy="251790"/>
          </a:xfrm>
          <a:prstGeom prst="line">
            <a:avLst/>
          </a:prstGeom>
          <a:ln>
            <a:headEnd/>
            <a:tailEnd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/>
          <a:lstStyle/>
          <a:p>
            <a:pPr fontAlgn="base">
              <a:spcBef>
                <a:spcPct val="0"/>
              </a:spcBef>
              <a:spcAft>
                <a:spcPct val="0"/>
              </a:spcAft>
              <a:buClrTx/>
              <a:defRPr/>
            </a:pPr>
            <a:endParaRPr lang="en-SE" sz="1800" dirty="0">
              <a:solidFill>
                <a:srgbClr val="000000"/>
              </a:solidFill>
              <a:latin typeface="Arial" panose="020B0604020202020204" pitchFamily="34" charset="0"/>
            </a:endParaRPr>
          </a:p>
        </p:txBody>
      </p:sp>
      <p:sp>
        <p:nvSpPr>
          <p:cNvPr id="79" name="Line 20">
            <a:extLst>
              <a:ext uri="{FF2B5EF4-FFF2-40B4-BE49-F238E27FC236}">
                <a16:creationId xmlns:a16="http://schemas.microsoft.com/office/drawing/2014/main" id="{FF5D87FA-007B-49A6-AB11-94C7BA1B93BC}"/>
              </a:ext>
            </a:extLst>
          </p:cNvPr>
          <p:cNvSpPr>
            <a:spLocks noChangeShapeType="1"/>
          </p:cNvSpPr>
          <p:nvPr/>
        </p:nvSpPr>
        <p:spPr bwMode="auto">
          <a:xfrm>
            <a:off x="716212" y="2494078"/>
            <a:ext cx="642556" cy="540532"/>
          </a:xfrm>
          <a:prstGeom prst="line">
            <a:avLst/>
          </a:prstGeom>
          <a:ln>
            <a:headEnd/>
            <a:tailEnd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/>
          <a:lstStyle/>
          <a:p>
            <a:pPr fontAlgn="base">
              <a:spcBef>
                <a:spcPct val="0"/>
              </a:spcBef>
              <a:spcAft>
                <a:spcPct val="0"/>
              </a:spcAft>
              <a:buClrTx/>
              <a:defRPr/>
            </a:pPr>
            <a:endParaRPr lang="en-SE" sz="1800">
              <a:solidFill>
                <a:srgbClr val="000000"/>
              </a:solidFill>
              <a:latin typeface="Arial" panose="020B0604020202020204" pitchFamily="34" charset="0"/>
            </a:endParaRPr>
          </a:p>
        </p:txBody>
      </p:sp>
      <p:sp>
        <p:nvSpPr>
          <p:cNvPr id="80" name="Line 23">
            <a:extLst>
              <a:ext uri="{FF2B5EF4-FFF2-40B4-BE49-F238E27FC236}">
                <a16:creationId xmlns:a16="http://schemas.microsoft.com/office/drawing/2014/main" id="{31CB08B6-12F0-4E0B-A84F-D927AFC9056D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1668712" y="2145826"/>
            <a:ext cx="0" cy="685800"/>
          </a:xfrm>
          <a:prstGeom prst="line">
            <a:avLst/>
          </a:prstGeom>
          <a:ln>
            <a:headEnd/>
            <a:tailEnd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/>
          <a:lstStyle/>
          <a:p>
            <a:pPr fontAlgn="base">
              <a:spcBef>
                <a:spcPct val="0"/>
              </a:spcBef>
              <a:spcAft>
                <a:spcPct val="0"/>
              </a:spcAft>
              <a:buClrTx/>
              <a:defRPr/>
            </a:pPr>
            <a:endParaRPr lang="en-SE" sz="1800">
              <a:solidFill>
                <a:srgbClr val="000000"/>
              </a:solidFill>
              <a:latin typeface="Arial" panose="020B0604020202020204" pitchFamily="34" charset="0"/>
            </a:endParaRPr>
          </a:p>
        </p:txBody>
      </p:sp>
      <p:sp>
        <p:nvSpPr>
          <p:cNvPr id="81" name="Text Box 26">
            <a:extLst>
              <a:ext uri="{FF2B5EF4-FFF2-40B4-BE49-F238E27FC236}">
                <a16:creationId xmlns:a16="http://schemas.microsoft.com/office/drawing/2014/main" id="{BFF5923F-B75C-4118-ACC9-1774D7ED450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78113" y="2617315"/>
            <a:ext cx="533400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fontAlgn="base">
              <a:spcBef>
                <a:spcPct val="50000"/>
              </a:spcBef>
              <a:spcAft>
                <a:spcPct val="0"/>
              </a:spcAft>
            </a:pPr>
            <a:r>
              <a:rPr lang="en-US" altLang="en-SE" dirty="0">
                <a:latin typeface="Arial" panose="020B0604020202020204" pitchFamily="34" charset="0"/>
              </a:rPr>
              <a:t>4</a:t>
            </a:r>
          </a:p>
        </p:txBody>
      </p:sp>
      <p:sp>
        <p:nvSpPr>
          <p:cNvPr id="82" name="Text Box 27">
            <a:extLst>
              <a:ext uri="{FF2B5EF4-FFF2-40B4-BE49-F238E27FC236}">
                <a16:creationId xmlns:a16="http://schemas.microsoft.com/office/drawing/2014/main" id="{61C5D7E5-AA0A-48AA-BD9E-2873433DC50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402012" y="2266751"/>
            <a:ext cx="533400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fontAlgn="base">
              <a:spcBef>
                <a:spcPct val="50000"/>
              </a:spcBef>
              <a:spcAft>
                <a:spcPct val="0"/>
              </a:spcAft>
            </a:pPr>
            <a:r>
              <a:rPr lang="en-US" altLang="en-SE" dirty="0">
                <a:latin typeface="Arial" panose="020B0604020202020204" pitchFamily="34" charset="0"/>
              </a:rPr>
              <a:t>1</a:t>
            </a:r>
          </a:p>
        </p:txBody>
      </p:sp>
      <p:sp>
        <p:nvSpPr>
          <p:cNvPr id="83" name="Text Box 28">
            <a:extLst>
              <a:ext uri="{FF2B5EF4-FFF2-40B4-BE49-F238E27FC236}">
                <a16:creationId xmlns:a16="http://schemas.microsoft.com/office/drawing/2014/main" id="{50444C7E-0593-409C-9916-9FEA3A35613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23625" y="1823924"/>
            <a:ext cx="437444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pPr fontAlgn="base">
              <a:spcBef>
                <a:spcPct val="50000"/>
              </a:spcBef>
              <a:spcAft>
                <a:spcPct val="0"/>
              </a:spcAft>
            </a:pPr>
            <a:r>
              <a:rPr lang="en-US" altLang="en-SE" dirty="0">
                <a:latin typeface="Arial" panose="020B0604020202020204" pitchFamily="34" charset="0"/>
              </a:rPr>
              <a:t>2</a:t>
            </a:r>
          </a:p>
        </p:txBody>
      </p:sp>
      <p:cxnSp>
        <p:nvCxnSpPr>
          <p:cNvPr id="85" name="Straight Connector 84">
            <a:extLst>
              <a:ext uri="{FF2B5EF4-FFF2-40B4-BE49-F238E27FC236}">
                <a16:creationId xmlns:a16="http://schemas.microsoft.com/office/drawing/2014/main" id="{B7E775F8-1388-4FDD-9F0C-220C52AD092E}"/>
              </a:ext>
            </a:extLst>
          </p:cNvPr>
          <p:cNvCxnSpPr>
            <a:cxnSpLocks/>
          </p:cNvCxnSpPr>
          <p:nvPr/>
        </p:nvCxnSpPr>
        <p:spPr>
          <a:xfrm flipV="1">
            <a:off x="144712" y="3671939"/>
            <a:ext cx="11730913" cy="6631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4" name="Google Shape;519;p34">
            <a:extLst>
              <a:ext uri="{FF2B5EF4-FFF2-40B4-BE49-F238E27FC236}">
                <a16:creationId xmlns:a16="http://schemas.microsoft.com/office/drawing/2014/main" id="{F4AFD3C9-450B-0468-B874-9BBF22051E9A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238092860"/>
              </p:ext>
            </p:extLst>
          </p:nvPr>
        </p:nvGraphicFramePr>
        <p:xfrm>
          <a:off x="2398268" y="1816625"/>
          <a:ext cx="3092700" cy="1508710"/>
        </p:xfrm>
        <a:graphic>
          <a:graphicData uri="http://schemas.openxmlformats.org/drawingml/2006/table">
            <a:tbl>
              <a:tblPr firstRow="1" bandRow="1">
                <a:noFill/>
              </a:tblPr>
              <a:tblGrid>
                <a:gridCol w="10309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309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309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70539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Font typeface="Arial"/>
                        <a:buNone/>
                      </a:pPr>
                      <a:r>
                        <a:rPr lang="en-US" sz="1900" dirty="0">
                          <a:solidFill>
                            <a:schemeClr val="lt1"/>
                          </a:solidFill>
                          <a:latin typeface="Quattrocento Sans"/>
                          <a:ea typeface="Quattrocento Sans"/>
                          <a:cs typeface="Quattrocento Sans"/>
                          <a:sym typeface="Quattrocento Sans"/>
                        </a:rPr>
                        <a:t>Node</a:t>
                      </a:r>
                      <a:endParaRPr dirty="0">
                        <a:solidFill>
                          <a:schemeClr val="lt1"/>
                        </a:solidFill>
                        <a:latin typeface="Quattrocento Sans"/>
                        <a:ea typeface="Quattrocento Sans"/>
                        <a:cs typeface="Quattrocento Sans"/>
                        <a:sym typeface="Quattrocento Sans"/>
                      </a:endParaRPr>
                    </a:p>
                  </a:txBody>
                  <a:tcPr marL="60950" marR="60950" marT="60950" marB="6095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A48DD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900" dirty="0">
                          <a:solidFill>
                            <a:schemeClr val="lt1"/>
                          </a:solidFill>
                          <a:latin typeface="Quattrocento Sans"/>
                          <a:ea typeface="Quattrocento Sans"/>
                          <a:cs typeface="Quattrocento Sans"/>
                          <a:sym typeface="Quattrocento Sans"/>
                        </a:rPr>
                        <a:t>SD</a:t>
                      </a:r>
                      <a:endParaRPr sz="1900" dirty="0">
                        <a:solidFill>
                          <a:schemeClr val="lt1"/>
                        </a:solidFill>
                        <a:latin typeface="Quattrocento Sans"/>
                        <a:ea typeface="Quattrocento Sans"/>
                        <a:cs typeface="Quattrocento Sans"/>
                        <a:sym typeface="Quattrocento Sans"/>
                      </a:endParaRPr>
                    </a:p>
                  </a:txBody>
                  <a:tcPr marL="60950" marR="60950" marT="60950" marB="60950" anchor="ctr">
                    <a:lnL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A48DD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900" dirty="0">
                          <a:solidFill>
                            <a:schemeClr val="lt1"/>
                          </a:solidFill>
                          <a:latin typeface="Quattrocento Sans"/>
                          <a:ea typeface="Quattrocento Sans"/>
                          <a:cs typeface="Quattrocento Sans"/>
                          <a:sym typeface="Quattrocento Sans"/>
                        </a:rPr>
                        <a:t>PN</a:t>
                      </a:r>
                      <a:endParaRPr sz="1900" dirty="0">
                        <a:solidFill>
                          <a:schemeClr val="lt1"/>
                        </a:solidFill>
                        <a:latin typeface="Quattrocento Sans"/>
                        <a:ea typeface="Quattrocento Sans"/>
                        <a:cs typeface="Quattrocento Sans"/>
                        <a:sym typeface="Quattrocento Sans"/>
                      </a:endParaRPr>
                    </a:p>
                  </a:txBody>
                  <a:tcPr marL="60950" marR="60950" marT="60950" marB="6095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A48DD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dirty="0">
                          <a:solidFill>
                            <a:srgbClr val="0C0C0C"/>
                          </a:solidFill>
                          <a:latin typeface="Quattrocento Sans"/>
                          <a:ea typeface="Quattrocento Sans"/>
                          <a:cs typeface="Quattrocento Sans"/>
                          <a:sym typeface="Quattrocento Sans"/>
                        </a:rPr>
                        <a:t>S</a:t>
                      </a:r>
                      <a:endParaRPr dirty="0">
                        <a:solidFill>
                          <a:srgbClr val="0C0C0C"/>
                        </a:solidFill>
                        <a:latin typeface="Quattrocento Sans"/>
                        <a:ea typeface="Quattrocento Sans"/>
                        <a:cs typeface="Quattrocento Sans"/>
                        <a:sym typeface="Quattrocento Sans"/>
                      </a:endParaRPr>
                    </a:p>
                  </a:txBody>
                  <a:tcPr marL="60950" marR="60950" marT="60950" marB="6095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</a:t>
                      </a:r>
                      <a:endParaRPr lang="en-SE" dirty="0"/>
                    </a:p>
                  </a:txBody>
                  <a:tcPr>
                    <a:lnL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/</a:t>
                      </a:r>
                      <a:endParaRPr lang="en-SE" dirty="0"/>
                    </a:p>
                  </a:txBody>
                  <a:tcPr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dirty="0">
                          <a:solidFill>
                            <a:srgbClr val="0C0C0C"/>
                          </a:solidFill>
                          <a:latin typeface="Quattrocento Sans"/>
                          <a:ea typeface="Quattrocento Sans"/>
                          <a:cs typeface="Quattrocento Sans"/>
                          <a:sym typeface="Quattrocento Sans"/>
                        </a:rPr>
                        <a:t>A</a:t>
                      </a:r>
                      <a:endParaRPr dirty="0">
                        <a:solidFill>
                          <a:srgbClr val="0C0C0C"/>
                        </a:solidFill>
                        <a:latin typeface="Quattrocento Sans"/>
                        <a:ea typeface="Quattrocento Sans"/>
                        <a:cs typeface="Quattrocento Sans"/>
                        <a:sym typeface="Quattrocento Sans"/>
                      </a:endParaRPr>
                    </a:p>
                  </a:txBody>
                  <a:tcPr marL="60950" marR="60950" marT="60950" marB="6095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SE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SE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dirty="0">
                          <a:solidFill>
                            <a:srgbClr val="0C0C0C"/>
                          </a:solidFill>
                          <a:latin typeface="Quattrocento Sans"/>
                          <a:ea typeface="Quattrocento Sans"/>
                          <a:cs typeface="Quattrocento Sans"/>
                          <a:sym typeface="Quattrocento Sans"/>
                        </a:rPr>
                        <a:t>B</a:t>
                      </a:r>
                      <a:endParaRPr dirty="0">
                        <a:solidFill>
                          <a:srgbClr val="0C0C0C"/>
                        </a:solidFill>
                        <a:latin typeface="Quattrocento Sans"/>
                        <a:ea typeface="Quattrocento Sans"/>
                        <a:cs typeface="Quattrocento Sans"/>
                        <a:sym typeface="Quattrocento Sans"/>
                      </a:endParaRPr>
                    </a:p>
                  </a:txBody>
                  <a:tcPr marL="60950" marR="60950" marT="60950" marB="6095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SE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SE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5" name="Title 1">
            <a:extLst>
              <a:ext uri="{FF2B5EF4-FFF2-40B4-BE49-F238E27FC236}">
                <a16:creationId xmlns:a16="http://schemas.microsoft.com/office/drawing/2014/main" id="{0BE4F2A8-67B1-BAF9-41CC-67389A2F5D1C}"/>
              </a:ext>
            </a:extLst>
          </p:cNvPr>
          <p:cNvSpPr txBox="1">
            <a:spLocks/>
          </p:cNvSpPr>
          <p:nvPr/>
        </p:nvSpPr>
        <p:spPr>
          <a:xfrm>
            <a:off x="2769421" y="1312942"/>
            <a:ext cx="2294014" cy="4619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3600" kern="1200">
                <a:solidFill>
                  <a:schemeClr val="accent1"/>
                </a:solidFill>
                <a:latin typeface="Helvetica"/>
                <a:ea typeface="+mj-ea"/>
                <a:cs typeface="Helvetica"/>
              </a:defRPr>
            </a:lvl1pPr>
          </a:lstStyle>
          <a:p>
            <a:pPr>
              <a:buClrTx/>
              <a:buFontTx/>
            </a:pPr>
            <a:r>
              <a:rPr lang="en-GB" sz="2400" dirty="0"/>
              <a:t>ANS</a:t>
            </a:r>
            <a:endParaRPr lang="en-SE" sz="2400" dirty="0"/>
          </a:p>
        </p:txBody>
      </p:sp>
      <p:graphicFrame>
        <p:nvGraphicFramePr>
          <p:cNvPr id="13" name="Google Shape;519;p34">
            <a:extLst>
              <a:ext uri="{FF2B5EF4-FFF2-40B4-BE49-F238E27FC236}">
                <a16:creationId xmlns:a16="http://schemas.microsoft.com/office/drawing/2014/main" id="{4BBCDC53-F2C1-8F04-807B-62D377DFC4E4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246782214"/>
              </p:ext>
            </p:extLst>
          </p:nvPr>
        </p:nvGraphicFramePr>
        <p:xfrm>
          <a:off x="8383088" y="1812620"/>
          <a:ext cx="3092700" cy="1508710"/>
        </p:xfrm>
        <a:graphic>
          <a:graphicData uri="http://schemas.openxmlformats.org/drawingml/2006/table">
            <a:tbl>
              <a:tblPr firstRow="1" bandRow="1">
                <a:noFill/>
              </a:tblPr>
              <a:tblGrid>
                <a:gridCol w="10309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309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309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70539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Font typeface="Arial"/>
                        <a:buNone/>
                      </a:pPr>
                      <a:r>
                        <a:rPr lang="en-US" sz="1900" dirty="0">
                          <a:solidFill>
                            <a:schemeClr val="lt1"/>
                          </a:solidFill>
                          <a:latin typeface="Quattrocento Sans"/>
                          <a:ea typeface="Quattrocento Sans"/>
                          <a:cs typeface="Quattrocento Sans"/>
                          <a:sym typeface="Quattrocento Sans"/>
                        </a:rPr>
                        <a:t>Node</a:t>
                      </a:r>
                      <a:endParaRPr dirty="0">
                        <a:solidFill>
                          <a:schemeClr val="lt1"/>
                        </a:solidFill>
                        <a:latin typeface="Quattrocento Sans"/>
                        <a:ea typeface="Quattrocento Sans"/>
                        <a:cs typeface="Quattrocento Sans"/>
                        <a:sym typeface="Quattrocento Sans"/>
                      </a:endParaRPr>
                    </a:p>
                  </a:txBody>
                  <a:tcPr marL="60950" marR="60950" marT="60950" marB="6095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A48DD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900" dirty="0">
                          <a:solidFill>
                            <a:schemeClr val="lt1"/>
                          </a:solidFill>
                          <a:latin typeface="Quattrocento Sans"/>
                          <a:ea typeface="Quattrocento Sans"/>
                          <a:cs typeface="Quattrocento Sans"/>
                          <a:sym typeface="Quattrocento Sans"/>
                        </a:rPr>
                        <a:t>SD</a:t>
                      </a:r>
                      <a:endParaRPr sz="1900" dirty="0">
                        <a:solidFill>
                          <a:schemeClr val="lt1"/>
                        </a:solidFill>
                        <a:latin typeface="Quattrocento Sans"/>
                        <a:ea typeface="Quattrocento Sans"/>
                        <a:cs typeface="Quattrocento Sans"/>
                        <a:sym typeface="Quattrocento Sans"/>
                      </a:endParaRPr>
                    </a:p>
                  </a:txBody>
                  <a:tcPr marL="60950" marR="60950" marT="60950" marB="60950" anchor="ctr">
                    <a:lnL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A48DD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900" dirty="0">
                          <a:solidFill>
                            <a:schemeClr val="lt1"/>
                          </a:solidFill>
                          <a:latin typeface="Quattrocento Sans"/>
                          <a:ea typeface="Quattrocento Sans"/>
                          <a:cs typeface="Quattrocento Sans"/>
                          <a:sym typeface="Quattrocento Sans"/>
                        </a:rPr>
                        <a:t>PN</a:t>
                      </a:r>
                      <a:endParaRPr sz="1900" dirty="0">
                        <a:solidFill>
                          <a:schemeClr val="lt1"/>
                        </a:solidFill>
                        <a:latin typeface="Quattrocento Sans"/>
                        <a:ea typeface="Quattrocento Sans"/>
                        <a:cs typeface="Quattrocento Sans"/>
                        <a:sym typeface="Quattrocento Sans"/>
                      </a:endParaRPr>
                    </a:p>
                  </a:txBody>
                  <a:tcPr marL="60950" marR="60950" marT="60950" marB="6095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A48DD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dirty="0">
                          <a:solidFill>
                            <a:srgbClr val="0C0C0C"/>
                          </a:solidFill>
                          <a:latin typeface="Quattrocento Sans"/>
                          <a:ea typeface="Quattrocento Sans"/>
                          <a:cs typeface="Quattrocento Sans"/>
                          <a:sym typeface="Quattrocento Sans"/>
                        </a:rPr>
                        <a:t>S</a:t>
                      </a:r>
                      <a:endParaRPr dirty="0">
                        <a:solidFill>
                          <a:srgbClr val="0C0C0C"/>
                        </a:solidFill>
                        <a:latin typeface="Quattrocento Sans"/>
                        <a:ea typeface="Quattrocento Sans"/>
                        <a:cs typeface="Quattrocento Sans"/>
                        <a:sym typeface="Quattrocento Sans"/>
                      </a:endParaRPr>
                    </a:p>
                  </a:txBody>
                  <a:tcPr marL="60950" marR="60950" marT="60950" marB="6095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</a:t>
                      </a:r>
                      <a:endParaRPr lang="en-SE" dirty="0"/>
                    </a:p>
                  </a:txBody>
                  <a:tcPr>
                    <a:lnL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/</a:t>
                      </a:r>
                      <a:endParaRPr lang="en-SE" dirty="0"/>
                    </a:p>
                  </a:txBody>
                  <a:tcPr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dirty="0">
                          <a:solidFill>
                            <a:srgbClr val="0C0C0C"/>
                          </a:solidFill>
                          <a:latin typeface="Quattrocento Sans"/>
                          <a:ea typeface="Quattrocento Sans"/>
                          <a:cs typeface="Quattrocento Sans"/>
                          <a:sym typeface="Quattrocento Sans"/>
                        </a:rPr>
                        <a:t>A</a:t>
                      </a:r>
                      <a:endParaRPr dirty="0">
                        <a:solidFill>
                          <a:srgbClr val="0C0C0C"/>
                        </a:solidFill>
                        <a:latin typeface="Quattrocento Sans"/>
                        <a:ea typeface="Quattrocento Sans"/>
                        <a:cs typeface="Quattrocento Sans"/>
                        <a:sym typeface="Quattrocento Sans"/>
                      </a:endParaRPr>
                    </a:p>
                  </a:txBody>
                  <a:tcPr marL="60950" marR="60950" marT="60950" marB="6095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SE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SE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dirty="0">
                          <a:solidFill>
                            <a:srgbClr val="0C0C0C"/>
                          </a:solidFill>
                          <a:latin typeface="Quattrocento Sans"/>
                          <a:ea typeface="Quattrocento Sans"/>
                          <a:cs typeface="Quattrocento Sans"/>
                          <a:sym typeface="Quattrocento Sans"/>
                        </a:rPr>
                        <a:t>B</a:t>
                      </a:r>
                      <a:endParaRPr dirty="0">
                        <a:solidFill>
                          <a:srgbClr val="0C0C0C"/>
                        </a:solidFill>
                        <a:latin typeface="Quattrocento Sans"/>
                        <a:ea typeface="Quattrocento Sans"/>
                        <a:cs typeface="Quattrocento Sans"/>
                        <a:sym typeface="Quattrocento Sans"/>
                      </a:endParaRPr>
                    </a:p>
                  </a:txBody>
                  <a:tcPr marL="60950" marR="60950" marT="60950" marB="6095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SE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SE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4" name="Title 1">
            <a:extLst>
              <a:ext uri="{FF2B5EF4-FFF2-40B4-BE49-F238E27FC236}">
                <a16:creationId xmlns:a16="http://schemas.microsoft.com/office/drawing/2014/main" id="{6CF96A41-F677-D1AF-3ED4-9BA3800BFD3D}"/>
              </a:ext>
            </a:extLst>
          </p:cNvPr>
          <p:cNvSpPr txBox="1">
            <a:spLocks/>
          </p:cNvSpPr>
          <p:nvPr/>
        </p:nvSpPr>
        <p:spPr>
          <a:xfrm>
            <a:off x="8754241" y="1308937"/>
            <a:ext cx="2294014" cy="4619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3600" kern="1200">
                <a:solidFill>
                  <a:schemeClr val="accent1"/>
                </a:solidFill>
                <a:latin typeface="Helvetica"/>
                <a:ea typeface="+mj-ea"/>
                <a:cs typeface="Helvetica"/>
              </a:defRPr>
            </a:lvl1pPr>
          </a:lstStyle>
          <a:p>
            <a:pPr>
              <a:buClrTx/>
              <a:buFontTx/>
            </a:pPr>
            <a:r>
              <a:rPr lang="en-GB" sz="2400" dirty="0"/>
              <a:t>ANS</a:t>
            </a:r>
            <a:endParaRPr lang="en-SE" sz="2400" dirty="0"/>
          </a:p>
        </p:txBody>
      </p:sp>
      <p:grpSp>
        <p:nvGrpSpPr>
          <p:cNvPr id="16" name="Group 4">
            <a:extLst>
              <a:ext uri="{FF2B5EF4-FFF2-40B4-BE49-F238E27FC236}">
                <a16:creationId xmlns:a16="http://schemas.microsoft.com/office/drawing/2014/main" id="{EC1A4BB1-8992-9EEA-35A3-DEEA827E5411}"/>
              </a:ext>
            </a:extLst>
          </p:cNvPr>
          <p:cNvGrpSpPr>
            <a:grpSpLocks/>
          </p:cNvGrpSpPr>
          <p:nvPr/>
        </p:nvGrpSpPr>
        <p:grpSpPr bwMode="auto">
          <a:xfrm>
            <a:off x="220912" y="4780453"/>
            <a:ext cx="533400" cy="533400"/>
            <a:chOff x="1824" y="2736"/>
            <a:chExt cx="336" cy="336"/>
          </a:xfrm>
        </p:grpSpPr>
        <p:sp>
          <p:nvSpPr>
            <p:cNvPr id="17" name="Oval 5">
              <a:extLst>
                <a:ext uri="{FF2B5EF4-FFF2-40B4-BE49-F238E27FC236}">
                  <a16:creationId xmlns:a16="http://schemas.microsoft.com/office/drawing/2014/main" id="{59BACFB9-E6FC-1428-939A-4801ABF79E3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824" y="2736"/>
              <a:ext cx="336" cy="336"/>
            </a:xfrm>
            <a:prstGeom prst="ellipse">
              <a:avLst/>
            </a:prstGeom>
            <a:solidFill>
              <a:srgbClr val="669999"/>
            </a:solidFill>
            <a:ln w="9525">
              <a:solidFill>
                <a:srgbClr val="000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  <a:buClrTx/>
                <a:defRPr/>
              </a:pPr>
              <a:endParaRPr lang="en-SE" sz="1800">
                <a:latin typeface="Arial" panose="020B0604020202020204" pitchFamily="34" charset="0"/>
              </a:endParaRPr>
            </a:p>
          </p:txBody>
        </p:sp>
        <p:sp>
          <p:nvSpPr>
            <p:cNvPr id="18" name="Text Box 6">
              <a:extLst>
                <a:ext uri="{FF2B5EF4-FFF2-40B4-BE49-F238E27FC236}">
                  <a16:creationId xmlns:a16="http://schemas.microsoft.com/office/drawing/2014/main" id="{99BD19F2-4B1E-31FE-68BC-3270F89685A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872" y="2772"/>
              <a:ext cx="288" cy="288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/>
            <a:p>
              <a:pPr fontAlgn="base">
                <a:spcBef>
                  <a:spcPct val="50000"/>
                </a:spcBef>
                <a:spcAft>
                  <a:spcPct val="0"/>
                </a:spcAft>
                <a:buClrTx/>
                <a:defRPr/>
              </a:pPr>
              <a:r>
                <a:rPr lang="en-US" altLang="en-SE" sz="2400" dirty="0">
                  <a:latin typeface="Arial" panose="020B0604020202020204" pitchFamily="34" charset="0"/>
                </a:rPr>
                <a:t>S</a:t>
              </a:r>
            </a:p>
          </p:txBody>
        </p:sp>
      </p:grpSp>
      <p:grpSp>
        <p:nvGrpSpPr>
          <p:cNvPr id="22" name="Group 7">
            <a:extLst>
              <a:ext uri="{FF2B5EF4-FFF2-40B4-BE49-F238E27FC236}">
                <a16:creationId xmlns:a16="http://schemas.microsoft.com/office/drawing/2014/main" id="{387BF706-BB40-E78E-B565-FE13FA4F2983}"/>
              </a:ext>
            </a:extLst>
          </p:cNvPr>
          <p:cNvGrpSpPr>
            <a:grpSpLocks/>
          </p:cNvGrpSpPr>
          <p:nvPr/>
        </p:nvGrpSpPr>
        <p:grpSpPr bwMode="auto">
          <a:xfrm>
            <a:off x="1377980" y="4344360"/>
            <a:ext cx="533400" cy="533400"/>
            <a:chOff x="1824" y="2736"/>
            <a:chExt cx="336" cy="336"/>
          </a:xfrm>
        </p:grpSpPr>
        <p:sp>
          <p:nvSpPr>
            <p:cNvPr id="54" name="Oval 8">
              <a:extLst>
                <a:ext uri="{FF2B5EF4-FFF2-40B4-BE49-F238E27FC236}">
                  <a16:creationId xmlns:a16="http://schemas.microsoft.com/office/drawing/2014/main" id="{946CC2F6-1730-D831-9480-0764C6B33B7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824" y="2736"/>
              <a:ext cx="336" cy="336"/>
            </a:xfrm>
            <a:prstGeom prst="ellipse">
              <a:avLst/>
            </a:prstGeom>
            <a:solidFill>
              <a:srgbClr val="669999"/>
            </a:solidFill>
            <a:ln w="9525">
              <a:solidFill>
                <a:srgbClr val="000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  <a:buClrTx/>
                <a:defRPr/>
              </a:pPr>
              <a:endParaRPr lang="en-SE" sz="1800">
                <a:latin typeface="Arial" panose="020B0604020202020204" pitchFamily="34" charset="0"/>
              </a:endParaRPr>
            </a:p>
          </p:txBody>
        </p:sp>
        <p:sp>
          <p:nvSpPr>
            <p:cNvPr id="55" name="Text Box 9">
              <a:extLst>
                <a:ext uri="{FF2B5EF4-FFF2-40B4-BE49-F238E27FC236}">
                  <a16:creationId xmlns:a16="http://schemas.microsoft.com/office/drawing/2014/main" id="{97878FF5-C936-C34D-5C5F-A7A19BC8ECB9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872" y="2763"/>
              <a:ext cx="288" cy="29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/>
            <a:p>
              <a:pPr fontAlgn="base">
                <a:spcBef>
                  <a:spcPct val="50000"/>
                </a:spcBef>
                <a:spcAft>
                  <a:spcPct val="0"/>
                </a:spcAft>
                <a:buClrTx/>
                <a:defRPr/>
              </a:pPr>
              <a:r>
                <a:rPr lang="en-US" altLang="en-SE" sz="2400" dirty="0">
                  <a:latin typeface="Arial" panose="020B0604020202020204" pitchFamily="34" charset="0"/>
                </a:rPr>
                <a:t>A</a:t>
              </a:r>
            </a:p>
          </p:txBody>
        </p:sp>
      </p:grpSp>
      <p:grpSp>
        <p:nvGrpSpPr>
          <p:cNvPr id="56" name="Group 10">
            <a:extLst>
              <a:ext uri="{FF2B5EF4-FFF2-40B4-BE49-F238E27FC236}">
                <a16:creationId xmlns:a16="http://schemas.microsoft.com/office/drawing/2014/main" id="{7D6CA18D-0561-F880-27EB-6E43BFA8CE33}"/>
              </a:ext>
            </a:extLst>
          </p:cNvPr>
          <p:cNvGrpSpPr>
            <a:grpSpLocks/>
          </p:cNvGrpSpPr>
          <p:nvPr/>
        </p:nvGrpSpPr>
        <p:grpSpPr bwMode="auto">
          <a:xfrm>
            <a:off x="1363912" y="5542453"/>
            <a:ext cx="533400" cy="533400"/>
            <a:chOff x="1824" y="2736"/>
            <a:chExt cx="336" cy="336"/>
          </a:xfrm>
        </p:grpSpPr>
        <p:sp>
          <p:nvSpPr>
            <p:cNvPr id="57" name="Oval 11">
              <a:extLst>
                <a:ext uri="{FF2B5EF4-FFF2-40B4-BE49-F238E27FC236}">
                  <a16:creationId xmlns:a16="http://schemas.microsoft.com/office/drawing/2014/main" id="{7A874711-654A-E805-3D48-94C7A6C14AE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824" y="2736"/>
              <a:ext cx="336" cy="336"/>
            </a:xfrm>
            <a:prstGeom prst="ellipse">
              <a:avLst/>
            </a:prstGeom>
            <a:solidFill>
              <a:srgbClr val="669999"/>
            </a:solidFill>
            <a:ln w="9525">
              <a:solidFill>
                <a:srgbClr val="000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  <a:buClrTx/>
                <a:defRPr/>
              </a:pPr>
              <a:endParaRPr lang="en-SE" sz="1800">
                <a:latin typeface="Arial" panose="020B0604020202020204" pitchFamily="34" charset="0"/>
              </a:endParaRPr>
            </a:p>
          </p:txBody>
        </p:sp>
        <p:sp>
          <p:nvSpPr>
            <p:cNvPr id="58" name="Text Box 12">
              <a:extLst>
                <a:ext uri="{FF2B5EF4-FFF2-40B4-BE49-F238E27FC236}">
                  <a16:creationId xmlns:a16="http://schemas.microsoft.com/office/drawing/2014/main" id="{69A2C321-B5CE-FECB-0F92-DD1674884B9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872" y="2772"/>
              <a:ext cx="288" cy="288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/>
            <a:p>
              <a:pPr fontAlgn="base">
                <a:spcBef>
                  <a:spcPct val="50000"/>
                </a:spcBef>
                <a:spcAft>
                  <a:spcPct val="0"/>
                </a:spcAft>
                <a:buClrTx/>
                <a:defRPr/>
              </a:pPr>
              <a:r>
                <a:rPr lang="en-US" altLang="en-SE" sz="2400" dirty="0">
                  <a:latin typeface="Arial" panose="020B0604020202020204" pitchFamily="34" charset="0"/>
                </a:rPr>
                <a:t>B</a:t>
              </a:r>
            </a:p>
          </p:txBody>
        </p:sp>
      </p:grpSp>
      <p:sp>
        <p:nvSpPr>
          <p:cNvPr id="59" name="Line 19">
            <a:extLst>
              <a:ext uri="{FF2B5EF4-FFF2-40B4-BE49-F238E27FC236}">
                <a16:creationId xmlns:a16="http://schemas.microsoft.com/office/drawing/2014/main" id="{6E312421-D21E-B64F-FDF1-EF441C876314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754313" y="4698451"/>
            <a:ext cx="647697" cy="260076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/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endParaRPr lang="en-SE">
              <a:solidFill>
                <a:srgbClr val="000000"/>
              </a:solidFill>
              <a:latin typeface="Arial" panose="020B0604020202020204" pitchFamily="34" charset="0"/>
            </a:endParaRPr>
          </a:p>
        </p:txBody>
      </p:sp>
      <p:sp>
        <p:nvSpPr>
          <p:cNvPr id="60" name="Line 20">
            <a:extLst>
              <a:ext uri="{FF2B5EF4-FFF2-40B4-BE49-F238E27FC236}">
                <a16:creationId xmlns:a16="http://schemas.microsoft.com/office/drawing/2014/main" id="{C4350B7D-9921-545C-DDF2-3149B783CE59}"/>
              </a:ext>
            </a:extLst>
          </p:cNvPr>
          <p:cNvSpPr>
            <a:spLocks noChangeShapeType="1"/>
          </p:cNvSpPr>
          <p:nvPr/>
        </p:nvSpPr>
        <p:spPr bwMode="auto">
          <a:xfrm>
            <a:off x="678112" y="5237653"/>
            <a:ext cx="747933" cy="476250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/>
          <a:lstStyle/>
          <a:p>
            <a:pPr fontAlgn="base">
              <a:spcBef>
                <a:spcPct val="0"/>
              </a:spcBef>
              <a:spcAft>
                <a:spcPct val="0"/>
              </a:spcAft>
              <a:buClrTx/>
              <a:defRPr/>
            </a:pPr>
            <a:endParaRPr lang="en-SE" sz="1800">
              <a:solidFill>
                <a:srgbClr val="000000"/>
              </a:solidFill>
              <a:latin typeface="Arial" panose="020B0604020202020204" pitchFamily="34" charset="0"/>
            </a:endParaRPr>
          </a:p>
        </p:txBody>
      </p:sp>
      <p:sp>
        <p:nvSpPr>
          <p:cNvPr id="61" name="Line 23">
            <a:extLst>
              <a:ext uri="{FF2B5EF4-FFF2-40B4-BE49-F238E27FC236}">
                <a16:creationId xmlns:a16="http://schemas.microsoft.com/office/drawing/2014/main" id="{E12E2F74-DC3A-9420-B9FB-59C8CFD2D939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1668712" y="4856653"/>
            <a:ext cx="0" cy="685800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/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endParaRPr lang="en-SE">
              <a:solidFill>
                <a:srgbClr val="000000"/>
              </a:solidFill>
              <a:latin typeface="Arial" panose="020B0604020202020204" pitchFamily="34" charset="0"/>
            </a:endParaRPr>
          </a:p>
        </p:txBody>
      </p:sp>
      <p:sp>
        <p:nvSpPr>
          <p:cNvPr id="62" name="Text Box 26">
            <a:extLst>
              <a:ext uri="{FF2B5EF4-FFF2-40B4-BE49-F238E27FC236}">
                <a16:creationId xmlns:a16="http://schemas.microsoft.com/office/drawing/2014/main" id="{E61E7FEE-2014-09F7-4CF0-97DCA2A7613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79197" y="5328142"/>
            <a:ext cx="533400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fontAlgn="base">
              <a:spcBef>
                <a:spcPct val="50000"/>
              </a:spcBef>
              <a:spcAft>
                <a:spcPct val="0"/>
              </a:spcAft>
            </a:pPr>
            <a:r>
              <a:rPr lang="en-US" altLang="en-SE" dirty="0">
                <a:latin typeface="Arial" panose="020B0604020202020204" pitchFamily="34" charset="0"/>
              </a:rPr>
              <a:t>4</a:t>
            </a:r>
          </a:p>
        </p:txBody>
      </p:sp>
      <p:sp>
        <p:nvSpPr>
          <p:cNvPr id="63" name="Text Box 27">
            <a:extLst>
              <a:ext uri="{FF2B5EF4-FFF2-40B4-BE49-F238E27FC236}">
                <a16:creationId xmlns:a16="http://schemas.microsoft.com/office/drawing/2014/main" id="{6739C81D-6AA4-6FB2-4940-962C5875AA2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402012" y="4977578"/>
            <a:ext cx="533400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fontAlgn="base">
              <a:spcBef>
                <a:spcPct val="50000"/>
              </a:spcBef>
              <a:spcAft>
                <a:spcPct val="0"/>
              </a:spcAft>
            </a:pPr>
            <a:r>
              <a:rPr lang="en-US" altLang="en-SE" dirty="0">
                <a:latin typeface="Arial" panose="020B0604020202020204" pitchFamily="34" charset="0"/>
              </a:rPr>
              <a:t>1</a:t>
            </a:r>
          </a:p>
        </p:txBody>
      </p:sp>
      <p:sp>
        <p:nvSpPr>
          <p:cNvPr id="64" name="Text Box 28">
            <a:extLst>
              <a:ext uri="{FF2B5EF4-FFF2-40B4-BE49-F238E27FC236}">
                <a16:creationId xmlns:a16="http://schemas.microsoft.com/office/drawing/2014/main" id="{886599A5-613F-5F5C-9F3C-D9EE40BED81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75647" y="4534750"/>
            <a:ext cx="533400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fontAlgn="base">
              <a:spcBef>
                <a:spcPct val="50000"/>
              </a:spcBef>
              <a:spcAft>
                <a:spcPct val="0"/>
              </a:spcAft>
            </a:pPr>
            <a:r>
              <a:rPr lang="en-US" altLang="en-SE" dirty="0">
                <a:latin typeface="Arial" panose="020B0604020202020204" pitchFamily="34" charset="0"/>
              </a:rPr>
              <a:t>2</a:t>
            </a:r>
          </a:p>
        </p:txBody>
      </p:sp>
      <p:grpSp>
        <p:nvGrpSpPr>
          <p:cNvPr id="65" name="Group 4">
            <a:extLst>
              <a:ext uri="{FF2B5EF4-FFF2-40B4-BE49-F238E27FC236}">
                <a16:creationId xmlns:a16="http://schemas.microsoft.com/office/drawing/2014/main" id="{57782A1C-3AF5-F2B3-266A-C4479537DAB9}"/>
              </a:ext>
            </a:extLst>
          </p:cNvPr>
          <p:cNvGrpSpPr>
            <a:grpSpLocks/>
          </p:cNvGrpSpPr>
          <p:nvPr/>
        </p:nvGrpSpPr>
        <p:grpSpPr bwMode="auto">
          <a:xfrm>
            <a:off x="6056355" y="4822484"/>
            <a:ext cx="533400" cy="533400"/>
            <a:chOff x="1824" y="2736"/>
            <a:chExt cx="336" cy="336"/>
          </a:xfrm>
        </p:grpSpPr>
        <p:sp>
          <p:nvSpPr>
            <p:cNvPr id="66" name="Oval 5">
              <a:extLst>
                <a:ext uri="{FF2B5EF4-FFF2-40B4-BE49-F238E27FC236}">
                  <a16:creationId xmlns:a16="http://schemas.microsoft.com/office/drawing/2014/main" id="{0BBF87C8-48C2-22C5-3AF6-74DF2291734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824" y="2736"/>
              <a:ext cx="336" cy="336"/>
            </a:xfrm>
            <a:prstGeom prst="ellipse">
              <a:avLst/>
            </a:prstGeom>
            <a:solidFill>
              <a:srgbClr val="669999"/>
            </a:solidFill>
            <a:ln w="9525">
              <a:solidFill>
                <a:srgbClr val="000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  <a:buClrTx/>
                <a:defRPr/>
              </a:pPr>
              <a:endParaRPr lang="en-SE" sz="1800">
                <a:latin typeface="Arial" panose="020B0604020202020204" pitchFamily="34" charset="0"/>
              </a:endParaRPr>
            </a:p>
          </p:txBody>
        </p:sp>
        <p:sp>
          <p:nvSpPr>
            <p:cNvPr id="67" name="Text Box 6">
              <a:extLst>
                <a:ext uri="{FF2B5EF4-FFF2-40B4-BE49-F238E27FC236}">
                  <a16:creationId xmlns:a16="http://schemas.microsoft.com/office/drawing/2014/main" id="{E35F9150-3982-B7DB-5319-BDE35B29D293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872" y="2772"/>
              <a:ext cx="288" cy="288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/>
            <a:p>
              <a:pPr fontAlgn="base">
                <a:spcBef>
                  <a:spcPct val="50000"/>
                </a:spcBef>
                <a:spcAft>
                  <a:spcPct val="0"/>
                </a:spcAft>
                <a:buClrTx/>
                <a:defRPr/>
              </a:pPr>
              <a:r>
                <a:rPr lang="en-US" altLang="en-SE" sz="2400" dirty="0">
                  <a:latin typeface="Arial" panose="020B0604020202020204" pitchFamily="34" charset="0"/>
                </a:rPr>
                <a:t>S</a:t>
              </a:r>
            </a:p>
          </p:txBody>
        </p:sp>
      </p:grpSp>
      <p:grpSp>
        <p:nvGrpSpPr>
          <p:cNvPr id="68" name="Group 7">
            <a:extLst>
              <a:ext uri="{FF2B5EF4-FFF2-40B4-BE49-F238E27FC236}">
                <a16:creationId xmlns:a16="http://schemas.microsoft.com/office/drawing/2014/main" id="{6694CA0A-3295-3071-3B8F-AB345768B17F}"/>
              </a:ext>
            </a:extLst>
          </p:cNvPr>
          <p:cNvGrpSpPr>
            <a:grpSpLocks/>
          </p:cNvGrpSpPr>
          <p:nvPr/>
        </p:nvGrpSpPr>
        <p:grpSpPr bwMode="auto">
          <a:xfrm>
            <a:off x="7213423" y="4386391"/>
            <a:ext cx="533400" cy="533400"/>
            <a:chOff x="1824" y="2736"/>
            <a:chExt cx="336" cy="336"/>
          </a:xfrm>
        </p:grpSpPr>
        <p:sp>
          <p:nvSpPr>
            <p:cNvPr id="84" name="Oval 8">
              <a:extLst>
                <a:ext uri="{FF2B5EF4-FFF2-40B4-BE49-F238E27FC236}">
                  <a16:creationId xmlns:a16="http://schemas.microsoft.com/office/drawing/2014/main" id="{795F5328-D33B-3D95-071A-D743CBFB0C8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824" y="2736"/>
              <a:ext cx="336" cy="336"/>
            </a:xfrm>
            <a:prstGeom prst="ellipse">
              <a:avLst/>
            </a:prstGeom>
            <a:solidFill>
              <a:srgbClr val="669999"/>
            </a:solidFill>
            <a:ln w="9525">
              <a:solidFill>
                <a:srgbClr val="000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  <a:buClrTx/>
                <a:defRPr/>
              </a:pPr>
              <a:endParaRPr lang="en-SE" sz="1800">
                <a:latin typeface="Arial" panose="020B0604020202020204" pitchFamily="34" charset="0"/>
              </a:endParaRPr>
            </a:p>
          </p:txBody>
        </p:sp>
        <p:sp>
          <p:nvSpPr>
            <p:cNvPr id="87" name="Text Box 9">
              <a:extLst>
                <a:ext uri="{FF2B5EF4-FFF2-40B4-BE49-F238E27FC236}">
                  <a16:creationId xmlns:a16="http://schemas.microsoft.com/office/drawing/2014/main" id="{99F3CD42-26C4-3E85-34A2-5C2EBC785C72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872" y="2763"/>
              <a:ext cx="288" cy="29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/>
            <a:p>
              <a:pPr fontAlgn="base">
                <a:spcBef>
                  <a:spcPct val="50000"/>
                </a:spcBef>
                <a:spcAft>
                  <a:spcPct val="0"/>
                </a:spcAft>
                <a:buClrTx/>
                <a:defRPr/>
              </a:pPr>
              <a:r>
                <a:rPr lang="en-US" altLang="en-SE" sz="2400" dirty="0">
                  <a:latin typeface="Arial" panose="020B0604020202020204" pitchFamily="34" charset="0"/>
                </a:rPr>
                <a:t>A</a:t>
              </a:r>
            </a:p>
          </p:txBody>
        </p:sp>
      </p:grpSp>
      <p:grpSp>
        <p:nvGrpSpPr>
          <p:cNvPr id="88" name="Group 10">
            <a:extLst>
              <a:ext uri="{FF2B5EF4-FFF2-40B4-BE49-F238E27FC236}">
                <a16:creationId xmlns:a16="http://schemas.microsoft.com/office/drawing/2014/main" id="{0D518FFB-8887-51F2-F90D-F7B1C85142F0}"/>
              </a:ext>
            </a:extLst>
          </p:cNvPr>
          <p:cNvGrpSpPr>
            <a:grpSpLocks/>
          </p:cNvGrpSpPr>
          <p:nvPr/>
        </p:nvGrpSpPr>
        <p:grpSpPr bwMode="auto">
          <a:xfrm>
            <a:off x="7199355" y="5584484"/>
            <a:ext cx="533400" cy="533400"/>
            <a:chOff x="1824" y="2736"/>
            <a:chExt cx="336" cy="336"/>
          </a:xfrm>
        </p:grpSpPr>
        <p:sp>
          <p:nvSpPr>
            <p:cNvPr id="89" name="Oval 11">
              <a:extLst>
                <a:ext uri="{FF2B5EF4-FFF2-40B4-BE49-F238E27FC236}">
                  <a16:creationId xmlns:a16="http://schemas.microsoft.com/office/drawing/2014/main" id="{DEA11A70-CEC2-90F2-CE32-847B6A82239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824" y="2736"/>
              <a:ext cx="336" cy="336"/>
            </a:xfrm>
            <a:prstGeom prst="ellipse">
              <a:avLst/>
            </a:prstGeom>
            <a:solidFill>
              <a:srgbClr val="669999"/>
            </a:solidFill>
            <a:ln w="9525">
              <a:solidFill>
                <a:srgbClr val="000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  <a:buClrTx/>
                <a:defRPr/>
              </a:pPr>
              <a:endParaRPr lang="en-SE" sz="1800">
                <a:latin typeface="Arial" panose="020B0604020202020204" pitchFamily="34" charset="0"/>
              </a:endParaRPr>
            </a:p>
          </p:txBody>
        </p:sp>
        <p:sp>
          <p:nvSpPr>
            <p:cNvPr id="90" name="Text Box 12">
              <a:extLst>
                <a:ext uri="{FF2B5EF4-FFF2-40B4-BE49-F238E27FC236}">
                  <a16:creationId xmlns:a16="http://schemas.microsoft.com/office/drawing/2014/main" id="{3FF8DB46-44D5-8456-2FB3-E5DCBF89B696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872" y="2772"/>
              <a:ext cx="288" cy="288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/>
            <a:p>
              <a:pPr fontAlgn="base">
                <a:spcBef>
                  <a:spcPct val="50000"/>
                </a:spcBef>
                <a:spcAft>
                  <a:spcPct val="0"/>
                </a:spcAft>
                <a:buClrTx/>
                <a:defRPr/>
              </a:pPr>
              <a:r>
                <a:rPr lang="en-US" altLang="en-SE" sz="2400" dirty="0">
                  <a:latin typeface="Arial" panose="020B0604020202020204" pitchFamily="34" charset="0"/>
                </a:rPr>
                <a:t>B</a:t>
              </a:r>
            </a:p>
          </p:txBody>
        </p:sp>
      </p:grpSp>
      <p:sp>
        <p:nvSpPr>
          <p:cNvPr id="91" name="Line 19">
            <a:extLst>
              <a:ext uri="{FF2B5EF4-FFF2-40B4-BE49-F238E27FC236}">
                <a16:creationId xmlns:a16="http://schemas.microsoft.com/office/drawing/2014/main" id="{0A568B8B-9911-7E82-EB17-08EE22ACA041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6589756" y="4740482"/>
            <a:ext cx="647697" cy="260076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arrow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/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endParaRPr lang="en-SE">
              <a:solidFill>
                <a:srgbClr val="000000"/>
              </a:solidFill>
              <a:latin typeface="Arial" panose="020B0604020202020204" pitchFamily="34" charset="0"/>
            </a:endParaRPr>
          </a:p>
        </p:txBody>
      </p:sp>
      <p:sp>
        <p:nvSpPr>
          <p:cNvPr id="92" name="Line 20">
            <a:extLst>
              <a:ext uri="{FF2B5EF4-FFF2-40B4-BE49-F238E27FC236}">
                <a16:creationId xmlns:a16="http://schemas.microsoft.com/office/drawing/2014/main" id="{5CE51B2A-3F2D-3413-68EF-131D1E8F497B}"/>
              </a:ext>
            </a:extLst>
          </p:cNvPr>
          <p:cNvSpPr>
            <a:spLocks noChangeShapeType="1"/>
          </p:cNvSpPr>
          <p:nvPr/>
        </p:nvSpPr>
        <p:spPr bwMode="auto">
          <a:xfrm>
            <a:off x="6513555" y="5279684"/>
            <a:ext cx="747933" cy="476250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/>
          <a:lstStyle/>
          <a:p>
            <a:pPr fontAlgn="base">
              <a:spcBef>
                <a:spcPct val="0"/>
              </a:spcBef>
              <a:spcAft>
                <a:spcPct val="0"/>
              </a:spcAft>
              <a:buClrTx/>
              <a:defRPr/>
            </a:pPr>
            <a:endParaRPr lang="en-SE" sz="1800">
              <a:solidFill>
                <a:srgbClr val="000000"/>
              </a:solidFill>
              <a:latin typeface="Arial" panose="020B0604020202020204" pitchFamily="34" charset="0"/>
            </a:endParaRPr>
          </a:p>
        </p:txBody>
      </p:sp>
      <p:sp>
        <p:nvSpPr>
          <p:cNvPr id="93" name="Line 23">
            <a:extLst>
              <a:ext uri="{FF2B5EF4-FFF2-40B4-BE49-F238E27FC236}">
                <a16:creationId xmlns:a16="http://schemas.microsoft.com/office/drawing/2014/main" id="{4547DDC4-475A-0B2A-9497-366A12C05C8B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7504155" y="4898684"/>
            <a:ext cx="0" cy="685800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/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endParaRPr lang="en-SE">
              <a:solidFill>
                <a:srgbClr val="000000"/>
              </a:solidFill>
              <a:latin typeface="Arial" panose="020B0604020202020204" pitchFamily="34" charset="0"/>
            </a:endParaRPr>
          </a:p>
        </p:txBody>
      </p:sp>
      <p:sp>
        <p:nvSpPr>
          <p:cNvPr id="94" name="Text Box 26">
            <a:extLst>
              <a:ext uri="{FF2B5EF4-FFF2-40B4-BE49-F238E27FC236}">
                <a16:creationId xmlns:a16="http://schemas.microsoft.com/office/drawing/2014/main" id="{1329AEF1-180A-5448-0768-59AF0D1E7CF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514640" y="5370173"/>
            <a:ext cx="533400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fontAlgn="base">
              <a:spcBef>
                <a:spcPct val="50000"/>
              </a:spcBef>
              <a:spcAft>
                <a:spcPct val="0"/>
              </a:spcAft>
            </a:pPr>
            <a:r>
              <a:rPr lang="en-US" altLang="en-SE" dirty="0">
                <a:latin typeface="Arial" panose="020B0604020202020204" pitchFamily="34" charset="0"/>
              </a:rPr>
              <a:t>4</a:t>
            </a:r>
          </a:p>
        </p:txBody>
      </p:sp>
      <p:sp>
        <p:nvSpPr>
          <p:cNvPr id="95" name="Text Box 27">
            <a:extLst>
              <a:ext uri="{FF2B5EF4-FFF2-40B4-BE49-F238E27FC236}">
                <a16:creationId xmlns:a16="http://schemas.microsoft.com/office/drawing/2014/main" id="{2588286B-7C44-F05C-105B-62448A2309F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237455" y="5019609"/>
            <a:ext cx="533400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fontAlgn="base">
              <a:spcBef>
                <a:spcPct val="50000"/>
              </a:spcBef>
              <a:spcAft>
                <a:spcPct val="0"/>
              </a:spcAft>
            </a:pPr>
            <a:r>
              <a:rPr lang="en-US" altLang="en-SE" dirty="0">
                <a:latin typeface="Arial" panose="020B0604020202020204" pitchFamily="34" charset="0"/>
              </a:rPr>
              <a:t>1</a:t>
            </a:r>
          </a:p>
        </p:txBody>
      </p:sp>
      <p:sp>
        <p:nvSpPr>
          <p:cNvPr id="96" name="Text Box 28">
            <a:extLst>
              <a:ext uri="{FF2B5EF4-FFF2-40B4-BE49-F238E27FC236}">
                <a16:creationId xmlns:a16="http://schemas.microsoft.com/office/drawing/2014/main" id="{542DECB5-13DF-D375-D9F3-89837D0B125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711090" y="4576781"/>
            <a:ext cx="533400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fontAlgn="base">
              <a:spcBef>
                <a:spcPct val="50000"/>
              </a:spcBef>
              <a:spcAft>
                <a:spcPct val="0"/>
              </a:spcAft>
            </a:pPr>
            <a:r>
              <a:rPr lang="en-US" altLang="en-SE" dirty="0">
                <a:latin typeface="Arial" panose="020B0604020202020204" pitchFamily="34" charset="0"/>
              </a:rPr>
              <a:t>2</a:t>
            </a:r>
          </a:p>
        </p:txBody>
      </p:sp>
      <p:graphicFrame>
        <p:nvGraphicFramePr>
          <p:cNvPr id="97" name="Google Shape;519;p34">
            <a:extLst>
              <a:ext uri="{FF2B5EF4-FFF2-40B4-BE49-F238E27FC236}">
                <a16:creationId xmlns:a16="http://schemas.microsoft.com/office/drawing/2014/main" id="{29C602CD-98D4-29CC-9E3D-E0DDA3144B2B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259930456"/>
              </p:ext>
            </p:extLst>
          </p:nvPr>
        </p:nvGraphicFramePr>
        <p:xfrm>
          <a:off x="2367349" y="4548063"/>
          <a:ext cx="3092700" cy="1508710"/>
        </p:xfrm>
        <a:graphic>
          <a:graphicData uri="http://schemas.openxmlformats.org/drawingml/2006/table">
            <a:tbl>
              <a:tblPr firstRow="1" bandRow="1">
                <a:noFill/>
              </a:tblPr>
              <a:tblGrid>
                <a:gridCol w="10309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309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309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70539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Font typeface="Arial"/>
                        <a:buNone/>
                      </a:pPr>
                      <a:r>
                        <a:rPr lang="en-US" sz="1900" dirty="0">
                          <a:solidFill>
                            <a:schemeClr val="lt1"/>
                          </a:solidFill>
                          <a:latin typeface="Quattrocento Sans"/>
                          <a:ea typeface="Quattrocento Sans"/>
                          <a:cs typeface="Quattrocento Sans"/>
                          <a:sym typeface="Quattrocento Sans"/>
                        </a:rPr>
                        <a:t>Node</a:t>
                      </a:r>
                      <a:endParaRPr dirty="0">
                        <a:solidFill>
                          <a:schemeClr val="lt1"/>
                        </a:solidFill>
                        <a:latin typeface="Quattrocento Sans"/>
                        <a:ea typeface="Quattrocento Sans"/>
                        <a:cs typeface="Quattrocento Sans"/>
                        <a:sym typeface="Quattrocento Sans"/>
                      </a:endParaRPr>
                    </a:p>
                  </a:txBody>
                  <a:tcPr marL="60950" marR="60950" marT="60950" marB="6095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A48DD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900" dirty="0">
                          <a:solidFill>
                            <a:schemeClr val="lt1"/>
                          </a:solidFill>
                          <a:latin typeface="Quattrocento Sans"/>
                          <a:ea typeface="Quattrocento Sans"/>
                          <a:cs typeface="Quattrocento Sans"/>
                          <a:sym typeface="Quattrocento Sans"/>
                        </a:rPr>
                        <a:t>SD</a:t>
                      </a:r>
                      <a:endParaRPr sz="1900" dirty="0">
                        <a:solidFill>
                          <a:schemeClr val="lt1"/>
                        </a:solidFill>
                        <a:latin typeface="Quattrocento Sans"/>
                        <a:ea typeface="Quattrocento Sans"/>
                        <a:cs typeface="Quattrocento Sans"/>
                        <a:sym typeface="Quattrocento Sans"/>
                      </a:endParaRPr>
                    </a:p>
                  </a:txBody>
                  <a:tcPr marL="60950" marR="60950" marT="60950" marB="60950" anchor="ctr">
                    <a:lnL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A48DD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900" dirty="0">
                          <a:solidFill>
                            <a:schemeClr val="lt1"/>
                          </a:solidFill>
                          <a:latin typeface="Quattrocento Sans"/>
                          <a:ea typeface="Quattrocento Sans"/>
                          <a:cs typeface="Quattrocento Sans"/>
                          <a:sym typeface="Quattrocento Sans"/>
                        </a:rPr>
                        <a:t>PN</a:t>
                      </a:r>
                      <a:endParaRPr sz="1900" dirty="0">
                        <a:solidFill>
                          <a:schemeClr val="lt1"/>
                        </a:solidFill>
                        <a:latin typeface="Quattrocento Sans"/>
                        <a:ea typeface="Quattrocento Sans"/>
                        <a:cs typeface="Quattrocento Sans"/>
                        <a:sym typeface="Quattrocento Sans"/>
                      </a:endParaRPr>
                    </a:p>
                  </a:txBody>
                  <a:tcPr marL="60950" marR="60950" marT="60950" marB="6095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A48DD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dirty="0">
                          <a:solidFill>
                            <a:srgbClr val="0C0C0C"/>
                          </a:solidFill>
                          <a:latin typeface="Quattrocento Sans"/>
                          <a:ea typeface="Quattrocento Sans"/>
                          <a:cs typeface="Quattrocento Sans"/>
                          <a:sym typeface="Quattrocento Sans"/>
                        </a:rPr>
                        <a:t>S</a:t>
                      </a:r>
                      <a:endParaRPr dirty="0">
                        <a:solidFill>
                          <a:srgbClr val="0C0C0C"/>
                        </a:solidFill>
                        <a:latin typeface="Quattrocento Sans"/>
                        <a:ea typeface="Quattrocento Sans"/>
                        <a:cs typeface="Quattrocento Sans"/>
                        <a:sym typeface="Quattrocento Sans"/>
                      </a:endParaRPr>
                    </a:p>
                  </a:txBody>
                  <a:tcPr marL="60950" marR="60950" marT="60950" marB="6095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</a:t>
                      </a:r>
                      <a:endParaRPr lang="en-SE" dirty="0"/>
                    </a:p>
                  </a:txBody>
                  <a:tcPr>
                    <a:lnL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/</a:t>
                      </a:r>
                      <a:endParaRPr lang="en-SE" dirty="0"/>
                    </a:p>
                  </a:txBody>
                  <a:tcPr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dirty="0">
                          <a:solidFill>
                            <a:srgbClr val="0C0C0C"/>
                          </a:solidFill>
                          <a:latin typeface="Quattrocento Sans"/>
                          <a:ea typeface="Quattrocento Sans"/>
                          <a:cs typeface="Quattrocento Sans"/>
                          <a:sym typeface="Quattrocento Sans"/>
                        </a:rPr>
                        <a:t>A</a:t>
                      </a:r>
                      <a:endParaRPr dirty="0">
                        <a:solidFill>
                          <a:srgbClr val="0C0C0C"/>
                        </a:solidFill>
                        <a:latin typeface="Quattrocento Sans"/>
                        <a:ea typeface="Quattrocento Sans"/>
                        <a:cs typeface="Quattrocento Sans"/>
                        <a:sym typeface="Quattrocento Sans"/>
                      </a:endParaRPr>
                    </a:p>
                  </a:txBody>
                  <a:tcPr marL="60950" marR="60950" marT="60950" marB="6095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SE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SE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dirty="0">
                          <a:solidFill>
                            <a:srgbClr val="0C0C0C"/>
                          </a:solidFill>
                          <a:latin typeface="Quattrocento Sans"/>
                          <a:ea typeface="Quattrocento Sans"/>
                          <a:cs typeface="Quattrocento Sans"/>
                          <a:sym typeface="Quattrocento Sans"/>
                        </a:rPr>
                        <a:t>B</a:t>
                      </a:r>
                      <a:endParaRPr dirty="0">
                        <a:solidFill>
                          <a:srgbClr val="0C0C0C"/>
                        </a:solidFill>
                        <a:latin typeface="Quattrocento Sans"/>
                        <a:ea typeface="Quattrocento Sans"/>
                        <a:cs typeface="Quattrocento Sans"/>
                        <a:sym typeface="Quattrocento Sans"/>
                      </a:endParaRPr>
                    </a:p>
                  </a:txBody>
                  <a:tcPr marL="60950" marR="60950" marT="60950" marB="6095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SE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SE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98" name="Title 1">
            <a:extLst>
              <a:ext uri="{FF2B5EF4-FFF2-40B4-BE49-F238E27FC236}">
                <a16:creationId xmlns:a16="http://schemas.microsoft.com/office/drawing/2014/main" id="{193A9C48-4ACF-A5BC-F528-C943650D3B98}"/>
              </a:ext>
            </a:extLst>
          </p:cNvPr>
          <p:cNvSpPr txBox="1">
            <a:spLocks/>
          </p:cNvSpPr>
          <p:nvPr/>
        </p:nvSpPr>
        <p:spPr>
          <a:xfrm>
            <a:off x="2738502" y="4044380"/>
            <a:ext cx="2294014" cy="4619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3600" kern="1200">
                <a:solidFill>
                  <a:schemeClr val="accent1"/>
                </a:solidFill>
                <a:latin typeface="Helvetica"/>
                <a:ea typeface="+mj-ea"/>
                <a:cs typeface="Helvetica"/>
              </a:defRPr>
            </a:lvl1pPr>
          </a:lstStyle>
          <a:p>
            <a:pPr>
              <a:buClrTx/>
              <a:buFontTx/>
            </a:pPr>
            <a:r>
              <a:rPr lang="en-GB" sz="2400" dirty="0"/>
              <a:t>ANS</a:t>
            </a:r>
            <a:endParaRPr lang="en-SE" sz="2400" dirty="0"/>
          </a:p>
        </p:txBody>
      </p:sp>
      <p:graphicFrame>
        <p:nvGraphicFramePr>
          <p:cNvPr id="99" name="Google Shape;519;p34">
            <a:extLst>
              <a:ext uri="{FF2B5EF4-FFF2-40B4-BE49-F238E27FC236}">
                <a16:creationId xmlns:a16="http://schemas.microsoft.com/office/drawing/2014/main" id="{262CF19C-9739-18C0-16A7-EE44A003C22C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761267222"/>
              </p:ext>
            </p:extLst>
          </p:nvPr>
        </p:nvGraphicFramePr>
        <p:xfrm>
          <a:off x="8442184" y="4483283"/>
          <a:ext cx="3092700" cy="1508710"/>
        </p:xfrm>
        <a:graphic>
          <a:graphicData uri="http://schemas.openxmlformats.org/drawingml/2006/table">
            <a:tbl>
              <a:tblPr firstRow="1" bandRow="1">
                <a:noFill/>
              </a:tblPr>
              <a:tblGrid>
                <a:gridCol w="10309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309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309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70539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Font typeface="Arial"/>
                        <a:buNone/>
                      </a:pPr>
                      <a:r>
                        <a:rPr lang="en-US" sz="1900" dirty="0">
                          <a:solidFill>
                            <a:schemeClr val="lt1"/>
                          </a:solidFill>
                          <a:latin typeface="Quattrocento Sans"/>
                          <a:ea typeface="Quattrocento Sans"/>
                          <a:cs typeface="Quattrocento Sans"/>
                          <a:sym typeface="Quattrocento Sans"/>
                        </a:rPr>
                        <a:t>Node</a:t>
                      </a:r>
                      <a:endParaRPr dirty="0">
                        <a:solidFill>
                          <a:schemeClr val="lt1"/>
                        </a:solidFill>
                        <a:latin typeface="Quattrocento Sans"/>
                        <a:ea typeface="Quattrocento Sans"/>
                        <a:cs typeface="Quattrocento Sans"/>
                        <a:sym typeface="Quattrocento Sans"/>
                      </a:endParaRPr>
                    </a:p>
                  </a:txBody>
                  <a:tcPr marL="60950" marR="60950" marT="60950" marB="6095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A48DD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900" dirty="0">
                          <a:solidFill>
                            <a:schemeClr val="lt1"/>
                          </a:solidFill>
                          <a:latin typeface="Quattrocento Sans"/>
                          <a:ea typeface="Quattrocento Sans"/>
                          <a:cs typeface="Quattrocento Sans"/>
                          <a:sym typeface="Quattrocento Sans"/>
                        </a:rPr>
                        <a:t>SD</a:t>
                      </a:r>
                      <a:endParaRPr sz="1900" dirty="0">
                        <a:solidFill>
                          <a:schemeClr val="lt1"/>
                        </a:solidFill>
                        <a:latin typeface="Quattrocento Sans"/>
                        <a:ea typeface="Quattrocento Sans"/>
                        <a:cs typeface="Quattrocento Sans"/>
                        <a:sym typeface="Quattrocento Sans"/>
                      </a:endParaRPr>
                    </a:p>
                  </a:txBody>
                  <a:tcPr marL="60950" marR="60950" marT="60950" marB="60950" anchor="ctr">
                    <a:lnL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A48DD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900" dirty="0">
                          <a:solidFill>
                            <a:schemeClr val="lt1"/>
                          </a:solidFill>
                          <a:latin typeface="Quattrocento Sans"/>
                          <a:ea typeface="Quattrocento Sans"/>
                          <a:cs typeface="Quattrocento Sans"/>
                          <a:sym typeface="Quattrocento Sans"/>
                        </a:rPr>
                        <a:t>PN</a:t>
                      </a:r>
                      <a:endParaRPr sz="1900" dirty="0">
                        <a:solidFill>
                          <a:schemeClr val="lt1"/>
                        </a:solidFill>
                        <a:latin typeface="Quattrocento Sans"/>
                        <a:ea typeface="Quattrocento Sans"/>
                        <a:cs typeface="Quattrocento Sans"/>
                        <a:sym typeface="Quattrocento Sans"/>
                      </a:endParaRPr>
                    </a:p>
                  </a:txBody>
                  <a:tcPr marL="60950" marR="60950" marT="60950" marB="6095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A48DD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dirty="0">
                          <a:solidFill>
                            <a:srgbClr val="0C0C0C"/>
                          </a:solidFill>
                          <a:latin typeface="Quattrocento Sans"/>
                          <a:ea typeface="Quattrocento Sans"/>
                          <a:cs typeface="Quattrocento Sans"/>
                          <a:sym typeface="Quattrocento Sans"/>
                        </a:rPr>
                        <a:t>S</a:t>
                      </a:r>
                      <a:endParaRPr dirty="0">
                        <a:solidFill>
                          <a:srgbClr val="0C0C0C"/>
                        </a:solidFill>
                        <a:latin typeface="Quattrocento Sans"/>
                        <a:ea typeface="Quattrocento Sans"/>
                        <a:cs typeface="Quattrocento Sans"/>
                        <a:sym typeface="Quattrocento Sans"/>
                      </a:endParaRPr>
                    </a:p>
                  </a:txBody>
                  <a:tcPr marL="60950" marR="60950" marT="60950" marB="6095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</a:t>
                      </a:r>
                      <a:endParaRPr lang="en-SE" dirty="0"/>
                    </a:p>
                  </a:txBody>
                  <a:tcPr>
                    <a:lnL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/</a:t>
                      </a:r>
                      <a:endParaRPr lang="en-SE" dirty="0"/>
                    </a:p>
                  </a:txBody>
                  <a:tcPr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dirty="0">
                          <a:solidFill>
                            <a:srgbClr val="0C0C0C"/>
                          </a:solidFill>
                          <a:latin typeface="Quattrocento Sans"/>
                          <a:ea typeface="Quattrocento Sans"/>
                          <a:cs typeface="Quattrocento Sans"/>
                          <a:sym typeface="Quattrocento Sans"/>
                        </a:rPr>
                        <a:t>A</a:t>
                      </a:r>
                      <a:endParaRPr dirty="0">
                        <a:solidFill>
                          <a:srgbClr val="0C0C0C"/>
                        </a:solidFill>
                        <a:latin typeface="Quattrocento Sans"/>
                        <a:ea typeface="Quattrocento Sans"/>
                        <a:cs typeface="Quattrocento Sans"/>
                        <a:sym typeface="Quattrocento Sans"/>
                      </a:endParaRPr>
                    </a:p>
                  </a:txBody>
                  <a:tcPr marL="60950" marR="60950" marT="60950" marB="6095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SE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SE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dirty="0">
                          <a:solidFill>
                            <a:srgbClr val="0C0C0C"/>
                          </a:solidFill>
                          <a:latin typeface="Quattrocento Sans"/>
                          <a:ea typeface="Quattrocento Sans"/>
                          <a:cs typeface="Quattrocento Sans"/>
                          <a:sym typeface="Quattrocento Sans"/>
                        </a:rPr>
                        <a:t>B</a:t>
                      </a:r>
                      <a:endParaRPr dirty="0">
                        <a:solidFill>
                          <a:srgbClr val="0C0C0C"/>
                        </a:solidFill>
                        <a:latin typeface="Quattrocento Sans"/>
                        <a:ea typeface="Quattrocento Sans"/>
                        <a:cs typeface="Quattrocento Sans"/>
                        <a:sym typeface="Quattrocento Sans"/>
                      </a:endParaRPr>
                    </a:p>
                  </a:txBody>
                  <a:tcPr marL="60950" marR="60950" marT="60950" marB="6095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SE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SE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00" name="Title 1">
            <a:extLst>
              <a:ext uri="{FF2B5EF4-FFF2-40B4-BE49-F238E27FC236}">
                <a16:creationId xmlns:a16="http://schemas.microsoft.com/office/drawing/2014/main" id="{6DDE4325-3CFC-5F9E-C8C0-9D057DE0534C}"/>
              </a:ext>
            </a:extLst>
          </p:cNvPr>
          <p:cNvSpPr txBox="1">
            <a:spLocks/>
          </p:cNvSpPr>
          <p:nvPr/>
        </p:nvSpPr>
        <p:spPr>
          <a:xfrm>
            <a:off x="8813337" y="3979600"/>
            <a:ext cx="2294014" cy="4619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3600" kern="1200">
                <a:solidFill>
                  <a:schemeClr val="accent1"/>
                </a:solidFill>
                <a:latin typeface="Helvetica"/>
                <a:ea typeface="+mj-ea"/>
                <a:cs typeface="Helvetica"/>
              </a:defRPr>
            </a:lvl1pPr>
          </a:lstStyle>
          <a:p>
            <a:pPr>
              <a:buClrTx/>
              <a:buFontTx/>
            </a:pPr>
            <a:r>
              <a:rPr lang="en-GB" sz="2400" dirty="0"/>
              <a:t>ANS</a:t>
            </a:r>
            <a:endParaRPr lang="en-SE" sz="2400" dirty="0"/>
          </a:p>
        </p:txBody>
      </p:sp>
      <p:sp>
        <p:nvSpPr>
          <p:cNvPr id="102" name="Google Shape;14;p1">
            <a:extLst>
              <a:ext uri="{FF2B5EF4-FFF2-40B4-BE49-F238E27FC236}">
                <a16:creationId xmlns:a16="http://schemas.microsoft.com/office/drawing/2014/main" id="{A29F0BC8-158B-624C-1D83-26F0BB8BF745}"/>
              </a:ext>
            </a:extLst>
          </p:cNvPr>
          <p:cNvSpPr txBox="1"/>
          <p:nvPr/>
        </p:nvSpPr>
        <p:spPr>
          <a:xfrm>
            <a:off x="11665526" y="6495138"/>
            <a:ext cx="526473" cy="4246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8375" tIns="88375" rIns="88375" bIns="88375" anchor="ctr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>
                <a:solidFill>
                  <a:srgbClr val="59595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 </a:t>
            </a:r>
            <a:fld id="{00000000-1234-1234-1234-123412341234}" type="slidenum">
              <a:rPr lang="en-US" sz="1600">
                <a:solidFill>
                  <a:srgbClr val="59595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fld>
            <a:endParaRPr sz="1600" dirty="0">
              <a:solidFill>
                <a:srgbClr val="595959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2" name="Google Shape;497;p25">
            <a:extLst>
              <a:ext uri="{FF2B5EF4-FFF2-40B4-BE49-F238E27FC236}">
                <a16:creationId xmlns:a16="http://schemas.microsoft.com/office/drawing/2014/main" id="{E91D047C-DC77-AC6C-17C7-B08BC7ED931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75239" y="263276"/>
            <a:ext cx="11187000" cy="101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en-US" dirty="0"/>
              <a:t>Q. Dijkstra’s Algorithm </a:t>
            </a:r>
            <a:r>
              <a:rPr lang="en-US" altLang="zh-CN" dirty="0"/>
              <a:t>(Source Node S)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08540115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F6E27B-E036-2082-C178-5A9BAE3A95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5" name="Group 4">
            <a:extLst>
              <a:ext uri="{FF2B5EF4-FFF2-40B4-BE49-F238E27FC236}">
                <a16:creationId xmlns:a16="http://schemas.microsoft.com/office/drawing/2014/main" id="{4A0F1995-D650-688F-E3FA-21C8B8830AA1}"/>
              </a:ext>
            </a:extLst>
          </p:cNvPr>
          <p:cNvGrpSpPr>
            <a:grpSpLocks/>
          </p:cNvGrpSpPr>
          <p:nvPr/>
        </p:nvGrpSpPr>
        <p:grpSpPr bwMode="auto">
          <a:xfrm>
            <a:off x="4114800" y="3251427"/>
            <a:ext cx="533400" cy="533400"/>
            <a:chOff x="1824" y="2736"/>
            <a:chExt cx="336" cy="336"/>
          </a:xfrm>
        </p:grpSpPr>
        <p:sp>
          <p:nvSpPr>
            <p:cNvPr id="126" name="Oval 5">
              <a:extLst>
                <a:ext uri="{FF2B5EF4-FFF2-40B4-BE49-F238E27FC236}">
                  <a16:creationId xmlns:a16="http://schemas.microsoft.com/office/drawing/2014/main" id="{7A48E425-5DC2-E3FB-DDBA-5F60C0FE48D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824" y="2736"/>
              <a:ext cx="336" cy="336"/>
            </a:xfrm>
            <a:prstGeom prst="ellipse">
              <a:avLst/>
            </a:prstGeom>
            <a:solidFill>
              <a:srgbClr val="669999"/>
            </a:solidFill>
            <a:ln w="9525">
              <a:solidFill>
                <a:srgbClr val="000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  <a:buClrTx/>
                <a:defRPr/>
              </a:pPr>
              <a:endParaRPr lang="en-SE" sz="1800">
                <a:latin typeface="Arial" panose="020B0604020202020204" pitchFamily="34" charset="0"/>
                <a:ea typeface="+mn-ea"/>
                <a:cs typeface="+mn-cs"/>
              </a:endParaRPr>
            </a:p>
          </p:txBody>
        </p:sp>
        <p:sp>
          <p:nvSpPr>
            <p:cNvPr id="127" name="Text Box 6">
              <a:extLst>
                <a:ext uri="{FF2B5EF4-FFF2-40B4-BE49-F238E27FC236}">
                  <a16:creationId xmlns:a16="http://schemas.microsoft.com/office/drawing/2014/main" id="{E595D331-8E2B-E6C9-C529-3304F613255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872" y="2736"/>
              <a:ext cx="288" cy="288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/>
            <a:p>
              <a:pPr fontAlgn="base">
                <a:spcBef>
                  <a:spcPct val="50000"/>
                </a:spcBef>
                <a:spcAft>
                  <a:spcPct val="0"/>
                </a:spcAft>
                <a:buClrTx/>
                <a:defRPr/>
              </a:pPr>
              <a:r>
                <a:rPr lang="en-US" altLang="en-SE" sz="2400">
                  <a:latin typeface="Arial" panose="020B0604020202020204" pitchFamily="34" charset="0"/>
                  <a:ea typeface="+mn-ea"/>
                  <a:cs typeface="+mn-cs"/>
                </a:rPr>
                <a:t>A</a:t>
              </a:r>
            </a:p>
          </p:txBody>
        </p:sp>
      </p:grpSp>
      <p:grpSp>
        <p:nvGrpSpPr>
          <p:cNvPr id="128" name="Group 7">
            <a:extLst>
              <a:ext uri="{FF2B5EF4-FFF2-40B4-BE49-F238E27FC236}">
                <a16:creationId xmlns:a16="http://schemas.microsoft.com/office/drawing/2014/main" id="{1358205F-84FF-F278-EF95-886A62BCC2BC}"/>
              </a:ext>
            </a:extLst>
          </p:cNvPr>
          <p:cNvGrpSpPr>
            <a:grpSpLocks/>
          </p:cNvGrpSpPr>
          <p:nvPr/>
        </p:nvGrpSpPr>
        <p:grpSpPr bwMode="auto">
          <a:xfrm>
            <a:off x="5257800" y="2337027"/>
            <a:ext cx="533400" cy="533400"/>
            <a:chOff x="1824" y="2736"/>
            <a:chExt cx="336" cy="336"/>
          </a:xfrm>
        </p:grpSpPr>
        <p:sp>
          <p:nvSpPr>
            <p:cNvPr id="129" name="Oval 8">
              <a:extLst>
                <a:ext uri="{FF2B5EF4-FFF2-40B4-BE49-F238E27FC236}">
                  <a16:creationId xmlns:a16="http://schemas.microsoft.com/office/drawing/2014/main" id="{1837A621-CC8D-D3F2-BD3A-7C355CC2EB0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824" y="2736"/>
              <a:ext cx="336" cy="336"/>
            </a:xfrm>
            <a:prstGeom prst="ellipse">
              <a:avLst/>
            </a:prstGeom>
            <a:solidFill>
              <a:srgbClr val="669999"/>
            </a:solidFill>
            <a:ln w="9525">
              <a:solidFill>
                <a:srgbClr val="000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  <a:buClrTx/>
                <a:defRPr/>
              </a:pPr>
              <a:endParaRPr lang="en-SE" sz="1800">
                <a:latin typeface="Arial" panose="020B0604020202020204" pitchFamily="34" charset="0"/>
                <a:ea typeface="+mn-ea"/>
                <a:cs typeface="+mn-cs"/>
              </a:endParaRPr>
            </a:p>
          </p:txBody>
        </p:sp>
        <p:sp>
          <p:nvSpPr>
            <p:cNvPr id="130" name="Text Box 9">
              <a:extLst>
                <a:ext uri="{FF2B5EF4-FFF2-40B4-BE49-F238E27FC236}">
                  <a16:creationId xmlns:a16="http://schemas.microsoft.com/office/drawing/2014/main" id="{EED4F07B-5EEF-D67D-063C-D90C3DCAAF6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872" y="2736"/>
              <a:ext cx="288" cy="288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/>
            <a:p>
              <a:pPr fontAlgn="base">
                <a:spcBef>
                  <a:spcPct val="50000"/>
                </a:spcBef>
                <a:spcAft>
                  <a:spcPct val="0"/>
                </a:spcAft>
                <a:buClrTx/>
                <a:defRPr/>
              </a:pPr>
              <a:r>
                <a:rPr lang="en-US" altLang="en-SE" sz="2400">
                  <a:latin typeface="Arial" panose="020B0604020202020204" pitchFamily="34" charset="0"/>
                  <a:ea typeface="+mn-ea"/>
                  <a:cs typeface="+mn-cs"/>
                </a:rPr>
                <a:t>B</a:t>
              </a:r>
            </a:p>
          </p:txBody>
        </p:sp>
      </p:grpSp>
      <p:grpSp>
        <p:nvGrpSpPr>
          <p:cNvPr id="131" name="Group 10">
            <a:extLst>
              <a:ext uri="{FF2B5EF4-FFF2-40B4-BE49-F238E27FC236}">
                <a16:creationId xmlns:a16="http://schemas.microsoft.com/office/drawing/2014/main" id="{6E71B5C6-60AE-9F27-3FDA-A5419CB5F5A5}"/>
              </a:ext>
            </a:extLst>
          </p:cNvPr>
          <p:cNvGrpSpPr>
            <a:grpSpLocks/>
          </p:cNvGrpSpPr>
          <p:nvPr/>
        </p:nvGrpSpPr>
        <p:grpSpPr bwMode="auto">
          <a:xfrm>
            <a:off x="5257800" y="4013427"/>
            <a:ext cx="533400" cy="533400"/>
            <a:chOff x="1824" y="2736"/>
            <a:chExt cx="336" cy="336"/>
          </a:xfrm>
        </p:grpSpPr>
        <p:sp>
          <p:nvSpPr>
            <p:cNvPr id="132" name="Oval 11">
              <a:extLst>
                <a:ext uri="{FF2B5EF4-FFF2-40B4-BE49-F238E27FC236}">
                  <a16:creationId xmlns:a16="http://schemas.microsoft.com/office/drawing/2014/main" id="{CB2A5DCC-0158-1E03-7BE8-6895925522E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824" y="2736"/>
              <a:ext cx="336" cy="336"/>
            </a:xfrm>
            <a:prstGeom prst="ellipse">
              <a:avLst/>
            </a:prstGeom>
            <a:solidFill>
              <a:srgbClr val="669999"/>
            </a:solidFill>
            <a:ln w="9525">
              <a:solidFill>
                <a:srgbClr val="000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  <a:buClrTx/>
                <a:defRPr/>
              </a:pPr>
              <a:endParaRPr lang="en-SE" sz="1800">
                <a:latin typeface="Arial" panose="020B0604020202020204" pitchFamily="34" charset="0"/>
                <a:ea typeface="+mn-ea"/>
                <a:cs typeface="+mn-cs"/>
              </a:endParaRPr>
            </a:p>
          </p:txBody>
        </p:sp>
        <p:sp>
          <p:nvSpPr>
            <p:cNvPr id="133" name="Text Box 12">
              <a:extLst>
                <a:ext uri="{FF2B5EF4-FFF2-40B4-BE49-F238E27FC236}">
                  <a16:creationId xmlns:a16="http://schemas.microsoft.com/office/drawing/2014/main" id="{FA24D7D0-3E47-6CFC-3237-5AD88433C2C7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872" y="2736"/>
              <a:ext cx="288" cy="288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/>
            <a:p>
              <a:pPr fontAlgn="base">
                <a:spcBef>
                  <a:spcPct val="50000"/>
                </a:spcBef>
                <a:spcAft>
                  <a:spcPct val="0"/>
                </a:spcAft>
                <a:buClrTx/>
                <a:defRPr/>
              </a:pPr>
              <a:r>
                <a:rPr lang="en-US" altLang="en-SE" sz="2400">
                  <a:latin typeface="Arial" panose="020B0604020202020204" pitchFamily="34" charset="0"/>
                  <a:ea typeface="+mn-ea"/>
                  <a:cs typeface="+mn-cs"/>
                </a:rPr>
                <a:t>C</a:t>
              </a:r>
            </a:p>
          </p:txBody>
        </p:sp>
      </p:grpSp>
      <p:grpSp>
        <p:nvGrpSpPr>
          <p:cNvPr id="134" name="Group 13">
            <a:extLst>
              <a:ext uri="{FF2B5EF4-FFF2-40B4-BE49-F238E27FC236}">
                <a16:creationId xmlns:a16="http://schemas.microsoft.com/office/drawing/2014/main" id="{5A5B9254-58E2-32B8-8E04-7AB13B3418F4}"/>
              </a:ext>
            </a:extLst>
          </p:cNvPr>
          <p:cNvGrpSpPr>
            <a:grpSpLocks/>
          </p:cNvGrpSpPr>
          <p:nvPr/>
        </p:nvGrpSpPr>
        <p:grpSpPr bwMode="auto">
          <a:xfrm>
            <a:off x="6781800" y="4013427"/>
            <a:ext cx="533400" cy="533400"/>
            <a:chOff x="1824" y="2736"/>
            <a:chExt cx="336" cy="336"/>
          </a:xfrm>
        </p:grpSpPr>
        <p:sp>
          <p:nvSpPr>
            <p:cNvPr id="135" name="Oval 14">
              <a:extLst>
                <a:ext uri="{FF2B5EF4-FFF2-40B4-BE49-F238E27FC236}">
                  <a16:creationId xmlns:a16="http://schemas.microsoft.com/office/drawing/2014/main" id="{435F5BD3-0332-7618-D623-AB82712BBC8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824" y="2736"/>
              <a:ext cx="336" cy="336"/>
            </a:xfrm>
            <a:prstGeom prst="ellipse">
              <a:avLst/>
            </a:prstGeom>
            <a:solidFill>
              <a:srgbClr val="669999"/>
            </a:solidFill>
            <a:ln w="9525">
              <a:solidFill>
                <a:srgbClr val="000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  <a:buClrTx/>
                <a:defRPr/>
              </a:pPr>
              <a:endParaRPr lang="en-SE" sz="1800">
                <a:latin typeface="Arial" panose="020B0604020202020204" pitchFamily="34" charset="0"/>
                <a:ea typeface="+mn-ea"/>
                <a:cs typeface="+mn-cs"/>
              </a:endParaRPr>
            </a:p>
          </p:txBody>
        </p:sp>
        <p:sp>
          <p:nvSpPr>
            <p:cNvPr id="136" name="Text Box 15">
              <a:extLst>
                <a:ext uri="{FF2B5EF4-FFF2-40B4-BE49-F238E27FC236}">
                  <a16:creationId xmlns:a16="http://schemas.microsoft.com/office/drawing/2014/main" id="{78CE75CC-1DC5-A1EE-CF5F-51326554955E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872" y="2736"/>
              <a:ext cx="288" cy="288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/>
            <a:p>
              <a:pPr fontAlgn="base">
                <a:spcBef>
                  <a:spcPct val="50000"/>
                </a:spcBef>
                <a:spcAft>
                  <a:spcPct val="0"/>
                </a:spcAft>
                <a:buClrTx/>
                <a:defRPr/>
              </a:pPr>
              <a:r>
                <a:rPr lang="en-US" altLang="en-SE" sz="2400">
                  <a:latin typeface="Arial" panose="020B0604020202020204" pitchFamily="34" charset="0"/>
                  <a:ea typeface="+mn-ea"/>
                  <a:cs typeface="+mn-cs"/>
                </a:rPr>
                <a:t>E</a:t>
              </a:r>
            </a:p>
          </p:txBody>
        </p:sp>
      </p:grpSp>
      <p:grpSp>
        <p:nvGrpSpPr>
          <p:cNvPr id="137" name="Group 16">
            <a:extLst>
              <a:ext uri="{FF2B5EF4-FFF2-40B4-BE49-F238E27FC236}">
                <a16:creationId xmlns:a16="http://schemas.microsoft.com/office/drawing/2014/main" id="{3D4F3C06-02EC-3049-F926-D9BCAA6964FA}"/>
              </a:ext>
            </a:extLst>
          </p:cNvPr>
          <p:cNvGrpSpPr>
            <a:grpSpLocks/>
          </p:cNvGrpSpPr>
          <p:nvPr/>
        </p:nvGrpSpPr>
        <p:grpSpPr bwMode="auto">
          <a:xfrm>
            <a:off x="6781800" y="2337027"/>
            <a:ext cx="533400" cy="533400"/>
            <a:chOff x="1824" y="2736"/>
            <a:chExt cx="336" cy="336"/>
          </a:xfrm>
        </p:grpSpPr>
        <p:sp>
          <p:nvSpPr>
            <p:cNvPr id="138" name="Oval 17">
              <a:extLst>
                <a:ext uri="{FF2B5EF4-FFF2-40B4-BE49-F238E27FC236}">
                  <a16:creationId xmlns:a16="http://schemas.microsoft.com/office/drawing/2014/main" id="{F13DD352-A342-AF2D-E560-D6429381B3F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824" y="2736"/>
              <a:ext cx="336" cy="336"/>
            </a:xfrm>
            <a:prstGeom prst="ellipse">
              <a:avLst/>
            </a:prstGeom>
            <a:solidFill>
              <a:srgbClr val="669999"/>
            </a:solidFill>
            <a:ln w="9525">
              <a:solidFill>
                <a:srgbClr val="000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  <a:buClrTx/>
                <a:defRPr/>
              </a:pPr>
              <a:endParaRPr lang="en-SE" sz="1800">
                <a:latin typeface="Arial" panose="020B0604020202020204" pitchFamily="34" charset="0"/>
                <a:ea typeface="+mn-ea"/>
                <a:cs typeface="+mn-cs"/>
              </a:endParaRPr>
            </a:p>
          </p:txBody>
        </p:sp>
        <p:sp>
          <p:nvSpPr>
            <p:cNvPr id="139" name="Text Box 18">
              <a:extLst>
                <a:ext uri="{FF2B5EF4-FFF2-40B4-BE49-F238E27FC236}">
                  <a16:creationId xmlns:a16="http://schemas.microsoft.com/office/drawing/2014/main" id="{6E69F09C-B7D5-A0E3-DF45-36EC1A519757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872" y="2736"/>
              <a:ext cx="288" cy="288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/>
            <a:p>
              <a:pPr fontAlgn="base">
                <a:spcBef>
                  <a:spcPct val="50000"/>
                </a:spcBef>
                <a:spcAft>
                  <a:spcPct val="0"/>
                </a:spcAft>
                <a:buClrTx/>
                <a:defRPr/>
              </a:pPr>
              <a:r>
                <a:rPr lang="en-US" altLang="en-SE" sz="2400">
                  <a:latin typeface="Arial" panose="020B0604020202020204" pitchFamily="34" charset="0"/>
                  <a:ea typeface="+mn-ea"/>
                  <a:cs typeface="+mn-cs"/>
                </a:rPr>
                <a:t>D</a:t>
              </a:r>
            </a:p>
          </p:txBody>
        </p:sp>
      </p:grpSp>
      <p:sp>
        <p:nvSpPr>
          <p:cNvPr id="140" name="Line 19">
            <a:extLst>
              <a:ext uri="{FF2B5EF4-FFF2-40B4-BE49-F238E27FC236}">
                <a16:creationId xmlns:a16="http://schemas.microsoft.com/office/drawing/2014/main" id="{EBB0A1FA-60C2-9DC0-68AE-F003EE447E3C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4572000" y="2718027"/>
            <a:ext cx="685800" cy="609600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fontAlgn="base">
              <a:spcBef>
                <a:spcPct val="0"/>
              </a:spcBef>
              <a:spcAft>
                <a:spcPct val="0"/>
              </a:spcAft>
              <a:buClrTx/>
              <a:defRPr/>
            </a:pPr>
            <a:endParaRPr lang="en-SE" sz="1800">
              <a:latin typeface="Arial" panose="020B0604020202020204" pitchFamily="34" charset="0"/>
              <a:ea typeface="+mn-ea"/>
              <a:cs typeface="+mn-cs"/>
            </a:endParaRPr>
          </a:p>
        </p:txBody>
      </p:sp>
      <p:sp>
        <p:nvSpPr>
          <p:cNvPr id="141" name="Line 20">
            <a:extLst>
              <a:ext uri="{FF2B5EF4-FFF2-40B4-BE49-F238E27FC236}">
                <a16:creationId xmlns:a16="http://schemas.microsoft.com/office/drawing/2014/main" id="{0E301DCB-CED1-573F-434A-8FBABD174EC3}"/>
              </a:ext>
            </a:extLst>
          </p:cNvPr>
          <p:cNvSpPr>
            <a:spLocks noChangeShapeType="1"/>
          </p:cNvSpPr>
          <p:nvPr/>
        </p:nvSpPr>
        <p:spPr bwMode="auto">
          <a:xfrm>
            <a:off x="4572000" y="3708627"/>
            <a:ext cx="685800" cy="457200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fontAlgn="base">
              <a:spcBef>
                <a:spcPct val="0"/>
              </a:spcBef>
              <a:spcAft>
                <a:spcPct val="0"/>
              </a:spcAft>
              <a:buClrTx/>
              <a:defRPr/>
            </a:pPr>
            <a:endParaRPr lang="en-SE" sz="1800">
              <a:latin typeface="Arial" panose="020B0604020202020204" pitchFamily="34" charset="0"/>
              <a:ea typeface="+mn-ea"/>
              <a:cs typeface="+mn-cs"/>
            </a:endParaRPr>
          </a:p>
        </p:txBody>
      </p:sp>
      <p:sp>
        <p:nvSpPr>
          <p:cNvPr id="142" name="Line 21">
            <a:extLst>
              <a:ext uri="{FF2B5EF4-FFF2-40B4-BE49-F238E27FC236}">
                <a16:creationId xmlns:a16="http://schemas.microsoft.com/office/drawing/2014/main" id="{DB55AB09-97B7-1981-62D6-D0033B8A07A6}"/>
              </a:ext>
            </a:extLst>
          </p:cNvPr>
          <p:cNvSpPr>
            <a:spLocks noChangeShapeType="1"/>
          </p:cNvSpPr>
          <p:nvPr/>
        </p:nvSpPr>
        <p:spPr bwMode="auto">
          <a:xfrm>
            <a:off x="5791200" y="4318227"/>
            <a:ext cx="990600" cy="0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fontAlgn="base">
              <a:spcBef>
                <a:spcPct val="0"/>
              </a:spcBef>
              <a:spcAft>
                <a:spcPct val="0"/>
              </a:spcAft>
              <a:buClrTx/>
              <a:defRPr/>
            </a:pPr>
            <a:endParaRPr lang="en-SE" sz="1800">
              <a:latin typeface="Arial" panose="020B0604020202020204" pitchFamily="34" charset="0"/>
              <a:ea typeface="+mn-ea"/>
              <a:cs typeface="+mn-cs"/>
            </a:endParaRPr>
          </a:p>
        </p:txBody>
      </p:sp>
      <p:sp>
        <p:nvSpPr>
          <p:cNvPr id="143" name="Line 22">
            <a:extLst>
              <a:ext uri="{FF2B5EF4-FFF2-40B4-BE49-F238E27FC236}">
                <a16:creationId xmlns:a16="http://schemas.microsoft.com/office/drawing/2014/main" id="{78BB1DF8-34D5-68F3-23BE-CDD9317F3AC7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7086600" y="2870427"/>
            <a:ext cx="0" cy="1143000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fontAlgn="base">
              <a:spcBef>
                <a:spcPct val="0"/>
              </a:spcBef>
              <a:spcAft>
                <a:spcPct val="0"/>
              </a:spcAft>
              <a:buClrTx/>
              <a:defRPr/>
            </a:pPr>
            <a:endParaRPr lang="en-SE" sz="1800">
              <a:latin typeface="Arial" panose="020B0604020202020204" pitchFamily="34" charset="0"/>
              <a:ea typeface="+mn-ea"/>
              <a:cs typeface="+mn-cs"/>
            </a:endParaRPr>
          </a:p>
        </p:txBody>
      </p:sp>
      <p:sp>
        <p:nvSpPr>
          <p:cNvPr id="144" name="Line 23">
            <a:extLst>
              <a:ext uri="{FF2B5EF4-FFF2-40B4-BE49-F238E27FC236}">
                <a16:creationId xmlns:a16="http://schemas.microsoft.com/office/drawing/2014/main" id="{82081C44-2F47-05E4-00FC-818E9672CBC0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5562600" y="2870427"/>
            <a:ext cx="0" cy="1143000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fontAlgn="base">
              <a:spcBef>
                <a:spcPct val="0"/>
              </a:spcBef>
              <a:spcAft>
                <a:spcPct val="0"/>
              </a:spcAft>
              <a:buClrTx/>
              <a:defRPr/>
            </a:pPr>
            <a:endParaRPr lang="en-SE" sz="1800">
              <a:latin typeface="Arial" panose="020B0604020202020204" pitchFamily="34" charset="0"/>
              <a:ea typeface="+mn-ea"/>
              <a:cs typeface="+mn-cs"/>
            </a:endParaRPr>
          </a:p>
        </p:txBody>
      </p:sp>
      <p:sp>
        <p:nvSpPr>
          <p:cNvPr id="145" name="Line 24">
            <a:extLst>
              <a:ext uri="{FF2B5EF4-FFF2-40B4-BE49-F238E27FC236}">
                <a16:creationId xmlns:a16="http://schemas.microsoft.com/office/drawing/2014/main" id="{997A96CB-D51B-24FE-766F-7A9160F4BC01}"/>
              </a:ext>
            </a:extLst>
          </p:cNvPr>
          <p:cNvSpPr>
            <a:spLocks noChangeShapeType="1"/>
          </p:cNvSpPr>
          <p:nvPr/>
        </p:nvSpPr>
        <p:spPr bwMode="auto">
          <a:xfrm>
            <a:off x="5791200" y="2565627"/>
            <a:ext cx="990600" cy="0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fontAlgn="base">
              <a:spcBef>
                <a:spcPct val="0"/>
              </a:spcBef>
              <a:spcAft>
                <a:spcPct val="0"/>
              </a:spcAft>
              <a:buClrTx/>
              <a:defRPr/>
            </a:pPr>
            <a:endParaRPr lang="en-SE" sz="1800">
              <a:latin typeface="Arial" panose="020B0604020202020204" pitchFamily="34" charset="0"/>
              <a:ea typeface="+mn-ea"/>
              <a:cs typeface="+mn-cs"/>
            </a:endParaRPr>
          </a:p>
        </p:txBody>
      </p:sp>
      <p:sp>
        <p:nvSpPr>
          <p:cNvPr id="146" name="Line 25">
            <a:extLst>
              <a:ext uri="{FF2B5EF4-FFF2-40B4-BE49-F238E27FC236}">
                <a16:creationId xmlns:a16="http://schemas.microsoft.com/office/drawing/2014/main" id="{100903CB-6917-E924-8C36-426E6A763A20}"/>
              </a:ext>
            </a:extLst>
          </p:cNvPr>
          <p:cNvSpPr>
            <a:spLocks noChangeShapeType="1"/>
          </p:cNvSpPr>
          <p:nvPr/>
        </p:nvSpPr>
        <p:spPr bwMode="auto">
          <a:xfrm>
            <a:off x="5715000" y="2794227"/>
            <a:ext cx="1143000" cy="1295400"/>
          </a:xfrm>
          <a:prstGeom prst="line">
            <a:avLst/>
          </a:prstGeom>
          <a:noFill/>
          <a:ln w="9525">
            <a:solidFill>
              <a:srgbClr val="00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fontAlgn="base">
              <a:spcBef>
                <a:spcPct val="0"/>
              </a:spcBef>
              <a:spcAft>
                <a:spcPct val="0"/>
              </a:spcAft>
              <a:buClrTx/>
              <a:defRPr/>
            </a:pPr>
            <a:endParaRPr lang="en-SE" sz="1800">
              <a:latin typeface="Arial" panose="020B0604020202020204" pitchFamily="34" charset="0"/>
              <a:ea typeface="+mn-ea"/>
              <a:cs typeface="+mn-cs"/>
            </a:endParaRPr>
          </a:p>
        </p:txBody>
      </p:sp>
      <p:sp>
        <p:nvSpPr>
          <p:cNvPr id="147" name="Text Box 26">
            <a:extLst>
              <a:ext uri="{FF2B5EF4-FFF2-40B4-BE49-F238E27FC236}">
                <a16:creationId xmlns:a16="http://schemas.microsoft.com/office/drawing/2014/main" id="{E218DD03-A090-1235-1FA8-AA198BDDD99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572000" y="3951515"/>
            <a:ext cx="533400" cy="3667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fontAlgn="base">
              <a:spcBef>
                <a:spcPct val="50000"/>
              </a:spcBef>
              <a:spcAft>
                <a:spcPct val="0"/>
              </a:spcAft>
              <a:buClrTx/>
            </a:pPr>
            <a:r>
              <a:rPr lang="en-US" altLang="en-SE" sz="1800" kern="1200">
                <a:latin typeface="Arial" panose="020B0604020202020204" pitchFamily="34" charset="0"/>
                <a:ea typeface="+mn-ea"/>
                <a:cs typeface="+mn-cs"/>
              </a:rPr>
              <a:t>1</a:t>
            </a:r>
          </a:p>
        </p:txBody>
      </p:sp>
      <p:sp>
        <p:nvSpPr>
          <p:cNvPr id="148" name="Text Box 27">
            <a:extLst>
              <a:ext uri="{FF2B5EF4-FFF2-40B4-BE49-F238E27FC236}">
                <a16:creationId xmlns:a16="http://schemas.microsoft.com/office/drawing/2014/main" id="{EBCD4D68-3B3E-F173-7B57-890F6565F75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257800" y="3251428"/>
            <a:ext cx="533400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fontAlgn="base">
              <a:spcBef>
                <a:spcPct val="50000"/>
              </a:spcBef>
              <a:spcAft>
                <a:spcPct val="0"/>
              </a:spcAft>
              <a:buClrTx/>
            </a:pPr>
            <a:r>
              <a:rPr lang="en-US" altLang="en-SE" sz="1800" kern="1200">
                <a:latin typeface="Arial" panose="020B0604020202020204" pitchFamily="34" charset="0"/>
                <a:ea typeface="+mn-ea"/>
                <a:cs typeface="+mn-cs"/>
              </a:rPr>
              <a:t>1</a:t>
            </a:r>
          </a:p>
        </p:txBody>
      </p:sp>
      <p:sp>
        <p:nvSpPr>
          <p:cNvPr id="149" name="Text Box 28">
            <a:extLst>
              <a:ext uri="{FF2B5EF4-FFF2-40B4-BE49-F238E27FC236}">
                <a16:creationId xmlns:a16="http://schemas.microsoft.com/office/drawing/2014/main" id="{42ECAABF-237A-4F8A-5E23-96E58FE82AE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572000" y="2641828"/>
            <a:ext cx="533400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fontAlgn="base">
              <a:spcBef>
                <a:spcPct val="50000"/>
              </a:spcBef>
              <a:spcAft>
                <a:spcPct val="0"/>
              </a:spcAft>
              <a:buClrTx/>
            </a:pPr>
            <a:r>
              <a:rPr lang="en-US" altLang="en-SE" sz="1800" kern="1200">
                <a:latin typeface="Arial" panose="020B0604020202020204" pitchFamily="34" charset="0"/>
                <a:ea typeface="+mn-ea"/>
                <a:cs typeface="+mn-cs"/>
              </a:rPr>
              <a:t>3</a:t>
            </a:r>
          </a:p>
        </p:txBody>
      </p:sp>
      <p:sp>
        <p:nvSpPr>
          <p:cNvPr id="150" name="Text Box 29">
            <a:extLst>
              <a:ext uri="{FF2B5EF4-FFF2-40B4-BE49-F238E27FC236}">
                <a16:creationId xmlns:a16="http://schemas.microsoft.com/office/drawing/2014/main" id="{6482E00B-F5A0-A8F8-490E-8A054CCBDC6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172200" y="2184628"/>
            <a:ext cx="533400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fontAlgn="base">
              <a:spcBef>
                <a:spcPct val="50000"/>
              </a:spcBef>
              <a:spcAft>
                <a:spcPct val="0"/>
              </a:spcAft>
              <a:buClrTx/>
            </a:pPr>
            <a:r>
              <a:rPr lang="en-US" altLang="en-SE" sz="1800" kern="1200">
                <a:latin typeface="Arial" panose="020B0604020202020204" pitchFamily="34" charset="0"/>
                <a:ea typeface="+mn-ea"/>
                <a:cs typeface="+mn-cs"/>
              </a:rPr>
              <a:t>3</a:t>
            </a:r>
          </a:p>
        </p:txBody>
      </p:sp>
      <p:sp>
        <p:nvSpPr>
          <p:cNvPr id="151" name="Text Box 30">
            <a:extLst>
              <a:ext uri="{FF2B5EF4-FFF2-40B4-BE49-F238E27FC236}">
                <a16:creationId xmlns:a16="http://schemas.microsoft.com/office/drawing/2014/main" id="{C7EEB1D6-9A83-64D3-580E-A66A7AED8B7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162800" y="3189515"/>
            <a:ext cx="533400" cy="3667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fontAlgn="base">
              <a:spcBef>
                <a:spcPct val="50000"/>
              </a:spcBef>
              <a:spcAft>
                <a:spcPct val="0"/>
              </a:spcAft>
              <a:buClrTx/>
            </a:pPr>
            <a:r>
              <a:rPr lang="en-US" altLang="en-SE" sz="1800" kern="1200">
                <a:latin typeface="Arial" panose="020B0604020202020204" pitchFamily="34" charset="0"/>
                <a:ea typeface="+mn-ea"/>
                <a:cs typeface="+mn-cs"/>
              </a:rPr>
              <a:t>2</a:t>
            </a:r>
          </a:p>
        </p:txBody>
      </p:sp>
      <p:sp>
        <p:nvSpPr>
          <p:cNvPr id="152" name="Text Box 31">
            <a:extLst>
              <a:ext uri="{FF2B5EF4-FFF2-40B4-BE49-F238E27FC236}">
                <a16:creationId xmlns:a16="http://schemas.microsoft.com/office/drawing/2014/main" id="{1AD63A05-7A2D-F3BF-C04F-31E9889CF3D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248400" y="3037115"/>
            <a:ext cx="533400" cy="3667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fontAlgn="base">
              <a:spcBef>
                <a:spcPct val="50000"/>
              </a:spcBef>
              <a:spcAft>
                <a:spcPct val="0"/>
              </a:spcAft>
              <a:buClrTx/>
            </a:pPr>
            <a:r>
              <a:rPr lang="en-US" altLang="en-SE" sz="1800" kern="1200">
                <a:latin typeface="Arial" panose="020B0604020202020204" pitchFamily="34" charset="0"/>
                <a:ea typeface="+mn-ea"/>
                <a:cs typeface="+mn-cs"/>
              </a:rPr>
              <a:t>1</a:t>
            </a:r>
          </a:p>
        </p:txBody>
      </p:sp>
      <p:sp>
        <p:nvSpPr>
          <p:cNvPr id="153" name="Text Box 32">
            <a:extLst>
              <a:ext uri="{FF2B5EF4-FFF2-40B4-BE49-F238E27FC236}">
                <a16:creationId xmlns:a16="http://schemas.microsoft.com/office/drawing/2014/main" id="{D0C9CCFA-81F9-6CCC-ED2A-F73F904F7CF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172200" y="4332515"/>
            <a:ext cx="533400" cy="3667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fontAlgn="base">
              <a:spcBef>
                <a:spcPct val="50000"/>
              </a:spcBef>
              <a:spcAft>
                <a:spcPct val="0"/>
              </a:spcAft>
              <a:buClrTx/>
            </a:pPr>
            <a:r>
              <a:rPr lang="en-US" altLang="en-SE" sz="1800" kern="1200">
                <a:latin typeface="Arial" panose="020B0604020202020204" pitchFamily="34" charset="0"/>
                <a:ea typeface="+mn-ea"/>
                <a:cs typeface="+mn-cs"/>
              </a:rPr>
              <a:t>4</a:t>
            </a:r>
          </a:p>
        </p:txBody>
      </p:sp>
      <p:sp>
        <p:nvSpPr>
          <p:cNvPr id="3" name="Google Shape;14;p1">
            <a:extLst>
              <a:ext uri="{FF2B5EF4-FFF2-40B4-BE49-F238E27FC236}">
                <a16:creationId xmlns:a16="http://schemas.microsoft.com/office/drawing/2014/main" id="{B4521588-AD83-5737-C0EE-275520291964}"/>
              </a:ext>
            </a:extLst>
          </p:cNvPr>
          <p:cNvSpPr txBox="1"/>
          <p:nvPr/>
        </p:nvSpPr>
        <p:spPr>
          <a:xfrm>
            <a:off x="11665526" y="6495138"/>
            <a:ext cx="526473" cy="4246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8375" tIns="88375" rIns="88375" bIns="88375" anchor="ctr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>
                <a:solidFill>
                  <a:srgbClr val="59595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 </a:t>
            </a:r>
            <a:fld id="{00000000-1234-1234-1234-123412341234}" type="slidenum">
              <a:rPr lang="en-US" sz="1600">
                <a:solidFill>
                  <a:srgbClr val="59595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fld>
            <a:endParaRPr sz="1600" dirty="0">
              <a:solidFill>
                <a:srgbClr val="595959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4" name="Google Shape;497;p25">
            <a:extLst>
              <a:ext uri="{FF2B5EF4-FFF2-40B4-BE49-F238E27FC236}">
                <a16:creationId xmlns:a16="http://schemas.microsoft.com/office/drawing/2014/main" id="{6DCB7AC3-B1AD-2A49-2780-84A9CC5B809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75239" y="263276"/>
            <a:ext cx="11187000" cy="101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 fontScale="90000"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en-US" dirty="0"/>
              <a:t>Q. Dijkstra’s Algorithm </a:t>
            </a:r>
            <a:r>
              <a:rPr lang="en-US" altLang="zh-CN" dirty="0"/>
              <a:t>(Source Node A, Undirected Graph)</a:t>
            </a:r>
            <a:endParaRPr dirty="0"/>
          </a:p>
        </p:txBody>
      </p:sp>
      <p:graphicFrame>
        <p:nvGraphicFramePr>
          <p:cNvPr id="6" name="Google Shape;495;p25">
            <a:extLst>
              <a:ext uri="{FF2B5EF4-FFF2-40B4-BE49-F238E27FC236}">
                <a16:creationId xmlns:a16="http://schemas.microsoft.com/office/drawing/2014/main" id="{3D77B7CD-ADC2-EB59-977D-D038AC376375}"/>
              </a:ext>
            </a:extLst>
          </p:cNvPr>
          <p:cNvGraphicFramePr/>
          <p:nvPr/>
        </p:nvGraphicFramePr>
        <p:xfrm>
          <a:off x="7923500" y="3524407"/>
          <a:ext cx="3092700" cy="2240210"/>
        </p:xfrm>
        <a:graphic>
          <a:graphicData uri="http://schemas.openxmlformats.org/drawingml/2006/table">
            <a:tbl>
              <a:tblPr firstRow="1" bandRow="1">
                <a:noFill/>
              </a:tblPr>
              <a:tblGrid>
                <a:gridCol w="10309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309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309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900" dirty="0">
                          <a:latin typeface="Quattrocento Sans" panose="020B0502050000020003" pitchFamily="34" charset="0"/>
                          <a:ea typeface="Calibri"/>
                          <a:cs typeface="Calibri"/>
                          <a:sym typeface="Calibri"/>
                        </a:rPr>
                        <a:t>Node</a:t>
                      </a:r>
                      <a:endParaRPr dirty="0">
                        <a:latin typeface="Quattrocento Sans" panose="020B0502050000020003" pitchFamily="34" charset="0"/>
                      </a:endParaRPr>
                    </a:p>
                  </a:txBody>
                  <a:tcPr marL="60950" marR="60950" marT="60950" marB="60950" anchor="ctr">
                    <a:lnL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A48DD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900" dirty="0">
                          <a:latin typeface="Quattrocento Sans" panose="020B0502050000020003" pitchFamily="34" charset="0"/>
                          <a:ea typeface="Calibri"/>
                          <a:cs typeface="Calibri"/>
                          <a:sym typeface="Calibri"/>
                        </a:rPr>
                        <a:t>SD</a:t>
                      </a:r>
                      <a:endParaRPr sz="1900" dirty="0">
                        <a:latin typeface="Quattrocento Sans" panose="020B0502050000020003" pitchFamily="34" charset="0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0950" marR="60950" marT="60950" marB="60950" anchor="ctr">
                    <a:lnL w="19050" cap="flat" cmpd="sng" algn="ctr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 algn="ctr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A48DD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900" dirty="0">
                          <a:latin typeface="Quattrocento Sans" panose="020B0502050000020003" pitchFamily="34" charset="0"/>
                          <a:ea typeface="Calibri"/>
                          <a:cs typeface="Calibri"/>
                          <a:sym typeface="Calibri"/>
                        </a:rPr>
                        <a:t>PN</a:t>
                      </a:r>
                      <a:endParaRPr sz="1900" dirty="0">
                        <a:latin typeface="Quattrocento Sans" panose="020B0502050000020003" pitchFamily="34" charset="0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0950" marR="60950" marT="60950" marB="60950" anchor="ctr">
                    <a:lnL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A48DD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>
                          <a:solidFill>
                            <a:schemeClr val="tx1"/>
                          </a:solidFill>
                          <a:latin typeface="Quattrocento Sans" panose="020B0502050000020003" pitchFamily="34" charset="0"/>
                          <a:ea typeface="Calibri"/>
                          <a:cs typeface="Calibri"/>
                          <a:sym typeface="Calibri"/>
                        </a:rPr>
                        <a:t>A</a:t>
                      </a:r>
                      <a:endParaRPr>
                        <a:solidFill>
                          <a:schemeClr val="tx1"/>
                        </a:solidFill>
                        <a:latin typeface="Quattrocento Sans" panose="020B0502050000020003" pitchFamily="34" charset="0"/>
                      </a:endParaRPr>
                    </a:p>
                  </a:txBody>
                  <a:tcPr marL="60950" marR="60950" marT="60950" marB="60950" anchor="ctr">
                    <a:lnL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b="0" dirty="0">
                        <a:solidFill>
                          <a:schemeClr val="tx1"/>
                        </a:solidFill>
                        <a:latin typeface="Quattrocento Sans" panose="020B0502050000020003" pitchFamily="34" charset="0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0950" marR="60950" marT="60950" marB="60950" anchor="ctr">
                    <a:lnL w="19050" cap="flat" cmpd="sng" algn="ctr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 algn="ctr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 algn="ctr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dirty="0">
                        <a:solidFill>
                          <a:schemeClr val="tx1"/>
                        </a:solidFill>
                        <a:latin typeface="Quattrocento Sans" panose="020B0502050000020003" pitchFamily="34" charset="0"/>
                      </a:endParaRPr>
                    </a:p>
                  </a:txBody>
                  <a:tcPr marL="60950" marR="60950" marT="60950" marB="60950" anchor="ctr">
                    <a:lnL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 algn="ctr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>
                          <a:solidFill>
                            <a:schemeClr val="tx1"/>
                          </a:solidFill>
                          <a:latin typeface="Quattrocento Sans" panose="020B0502050000020003" pitchFamily="34" charset="0"/>
                          <a:ea typeface="Calibri"/>
                          <a:cs typeface="Calibri"/>
                          <a:sym typeface="Calibri"/>
                        </a:rPr>
                        <a:t>B</a:t>
                      </a:r>
                      <a:endParaRPr>
                        <a:solidFill>
                          <a:schemeClr val="tx1"/>
                        </a:solidFill>
                        <a:latin typeface="Quattrocento Sans" panose="020B0502050000020003" pitchFamily="34" charset="0"/>
                      </a:endParaRPr>
                    </a:p>
                  </a:txBody>
                  <a:tcPr marL="60950" marR="60950" marT="60950" marB="60950" anchor="ctr">
                    <a:lnL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endParaRPr lang="en-SE" sz="1600" b="0" i="0" u="none" strike="noStrike" cap="none" dirty="0">
                        <a:solidFill>
                          <a:schemeClr val="tx1"/>
                        </a:solidFill>
                        <a:latin typeface="Quattrocento Sans" panose="020B0502050000020003" pitchFamily="34" charset="0"/>
                        <a:ea typeface="Calibri"/>
                        <a:cs typeface="Calibri"/>
                        <a:sym typeface="Arial"/>
                      </a:endParaRPr>
                    </a:p>
                  </a:txBody>
                  <a:tcPr>
                    <a:lnL w="19050" cap="flat" cmpd="sng" algn="ctr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 algn="ctr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 algn="ctr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endParaRPr lang="en-SE" sz="1600" b="0" i="0" u="none" strike="noStrike" cap="none" dirty="0">
                        <a:solidFill>
                          <a:schemeClr val="tx1"/>
                        </a:solidFill>
                        <a:latin typeface="Quattrocento Sans" panose="020B0502050000020003" pitchFamily="34" charset="0"/>
                        <a:ea typeface="Calibri"/>
                        <a:cs typeface="Calibri"/>
                        <a:sym typeface="Arial"/>
                      </a:endParaRPr>
                    </a:p>
                  </a:txBody>
                  <a:tcPr>
                    <a:lnL w="19050" cap="flat" cmpd="sng" algn="ctr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>
                          <a:solidFill>
                            <a:schemeClr val="tx1"/>
                          </a:solidFill>
                          <a:latin typeface="Quattrocento Sans" panose="020B0502050000020003" pitchFamily="34" charset="0"/>
                          <a:ea typeface="Calibri"/>
                          <a:cs typeface="Calibri"/>
                          <a:sym typeface="Calibri"/>
                        </a:rPr>
                        <a:t>C</a:t>
                      </a:r>
                      <a:endParaRPr>
                        <a:solidFill>
                          <a:schemeClr val="tx1"/>
                        </a:solidFill>
                        <a:latin typeface="Quattrocento Sans" panose="020B0502050000020003" pitchFamily="34" charset="0"/>
                      </a:endParaRPr>
                    </a:p>
                  </a:txBody>
                  <a:tcPr marL="60950" marR="60950" marT="60950" marB="60950" anchor="ctr">
                    <a:lnL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endParaRPr lang="en-SE" sz="1600" b="0" i="0" u="none" strike="noStrike" cap="none" dirty="0">
                        <a:solidFill>
                          <a:schemeClr val="tx1"/>
                        </a:solidFill>
                        <a:latin typeface="Quattrocento Sans" panose="020B0502050000020003" pitchFamily="34" charset="0"/>
                        <a:ea typeface="Calibri"/>
                        <a:cs typeface="Calibri"/>
                        <a:sym typeface="Arial"/>
                      </a:endParaRPr>
                    </a:p>
                  </a:txBody>
                  <a:tcPr>
                    <a:lnL w="19050" cap="flat" cmpd="sng" algn="ctr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 algn="ctr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 algn="ctr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endParaRPr lang="en-SE" sz="1600" b="0" i="0" u="none" strike="noStrike" cap="none" dirty="0">
                        <a:solidFill>
                          <a:schemeClr val="tx1"/>
                        </a:solidFill>
                        <a:latin typeface="Quattrocento Sans" panose="020B0502050000020003" pitchFamily="34" charset="0"/>
                        <a:ea typeface="Calibri"/>
                        <a:cs typeface="Calibri"/>
                        <a:sym typeface="Arial"/>
                      </a:endParaRPr>
                    </a:p>
                  </a:txBody>
                  <a:tcPr>
                    <a:lnL w="19050" cap="flat" cmpd="sng" algn="ctr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 algn="ctr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>
                          <a:solidFill>
                            <a:schemeClr val="tx1"/>
                          </a:solidFill>
                          <a:latin typeface="Quattrocento Sans" panose="020B0502050000020003" pitchFamily="34" charset="0"/>
                          <a:ea typeface="Calibri"/>
                          <a:cs typeface="Calibri"/>
                          <a:sym typeface="Calibri"/>
                        </a:rPr>
                        <a:t>D</a:t>
                      </a:r>
                      <a:endParaRPr>
                        <a:solidFill>
                          <a:schemeClr val="tx1"/>
                        </a:solidFill>
                        <a:latin typeface="Quattrocento Sans" panose="020B0502050000020003" pitchFamily="34" charset="0"/>
                      </a:endParaRPr>
                    </a:p>
                  </a:txBody>
                  <a:tcPr marL="60950" marR="60950" marT="60950" marB="60950" anchor="ctr">
                    <a:lnL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endParaRPr lang="en-SE" sz="1600" b="0" i="0" u="none" strike="noStrike" cap="none" dirty="0">
                        <a:solidFill>
                          <a:schemeClr val="tx1"/>
                        </a:solidFill>
                        <a:latin typeface="Quattrocento Sans" panose="020B0502050000020003" pitchFamily="34" charset="0"/>
                        <a:ea typeface="Calibri"/>
                        <a:cs typeface="Calibri"/>
                        <a:sym typeface="Arial"/>
                      </a:endParaRPr>
                    </a:p>
                  </a:txBody>
                  <a:tcPr>
                    <a:lnL w="19050" cap="flat" cmpd="sng" algn="ctr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 algn="ctr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 algn="ctr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endParaRPr lang="en-SE" sz="1600" b="0" i="0" u="none" strike="noStrike" cap="none" dirty="0">
                        <a:solidFill>
                          <a:schemeClr val="tx1"/>
                        </a:solidFill>
                        <a:latin typeface="Quattrocento Sans" panose="020B0502050000020003" pitchFamily="34" charset="0"/>
                        <a:ea typeface="Calibri"/>
                        <a:cs typeface="Calibri"/>
                        <a:sym typeface="Arial"/>
                      </a:endParaRPr>
                    </a:p>
                  </a:txBody>
                  <a:tcPr>
                    <a:lnL w="19050" cap="flat" cmpd="sng" algn="ctr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57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>
                          <a:solidFill>
                            <a:schemeClr val="tx1"/>
                          </a:solidFill>
                          <a:latin typeface="Quattrocento Sans" panose="020B0502050000020003" pitchFamily="34" charset="0"/>
                          <a:ea typeface="Calibri"/>
                          <a:cs typeface="Calibri"/>
                          <a:sym typeface="Calibri"/>
                        </a:rPr>
                        <a:t>E</a:t>
                      </a:r>
                      <a:endParaRPr>
                        <a:solidFill>
                          <a:schemeClr val="tx1"/>
                        </a:solidFill>
                        <a:latin typeface="Quattrocento Sans" panose="020B0502050000020003" pitchFamily="34" charset="0"/>
                      </a:endParaRPr>
                    </a:p>
                  </a:txBody>
                  <a:tcPr marL="60950" marR="60950" marT="60950" marB="60950" anchor="ctr">
                    <a:lnL w="1270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endParaRPr lang="en-SE" sz="1600" b="0" i="0" u="none" strike="noStrike" cap="none" dirty="0">
                        <a:solidFill>
                          <a:schemeClr val="tx1"/>
                        </a:solidFill>
                        <a:latin typeface="Quattrocento Sans" panose="020B0502050000020003" pitchFamily="34" charset="0"/>
                        <a:ea typeface="Calibri"/>
                        <a:cs typeface="Calibri"/>
                        <a:sym typeface="Arial"/>
                      </a:endParaRPr>
                    </a:p>
                  </a:txBody>
                  <a:tcPr>
                    <a:lnL w="12700" cap="flat" cmpd="sng" algn="ctr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 algn="ctr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endParaRPr lang="en-SE" sz="1600" b="0" i="0" u="none" strike="noStrike" cap="none" dirty="0">
                        <a:solidFill>
                          <a:schemeClr val="tx1"/>
                        </a:solidFill>
                        <a:latin typeface="Quattrocento Sans" panose="020B0502050000020003" pitchFamily="34" charset="0"/>
                        <a:ea typeface="Calibri"/>
                        <a:cs typeface="Calibri"/>
                        <a:sym typeface="Arial"/>
                      </a:endParaRPr>
                    </a:p>
                  </a:txBody>
                  <a:tcPr>
                    <a:lnL w="12700" cap="flat" cmpd="sng" algn="ctr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7" name="Google Shape;498;p25">
            <a:extLst>
              <a:ext uri="{FF2B5EF4-FFF2-40B4-BE49-F238E27FC236}">
                <a16:creationId xmlns:a16="http://schemas.microsoft.com/office/drawing/2014/main" id="{AD849C99-67FE-7C7A-E824-73AB04A29705}"/>
              </a:ext>
            </a:extLst>
          </p:cNvPr>
          <p:cNvSpPr txBox="1"/>
          <p:nvPr/>
        </p:nvSpPr>
        <p:spPr>
          <a:xfrm>
            <a:off x="4408277" y="5196649"/>
            <a:ext cx="2938800" cy="677068"/>
          </a:xfrm>
          <a:prstGeom prst="rect">
            <a:avLst/>
          </a:prstGeom>
          <a:solidFill>
            <a:srgbClr val="E7F1FA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u="sng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Visit Order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2968063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F119CC6-6A58-536E-6009-2AD06269752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SE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96DAA9C-B72E-3DF8-1E0F-21461EC3890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" y="1833963"/>
            <a:ext cx="10342469" cy="4058437"/>
          </a:xfrm>
          <a:prstGeom prst="rect">
            <a:avLst/>
          </a:prstGeom>
        </p:spPr>
      </p:pic>
      <p:sp>
        <p:nvSpPr>
          <p:cNvPr id="8" name="Google Shape;497;p25">
            <a:extLst>
              <a:ext uri="{FF2B5EF4-FFF2-40B4-BE49-F238E27FC236}">
                <a16:creationId xmlns:a16="http://schemas.microsoft.com/office/drawing/2014/main" id="{9B2334E2-13AB-B29A-C699-407EF6A6173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75239" y="263276"/>
            <a:ext cx="11187000" cy="101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 fontScale="90000"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en-US" dirty="0"/>
              <a:t>Q. Dijkstra’s Algorithm </a:t>
            </a:r>
            <a:r>
              <a:rPr lang="en-US" altLang="zh-CN" dirty="0"/>
              <a:t>(Source Node P, Directed Graph)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18232973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D58037-337A-A42C-486D-428810D3B8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5264A7-FFC5-5817-BB3F-BE1D556706D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3631" y="1365196"/>
            <a:ext cx="8116216" cy="1421126"/>
          </a:xfrm>
        </p:spPr>
        <p:txBody>
          <a:bodyPr>
            <a:normAutofit fontScale="77500" lnSpcReduction="20000"/>
          </a:bodyPr>
          <a:lstStyle/>
          <a:p>
            <a:r>
              <a:rPr lang="en-GB" sz="2800" dirty="0">
                <a:latin typeface="Quattrocento Sans" panose="020B0502050000020003" pitchFamily="34" charset="0"/>
              </a:rPr>
              <a:t>Given this directed graph, run </a:t>
            </a:r>
            <a:r>
              <a:rPr lang="en-GB" sz="2800" dirty="0"/>
              <a:t>Topological Sort </a:t>
            </a:r>
            <a:r>
              <a:rPr lang="en-GB" sz="2800" dirty="0">
                <a:latin typeface="Quattrocento Sans" panose="020B0502050000020003" pitchFamily="34" charset="0"/>
              </a:rPr>
              <a:t>to find shortest paths starting from </a:t>
            </a:r>
            <a:r>
              <a:rPr lang="en-GB" sz="2800" dirty="0">
                <a:solidFill>
                  <a:srgbClr val="FF0000"/>
                </a:solidFill>
                <a:latin typeface="Quattrocento Sans" panose="020B0502050000020003" pitchFamily="34" charset="0"/>
              </a:rPr>
              <a:t>source node A</a:t>
            </a:r>
            <a:r>
              <a:rPr lang="en-GB" sz="2800" dirty="0">
                <a:latin typeface="Quattrocento Sans" panose="020B0502050000020003" pitchFamily="34" charset="0"/>
              </a:rPr>
              <a:t>. Give the node visit order, and fill in this table of SN (Shortest Distance) and PN (Previous Node), crossing out old SD and PN as you find a shortcut path with smaller SD. Considering </a:t>
            </a:r>
            <a:r>
              <a:rPr lang="en-GB" sz="2800" dirty="0">
                <a:solidFill>
                  <a:srgbClr val="FF0000"/>
                </a:solidFill>
                <a:latin typeface="Quattrocento Sans" panose="020B0502050000020003" pitchFamily="34" charset="0"/>
              </a:rPr>
              <a:t>all possible </a:t>
            </a:r>
            <a:r>
              <a:rPr lang="en-GB" sz="2800" dirty="0">
                <a:latin typeface="Quattrocento Sans" panose="020B0502050000020003" pitchFamily="34" charset="0"/>
              </a:rPr>
              <a:t>topological orders.</a:t>
            </a:r>
          </a:p>
        </p:txBody>
      </p:sp>
      <p:sp>
        <p:nvSpPr>
          <p:cNvPr id="74" name="Title 1">
            <a:extLst>
              <a:ext uri="{FF2B5EF4-FFF2-40B4-BE49-F238E27FC236}">
                <a16:creationId xmlns:a16="http://schemas.microsoft.com/office/drawing/2014/main" id="{9532A599-2993-5B42-8C77-4772585ADE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</p:spPr>
        <p:txBody>
          <a:bodyPr/>
          <a:lstStyle/>
          <a:p>
            <a:r>
              <a:rPr lang="en-US" altLang="zh-CN" sz="4300" dirty="0">
                <a:solidFill>
                  <a:srgbClr val="0C0C0C"/>
                </a:solidFill>
                <a:latin typeface="Quattrocento Sans"/>
                <a:sym typeface="Quattrocento Sans"/>
              </a:rPr>
              <a:t>Q. Topological Sort</a:t>
            </a:r>
            <a:endParaRPr lang="en-SE" sz="4300" dirty="0">
              <a:solidFill>
                <a:srgbClr val="0C0C0C"/>
              </a:solidFill>
              <a:latin typeface="Quattrocento Sans"/>
              <a:sym typeface="Quattrocento Sans"/>
            </a:endParaRPr>
          </a:p>
        </p:txBody>
      </p:sp>
      <p:grpSp>
        <p:nvGrpSpPr>
          <p:cNvPr id="76" name="Group 75">
            <a:extLst>
              <a:ext uri="{FF2B5EF4-FFF2-40B4-BE49-F238E27FC236}">
                <a16:creationId xmlns:a16="http://schemas.microsoft.com/office/drawing/2014/main" id="{7FB4CE10-9B58-9DF4-A4B3-C64E52B73EF3}"/>
              </a:ext>
            </a:extLst>
          </p:cNvPr>
          <p:cNvGrpSpPr/>
          <p:nvPr/>
        </p:nvGrpSpPr>
        <p:grpSpPr>
          <a:xfrm>
            <a:off x="8716485" y="1744394"/>
            <a:ext cx="3092700" cy="3321807"/>
            <a:chOff x="8841391" y="1894638"/>
            <a:chExt cx="3092700" cy="3321807"/>
          </a:xfrm>
        </p:grpSpPr>
        <p:graphicFrame>
          <p:nvGraphicFramePr>
            <p:cNvPr id="89" name="Google Shape;519;p34">
              <a:extLst>
                <a:ext uri="{FF2B5EF4-FFF2-40B4-BE49-F238E27FC236}">
                  <a16:creationId xmlns:a16="http://schemas.microsoft.com/office/drawing/2014/main" id="{115B324E-BE77-5900-E4AF-F3C8A2C8DBA8}"/>
                </a:ext>
              </a:extLst>
            </p:cNvPr>
            <p:cNvGraphicFramePr/>
            <p:nvPr/>
          </p:nvGraphicFramePr>
          <p:xfrm>
            <a:off x="8841391" y="2976235"/>
            <a:ext cx="3092700" cy="2240210"/>
          </p:xfrm>
          <a:graphic>
            <a:graphicData uri="http://schemas.openxmlformats.org/drawingml/2006/table">
              <a:tbl>
                <a:tblPr firstRow="1" bandRow="1">
                  <a:noFill/>
                </a:tblPr>
                <a:tblGrid>
                  <a:gridCol w="1030900">
                    <a:extLst>
                      <a:ext uri="{9D8B030D-6E8A-4147-A177-3AD203B41FA5}">
                        <a16:colId xmlns:a16="http://schemas.microsoft.com/office/drawing/2014/main" val="20000"/>
                      </a:ext>
                    </a:extLst>
                  </a:gridCol>
                  <a:gridCol w="1030900">
                    <a:extLst>
                      <a:ext uri="{9D8B030D-6E8A-4147-A177-3AD203B41FA5}">
                        <a16:colId xmlns:a16="http://schemas.microsoft.com/office/drawing/2014/main" val="20002"/>
                      </a:ext>
                    </a:extLst>
                  </a:gridCol>
                  <a:gridCol w="1030900">
                    <a:extLst>
                      <a:ext uri="{9D8B030D-6E8A-4147-A177-3AD203B41FA5}">
                        <a16:colId xmlns:a16="http://schemas.microsoft.com/office/drawing/2014/main" val="20003"/>
                      </a:ext>
                    </a:extLst>
                  </a:gridCol>
                </a:tblGrid>
                <a:tr h="406400">
                  <a:tc>
                    <a:txBody>
                      <a:bodyPr/>
                      <a:lstStyle/>
                      <a:p>
                        <a:pPr marL="0" lvl="0" indent="0" algn="ctr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Font typeface="Arial"/>
                          <a:buNone/>
                        </a:pPr>
                        <a:r>
                          <a:rPr lang="en-US" sz="1900" dirty="0">
                            <a:solidFill>
                              <a:schemeClr val="lt1"/>
                            </a:solidFill>
                            <a:latin typeface="Quattrocento Sans"/>
                            <a:ea typeface="Quattrocento Sans"/>
                            <a:cs typeface="Quattrocento Sans"/>
                            <a:sym typeface="Quattrocento Sans"/>
                          </a:rPr>
                          <a:t>Node</a:t>
                        </a:r>
                        <a:endParaRPr dirty="0">
                          <a:solidFill>
                            <a:schemeClr val="lt1"/>
                          </a:solidFill>
                          <a:latin typeface="Quattrocento Sans"/>
                          <a:ea typeface="Quattrocento Sans"/>
                          <a:cs typeface="Quattrocento Sans"/>
                          <a:sym typeface="Quattrocento Sans"/>
                        </a:endParaRPr>
                      </a:p>
                    </a:txBody>
                    <a:tcPr marL="60950" marR="60950" marT="60950" marB="60950" anchor="ctr">
                      <a:lnL w="9525" cap="flat" cmpd="sng">
                        <a:solidFill>
                          <a:schemeClr val="dk1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L>
                      <a:lnR w="9525" cap="flat" cmpd="sng">
                        <a:solidFill>
                          <a:schemeClr val="dk1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R>
                      <a:lnT w="9525" cap="flat" cmpd="sng">
                        <a:solidFill>
                          <a:schemeClr val="dk1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T>
                      <a:lnB w="9525" cap="flat" cmpd="sng" algn="ctr">
                        <a:solidFill>
                          <a:schemeClr val="dk1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B>
                      <a:solidFill>
                        <a:srgbClr val="A48DD3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 marL="0" marR="0" lvl="0" indent="0" algn="ctr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US" sz="1900" strike="noStrike" dirty="0">
                            <a:solidFill>
                              <a:schemeClr val="lt1"/>
                            </a:solidFill>
                            <a:latin typeface="Quattrocento Sans"/>
                            <a:ea typeface="Quattrocento Sans"/>
                            <a:cs typeface="Quattrocento Sans"/>
                            <a:sym typeface="Quattrocento Sans"/>
                          </a:rPr>
                          <a:t>SD</a:t>
                        </a:r>
                        <a:endParaRPr sz="1900" strike="noStrike" dirty="0">
                          <a:solidFill>
                            <a:schemeClr val="lt1"/>
                          </a:solidFill>
                          <a:latin typeface="Quattrocento Sans"/>
                          <a:ea typeface="Quattrocento Sans"/>
                          <a:cs typeface="Quattrocento Sans"/>
                          <a:sym typeface="Quattrocento Sans"/>
                        </a:endParaRPr>
                      </a:p>
                    </a:txBody>
                    <a:tcPr marL="60950" marR="60950" marT="60950" marB="60950" anchor="ctr">
                      <a:lnL w="9525" cap="flat" cmpd="sng" algn="ctr">
                        <a:solidFill>
                          <a:schemeClr val="dk1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L>
                      <a:lnR w="9525" cap="flat" cmpd="sng">
                        <a:solidFill>
                          <a:schemeClr val="dk1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R>
                      <a:lnT w="9525" cap="flat" cmpd="sng">
                        <a:solidFill>
                          <a:schemeClr val="dk1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T>
                      <a:lnB w="9525" cap="flat" cmpd="sng" algn="ctr">
                        <a:solidFill>
                          <a:schemeClr val="dk1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B>
                      <a:solidFill>
                        <a:srgbClr val="A48DD3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 marL="0" marR="0" lvl="0" indent="0" algn="ctr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US" sz="1900" strike="noStrike" dirty="0">
                            <a:solidFill>
                              <a:schemeClr val="lt1"/>
                            </a:solidFill>
                            <a:latin typeface="Quattrocento Sans"/>
                            <a:ea typeface="Quattrocento Sans"/>
                            <a:cs typeface="Quattrocento Sans"/>
                            <a:sym typeface="Quattrocento Sans"/>
                          </a:rPr>
                          <a:t>PN</a:t>
                        </a:r>
                        <a:endParaRPr sz="1900" strike="noStrike" dirty="0">
                          <a:solidFill>
                            <a:schemeClr val="lt1"/>
                          </a:solidFill>
                          <a:latin typeface="Quattrocento Sans"/>
                          <a:ea typeface="Quattrocento Sans"/>
                          <a:cs typeface="Quattrocento Sans"/>
                          <a:sym typeface="Quattrocento Sans"/>
                        </a:endParaRPr>
                      </a:p>
                    </a:txBody>
                    <a:tcPr marL="60950" marR="60950" marT="60950" marB="60950" anchor="ctr">
                      <a:lnL w="9525" cap="flat" cmpd="sng">
                        <a:solidFill>
                          <a:schemeClr val="dk1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L>
                      <a:lnR w="9525" cap="flat" cmpd="sng">
                        <a:solidFill>
                          <a:schemeClr val="dk1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R>
                      <a:lnT w="9525" cap="flat" cmpd="sng">
                        <a:solidFill>
                          <a:schemeClr val="dk1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T>
                      <a:lnB w="9525" cap="flat" cmpd="sng" algn="ctr">
                        <a:solidFill>
                          <a:schemeClr val="dk1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B>
                      <a:solidFill>
                        <a:srgbClr val="A48DD3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0"/>
                    </a:ext>
                  </a:extLst>
                </a:tr>
                <a:tr h="365750">
                  <a:tc>
                    <a:txBody>
                      <a:bodyPr/>
                      <a:lstStyle/>
                      <a:p>
                        <a:pPr algn="ctr"/>
                        <a:r>
                          <a:rPr lang="en-US" altLang="zh-CN" sz="1600" dirty="0">
                            <a:solidFill>
                              <a:schemeClr val="tx1"/>
                            </a:solidFill>
                            <a:latin typeface="Quattrocento Sans" panose="020B0502050000020003" pitchFamily="34" charset="0"/>
                          </a:rPr>
                          <a:t>A</a:t>
                        </a:r>
                        <a:endParaRPr lang="en-SE" sz="1600" dirty="0">
                          <a:solidFill>
                            <a:schemeClr val="tx1"/>
                          </a:solidFill>
                          <a:latin typeface="Quattrocento Sans" panose="020B0502050000020003" pitchFamily="34" charset="0"/>
                        </a:endParaRPr>
                      </a:p>
                    </a:txBody>
                    <a:tcPr>
                      <a:lnL w="9525" cap="flat" cmpd="sng">
                        <a:solidFill>
                          <a:schemeClr val="dk1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L>
                      <a:lnR w="9525" cap="flat" cmpd="sng" algn="ctr">
                        <a:solidFill>
                          <a:schemeClr val="dk1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R>
                      <a:lnT w="9525" cap="flat" cmpd="sng">
                        <a:solidFill>
                          <a:schemeClr val="dk1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T>
                      <a:lnB w="9525" cap="flat" cmpd="sng">
                        <a:solidFill>
                          <a:schemeClr val="dk1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B>
                      <a:solidFill>
                        <a:schemeClr val="lt1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 algn="ctr"/>
                        <a:r>
                          <a:rPr lang="en-US" sz="1600" dirty="0">
                            <a:solidFill>
                              <a:schemeClr val="tx1"/>
                            </a:solidFill>
                            <a:latin typeface="Quattrocento Sans" panose="020B0502050000020003" pitchFamily="34" charset="0"/>
                          </a:rPr>
                          <a:t>0</a:t>
                        </a:r>
                        <a:endParaRPr lang="en-SE" sz="1600" dirty="0">
                          <a:solidFill>
                            <a:schemeClr val="tx1"/>
                          </a:solidFill>
                          <a:latin typeface="Quattrocento Sans" panose="020B0502050000020003" pitchFamily="34" charset="0"/>
                        </a:endParaRPr>
                      </a:p>
                    </a:txBody>
                    <a:tcPr>
                      <a:lnL w="9525" cap="flat" cmpd="sng" algn="ctr">
                        <a:solidFill>
                          <a:schemeClr val="dk1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L>
                      <a:lnR w="9525" cap="flat" cmpd="sng">
                        <a:solidFill>
                          <a:schemeClr val="dk1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R>
                      <a:lnT w="9525" cap="flat" cmpd="sng" algn="ctr">
                        <a:solidFill>
                          <a:schemeClr val="dk1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T>
                      <a:lnB w="9525" cap="flat" cmpd="sng" algn="ctr">
                        <a:solidFill>
                          <a:schemeClr val="dk1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B>
                      <a:solidFill>
                        <a:schemeClr val="lt1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 algn="ctr"/>
                        <a:r>
                          <a:rPr lang="en-GB" sz="1600" dirty="0">
                            <a:solidFill>
                              <a:schemeClr val="tx1"/>
                            </a:solidFill>
                            <a:latin typeface="Quattrocento Sans" panose="020B0502050000020003" pitchFamily="34" charset="0"/>
                          </a:rPr>
                          <a:t>/</a:t>
                        </a:r>
                        <a:endParaRPr lang="en-SE" sz="1600" dirty="0">
                          <a:solidFill>
                            <a:schemeClr val="tx1"/>
                          </a:solidFill>
                          <a:latin typeface="Quattrocento Sans" panose="020B0502050000020003" pitchFamily="34" charset="0"/>
                        </a:endParaRPr>
                      </a:p>
                    </a:txBody>
                    <a:tcPr>
                      <a:lnL w="9525" cap="flat" cmpd="sng">
                        <a:solidFill>
                          <a:schemeClr val="dk1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L>
                      <a:lnR w="9525" cap="flat" cmpd="sng">
                        <a:solidFill>
                          <a:schemeClr val="dk1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R>
                      <a:lnT w="9525" cap="flat" cmpd="sng">
                        <a:solidFill>
                          <a:schemeClr val="dk1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T>
                      <a:lnB w="9525" cap="flat" cmpd="sng">
                        <a:solidFill>
                          <a:schemeClr val="dk1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B>
                      <a:solidFill>
                        <a:schemeClr val="lt1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1"/>
                    </a:ext>
                  </a:extLst>
                </a:tr>
                <a:tr h="365750">
                  <a:tc>
                    <a:txBody>
                      <a:bodyPr/>
                      <a:lstStyle/>
                      <a:p>
                        <a:pPr algn="ctr"/>
                        <a:r>
                          <a:rPr lang="en-US" sz="1600" dirty="0">
                            <a:solidFill>
                              <a:schemeClr val="tx1"/>
                            </a:solidFill>
                            <a:latin typeface="Quattrocento Sans" panose="020B0502050000020003" pitchFamily="34" charset="0"/>
                          </a:rPr>
                          <a:t>B</a:t>
                        </a:r>
                        <a:endParaRPr lang="en-SE" sz="1600" dirty="0">
                          <a:solidFill>
                            <a:schemeClr val="tx1"/>
                          </a:solidFill>
                          <a:latin typeface="Quattrocento Sans" panose="020B0502050000020003" pitchFamily="34" charset="0"/>
                        </a:endParaRPr>
                      </a:p>
                    </a:txBody>
                    <a:tcPr>
                      <a:lnL w="9525" cap="flat" cmpd="sng">
                        <a:solidFill>
                          <a:schemeClr val="dk1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L>
                      <a:lnR w="9525" cap="flat" cmpd="sng" algn="ctr">
                        <a:solidFill>
                          <a:schemeClr val="dk1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R>
                      <a:lnT w="9525" cap="flat" cmpd="sng">
                        <a:solidFill>
                          <a:schemeClr val="dk1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T>
                      <a:lnB w="9525" cap="flat" cmpd="sng">
                        <a:solidFill>
                          <a:schemeClr val="dk1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B>
                      <a:solidFill>
                        <a:schemeClr val="lt1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 algn="ctr"/>
                        <a:endParaRPr lang="en-SE" sz="1600" dirty="0">
                          <a:solidFill>
                            <a:schemeClr val="tx1"/>
                          </a:solidFill>
                          <a:latin typeface="Quattrocento Sans" panose="020B0502050000020003" pitchFamily="34" charset="0"/>
                        </a:endParaRPr>
                      </a:p>
                    </a:txBody>
                    <a:tcPr>
                      <a:lnL w="9525" cap="flat" cmpd="sng" algn="ctr">
                        <a:solidFill>
                          <a:schemeClr val="dk1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L>
                      <a:lnR w="9525" cap="flat" cmpd="sng">
                        <a:solidFill>
                          <a:schemeClr val="dk1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R>
                      <a:lnT w="9525" cap="flat" cmpd="sng" algn="ctr">
                        <a:solidFill>
                          <a:schemeClr val="dk1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T>
                      <a:lnB w="9525" cap="flat" cmpd="sng" algn="ctr">
                        <a:solidFill>
                          <a:schemeClr val="dk1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B>
                      <a:solidFill>
                        <a:schemeClr val="lt1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 algn="ctr"/>
                        <a:endParaRPr lang="en-SE" sz="1600" dirty="0">
                          <a:solidFill>
                            <a:schemeClr val="tx1"/>
                          </a:solidFill>
                          <a:latin typeface="Quattrocento Sans" panose="020B0502050000020003" pitchFamily="34" charset="0"/>
                        </a:endParaRPr>
                      </a:p>
                    </a:txBody>
                    <a:tcPr>
                      <a:lnL w="9525" cap="flat" cmpd="sng">
                        <a:solidFill>
                          <a:schemeClr val="dk1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L>
                      <a:lnR w="9525" cap="flat" cmpd="sng">
                        <a:solidFill>
                          <a:schemeClr val="dk1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R>
                      <a:lnT w="9525" cap="flat" cmpd="sng">
                        <a:solidFill>
                          <a:schemeClr val="dk1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T>
                      <a:lnB w="9525" cap="flat" cmpd="sng">
                        <a:solidFill>
                          <a:schemeClr val="dk1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B>
                      <a:solidFill>
                        <a:schemeClr val="lt1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2"/>
                    </a:ext>
                  </a:extLst>
                </a:tr>
                <a:tr h="365750">
                  <a:tc>
                    <a:txBody>
                      <a:bodyPr/>
                      <a:lstStyle/>
                      <a:p>
                        <a:pPr algn="ctr"/>
                        <a:r>
                          <a:rPr lang="en-US" sz="1600" dirty="0">
                            <a:solidFill>
                              <a:schemeClr val="tx1"/>
                            </a:solidFill>
                            <a:latin typeface="Quattrocento Sans" panose="020B0502050000020003" pitchFamily="34" charset="0"/>
                          </a:rPr>
                          <a:t>C</a:t>
                        </a:r>
                        <a:endParaRPr lang="en-SE" sz="1600" dirty="0">
                          <a:solidFill>
                            <a:schemeClr val="tx1"/>
                          </a:solidFill>
                          <a:latin typeface="Quattrocento Sans" panose="020B0502050000020003" pitchFamily="34" charset="0"/>
                        </a:endParaRPr>
                      </a:p>
                    </a:txBody>
                    <a:tcPr>
                      <a:lnL w="9525" cap="flat" cmpd="sng">
                        <a:solidFill>
                          <a:schemeClr val="dk1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L>
                      <a:lnR w="9525" cap="flat" cmpd="sng" algn="ctr">
                        <a:solidFill>
                          <a:schemeClr val="dk1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R>
                      <a:lnT w="9525" cap="flat" cmpd="sng">
                        <a:solidFill>
                          <a:schemeClr val="dk1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T>
                      <a:lnB w="9525" cap="flat" cmpd="sng">
                        <a:solidFill>
                          <a:schemeClr val="dk1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B>
                      <a:solidFill>
                        <a:schemeClr val="lt1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 algn="ctr"/>
                        <a:endParaRPr lang="en-SE" sz="1600" dirty="0">
                          <a:solidFill>
                            <a:schemeClr val="tx1"/>
                          </a:solidFill>
                          <a:latin typeface="Quattrocento Sans" panose="020B0502050000020003" pitchFamily="34" charset="0"/>
                        </a:endParaRPr>
                      </a:p>
                    </a:txBody>
                    <a:tcPr>
                      <a:lnL w="9525" cap="flat" cmpd="sng" algn="ctr">
                        <a:solidFill>
                          <a:schemeClr val="dk1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L>
                      <a:lnR w="9525" cap="flat" cmpd="sng">
                        <a:solidFill>
                          <a:schemeClr val="dk1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R>
                      <a:lnT w="9525" cap="flat" cmpd="sng" algn="ctr">
                        <a:solidFill>
                          <a:schemeClr val="dk1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T>
                      <a:lnB w="9525" cap="flat" cmpd="sng" algn="ctr">
                        <a:solidFill>
                          <a:schemeClr val="dk1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B>
                      <a:solidFill>
                        <a:schemeClr val="lt1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 algn="ctr"/>
                        <a:endParaRPr lang="en-SE" sz="1600" dirty="0">
                          <a:solidFill>
                            <a:schemeClr val="tx1"/>
                          </a:solidFill>
                          <a:latin typeface="Quattrocento Sans" panose="020B0502050000020003" pitchFamily="34" charset="0"/>
                        </a:endParaRPr>
                      </a:p>
                    </a:txBody>
                    <a:tcPr>
                      <a:lnL w="9525" cap="flat" cmpd="sng">
                        <a:solidFill>
                          <a:schemeClr val="dk1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L>
                      <a:lnR w="9525" cap="flat" cmpd="sng">
                        <a:solidFill>
                          <a:schemeClr val="dk1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R>
                      <a:lnT w="9525" cap="flat" cmpd="sng">
                        <a:solidFill>
                          <a:schemeClr val="dk1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T>
                      <a:lnB w="9525" cap="flat" cmpd="sng">
                        <a:solidFill>
                          <a:schemeClr val="dk1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B>
                      <a:solidFill>
                        <a:schemeClr val="lt1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3"/>
                    </a:ext>
                  </a:extLst>
                </a:tr>
                <a:tr h="365750">
                  <a:tc>
                    <a:txBody>
                      <a:bodyPr/>
                      <a:lstStyle/>
                      <a:p>
                        <a:pPr algn="ctr"/>
                        <a:r>
                          <a:rPr lang="en-US" sz="1600" dirty="0">
                            <a:solidFill>
                              <a:schemeClr val="tx1"/>
                            </a:solidFill>
                            <a:latin typeface="Quattrocento Sans" panose="020B0502050000020003" pitchFamily="34" charset="0"/>
                          </a:rPr>
                          <a:t>D</a:t>
                        </a:r>
                        <a:endParaRPr lang="en-SE" sz="1600" dirty="0">
                          <a:solidFill>
                            <a:schemeClr val="tx1"/>
                          </a:solidFill>
                          <a:latin typeface="Quattrocento Sans" panose="020B0502050000020003" pitchFamily="34" charset="0"/>
                        </a:endParaRPr>
                      </a:p>
                    </a:txBody>
                    <a:tcPr>
                      <a:lnL w="9525" cap="flat" cmpd="sng">
                        <a:solidFill>
                          <a:schemeClr val="dk1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L>
                      <a:lnR w="9525" cap="flat" cmpd="sng" algn="ctr">
                        <a:solidFill>
                          <a:schemeClr val="dk1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R>
                      <a:lnT w="9525" cap="flat" cmpd="sng">
                        <a:solidFill>
                          <a:schemeClr val="dk1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T>
                      <a:lnB w="9525" cap="flat" cmpd="sng">
                        <a:solidFill>
                          <a:schemeClr val="dk1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B>
                      <a:solidFill>
                        <a:schemeClr val="lt1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 algn="ctr"/>
                        <a:endParaRPr lang="en-SE" sz="1600" dirty="0">
                          <a:solidFill>
                            <a:schemeClr val="tx1"/>
                          </a:solidFill>
                          <a:latin typeface="Quattrocento Sans" panose="020B0502050000020003" pitchFamily="34" charset="0"/>
                        </a:endParaRPr>
                      </a:p>
                    </a:txBody>
                    <a:tcPr>
                      <a:lnL w="9525" cap="flat" cmpd="sng" algn="ctr">
                        <a:solidFill>
                          <a:schemeClr val="dk1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L>
                      <a:lnR w="9525" cap="flat" cmpd="sng">
                        <a:solidFill>
                          <a:schemeClr val="dk1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R>
                      <a:lnT w="9525" cap="flat" cmpd="sng" algn="ctr">
                        <a:solidFill>
                          <a:schemeClr val="dk1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T>
                      <a:lnB w="9525" cap="flat" cmpd="sng" algn="ctr">
                        <a:solidFill>
                          <a:schemeClr val="dk1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B>
                      <a:solidFill>
                        <a:schemeClr val="lt1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 algn="ctr"/>
                        <a:endParaRPr lang="en-SE" sz="1600" dirty="0">
                          <a:solidFill>
                            <a:schemeClr val="tx1"/>
                          </a:solidFill>
                          <a:latin typeface="Quattrocento Sans" panose="020B0502050000020003" pitchFamily="34" charset="0"/>
                        </a:endParaRPr>
                      </a:p>
                    </a:txBody>
                    <a:tcPr>
                      <a:lnL w="9525" cap="flat" cmpd="sng">
                        <a:solidFill>
                          <a:schemeClr val="dk1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L>
                      <a:lnR w="9525" cap="flat" cmpd="sng">
                        <a:solidFill>
                          <a:schemeClr val="dk1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R>
                      <a:lnT w="9525" cap="flat" cmpd="sng">
                        <a:solidFill>
                          <a:schemeClr val="dk1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T>
                      <a:lnB w="9525" cap="flat" cmpd="sng">
                        <a:solidFill>
                          <a:schemeClr val="dk1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B>
                      <a:solidFill>
                        <a:schemeClr val="lt1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4"/>
                    </a:ext>
                  </a:extLst>
                </a:tr>
                <a:tr h="365750">
                  <a:tc>
                    <a:txBody>
                      <a:bodyPr/>
                      <a:lstStyle/>
                      <a:p>
                        <a:pPr algn="ctr"/>
                        <a:r>
                          <a:rPr lang="en-US" altLang="zh-CN" sz="1600" dirty="0">
                            <a:solidFill>
                              <a:schemeClr val="tx1"/>
                            </a:solidFill>
                            <a:latin typeface="Quattrocento Sans" panose="020B0502050000020003" pitchFamily="34" charset="0"/>
                          </a:rPr>
                          <a:t>E</a:t>
                        </a:r>
                        <a:endParaRPr lang="en-SE" sz="1600" dirty="0">
                          <a:solidFill>
                            <a:schemeClr val="tx1"/>
                          </a:solidFill>
                          <a:latin typeface="Quattrocento Sans" panose="020B0502050000020003" pitchFamily="34" charset="0"/>
                        </a:endParaRPr>
                      </a:p>
                    </a:txBody>
                    <a:tcPr>
                      <a:lnL w="9525" cap="flat" cmpd="sng">
                        <a:solidFill>
                          <a:schemeClr val="dk1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L>
                      <a:lnR w="9525" cap="flat" cmpd="sng" algn="ctr">
                        <a:solidFill>
                          <a:schemeClr val="dk1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R>
                      <a:lnT w="9525" cap="flat" cmpd="sng">
                        <a:solidFill>
                          <a:schemeClr val="dk1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T>
                      <a:lnB w="9525" cap="flat" cmpd="sng">
                        <a:solidFill>
                          <a:schemeClr val="dk1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B>
                      <a:solidFill>
                        <a:schemeClr val="lt1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 marL="0" marR="0" lvl="0" indent="0" algn="ctr" defTabSz="457200" rtl="0" eaLnBrk="1" fontAlgn="auto" latinLnBrk="0" hangingPunct="1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Tx/>
                          <a:buSzTx/>
                          <a:buFontTx/>
                          <a:buNone/>
                          <a:tabLst/>
                          <a:defRPr/>
                        </a:pPr>
                        <a:endParaRPr lang="en-SE" sz="1600" dirty="0">
                          <a:solidFill>
                            <a:schemeClr val="tx1"/>
                          </a:solidFill>
                          <a:latin typeface="Quattrocento Sans" panose="020B0502050000020003" pitchFamily="34" charset="0"/>
                        </a:endParaRPr>
                      </a:p>
                    </a:txBody>
                    <a:tcPr>
                      <a:lnL w="9525" cap="flat" cmpd="sng" algn="ctr">
                        <a:solidFill>
                          <a:schemeClr val="dk1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L>
                      <a:lnR w="9525" cap="flat" cmpd="sng">
                        <a:solidFill>
                          <a:schemeClr val="dk1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R>
                      <a:lnT w="9525" cap="flat" cmpd="sng" algn="ctr">
                        <a:solidFill>
                          <a:schemeClr val="dk1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T>
                      <a:lnB w="9525" cap="flat" cmpd="sng" algn="ctr">
                        <a:solidFill>
                          <a:schemeClr val="dk1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B>
                      <a:solidFill>
                        <a:schemeClr val="lt1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 algn="ctr"/>
                        <a:endParaRPr lang="en-SE" sz="1600" dirty="0">
                          <a:solidFill>
                            <a:schemeClr val="tx1"/>
                          </a:solidFill>
                          <a:latin typeface="Quattrocento Sans" panose="020B0502050000020003" pitchFamily="34" charset="0"/>
                        </a:endParaRPr>
                      </a:p>
                    </a:txBody>
                    <a:tcPr>
                      <a:lnL w="9525" cap="flat" cmpd="sng">
                        <a:solidFill>
                          <a:schemeClr val="dk1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L>
                      <a:lnR w="9525" cap="flat" cmpd="sng">
                        <a:solidFill>
                          <a:schemeClr val="dk1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R>
                      <a:lnT w="9525" cap="flat" cmpd="sng">
                        <a:solidFill>
                          <a:schemeClr val="dk1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T>
                      <a:lnB w="9525" cap="flat" cmpd="sng">
                        <a:solidFill>
                          <a:schemeClr val="dk1"/>
                        </a:solidFill>
                        <a:prstDash val="solid"/>
                        <a:round/>
                        <a:headEnd type="none" w="sm" len="sm"/>
                        <a:tailEnd type="none" w="sm" len="sm"/>
                      </a:lnB>
                      <a:solidFill>
                        <a:schemeClr val="lt1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5"/>
                    </a:ext>
                  </a:extLst>
                </a:tr>
              </a:tbl>
            </a:graphicData>
          </a:graphic>
        </p:graphicFrame>
        <p:sp>
          <p:nvSpPr>
            <p:cNvPr id="90" name="Google Shape;1032;p42">
              <a:extLst>
                <a:ext uri="{FF2B5EF4-FFF2-40B4-BE49-F238E27FC236}">
                  <a16:creationId xmlns:a16="http://schemas.microsoft.com/office/drawing/2014/main" id="{FA7A0A39-89B5-EB0C-CCEA-58D943F1EFE5}"/>
                </a:ext>
              </a:extLst>
            </p:cNvPr>
            <p:cNvSpPr txBox="1"/>
            <p:nvPr/>
          </p:nvSpPr>
          <p:spPr>
            <a:xfrm>
              <a:off x="8841391" y="1894638"/>
              <a:ext cx="3070361" cy="677068"/>
            </a:xfrm>
            <a:prstGeom prst="rect">
              <a:avLst/>
            </a:prstGeom>
            <a:solidFill>
              <a:srgbClr val="E7F1FA"/>
            </a:solidFill>
            <a:ln w="19050" cap="flat" cmpd="sng">
              <a:solidFill>
                <a:srgbClr val="7F7F7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400" u="sng" dirty="0">
                  <a:solidFill>
                    <a:schemeClr val="dk1"/>
                  </a:solidFill>
                  <a:latin typeface="Quattrocento Sans"/>
                  <a:ea typeface="Quattrocento Sans"/>
                  <a:cs typeface="Quattrocento Sans"/>
                  <a:sym typeface="Quattrocento Sans"/>
                </a:rPr>
                <a:t>Visit Order</a:t>
              </a:r>
              <a:endParaRPr dirty="0">
                <a:latin typeface="Quattrocento Sans"/>
                <a:ea typeface="Quattrocento Sans"/>
                <a:cs typeface="Quattrocento Sans"/>
                <a:sym typeface="Quattrocento Sans"/>
              </a:endParaRPr>
            </a:p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>
                <a:latin typeface="Quattrocento Sans"/>
                <a:ea typeface="Quattrocento Sans"/>
                <a:cs typeface="Quattrocento Sans"/>
                <a:sym typeface="Quattrocento Sans"/>
              </a:endParaRPr>
            </a:p>
          </p:txBody>
        </p:sp>
      </p:grpSp>
      <p:sp>
        <p:nvSpPr>
          <p:cNvPr id="17" name="Oval 5">
            <a:extLst>
              <a:ext uri="{FF2B5EF4-FFF2-40B4-BE49-F238E27FC236}">
                <a16:creationId xmlns:a16="http://schemas.microsoft.com/office/drawing/2014/main" id="{80A36392-E1E7-F87C-CC88-A7BFB6336761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8516" y="4105122"/>
            <a:ext cx="533400" cy="533400"/>
          </a:xfrm>
          <a:prstGeom prst="ellipse">
            <a:avLst/>
          </a:prstGeom>
          <a:solidFill>
            <a:schemeClr val="bg1"/>
          </a:solidFill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fontAlgn="base">
              <a:spcBef>
                <a:spcPct val="0"/>
              </a:spcBef>
              <a:spcAft>
                <a:spcPct val="0"/>
              </a:spcAft>
              <a:buClrTx/>
              <a:defRPr/>
            </a:pPr>
            <a:r>
              <a:rPr lang="en-GB" sz="2400" dirty="0">
                <a:latin typeface="Arial" panose="020B0604020202020204" pitchFamily="34" charset="0"/>
              </a:rPr>
              <a:t>A</a:t>
            </a:r>
            <a:endParaRPr lang="en-SE" sz="2400" dirty="0">
              <a:latin typeface="Arial" panose="020B0604020202020204" pitchFamily="34" charset="0"/>
            </a:endParaRPr>
          </a:p>
        </p:txBody>
      </p:sp>
      <p:sp>
        <p:nvSpPr>
          <p:cNvPr id="18" name="Oval 8">
            <a:extLst>
              <a:ext uri="{FF2B5EF4-FFF2-40B4-BE49-F238E27FC236}">
                <a16:creationId xmlns:a16="http://schemas.microsoft.com/office/drawing/2014/main" id="{27A562CA-8D7E-D332-B19E-A56C3F728E0C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51516" y="3190722"/>
            <a:ext cx="533400" cy="533400"/>
          </a:xfrm>
          <a:prstGeom prst="ellipse">
            <a:avLst/>
          </a:prstGeom>
          <a:solidFill>
            <a:schemeClr val="bg1"/>
          </a:solidFill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fontAlgn="base">
              <a:spcBef>
                <a:spcPct val="0"/>
              </a:spcBef>
              <a:spcAft>
                <a:spcPct val="0"/>
              </a:spcAft>
              <a:buClrTx/>
              <a:defRPr/>
            </a:pPr>
            <a:r>
              <a:rPr lang="en-GB" sz="2400" dirty="0">
                <a:latin typeface="Arial" panose="020B0604020202020204" pitchFamily="34" charset="0"/>
              </a:rPr>
              <a:t>B</a:t>
            </a:r>
            <a:endParaRPr lang="en-SE" sz="2400" dirty="0">
              <a:latin typeface="Arial" panose="020B0604020202020204" pitchFamily="34" charset="0"/>
            </a:endParaRPr>
          </a:p>
        </p:txBody>
      </p:sp>
      <p:sp>
        <p:nvSpPr>
          <p:cNvPr id="19" name="Oval 11">
            <a:extLst>
              <a:ext uri="{FF2B5EF4-FFF2-40B4-BE49-F238E27FC236}">
                <a16:creationId xmlns:a16="http://schemas.microsoft.com/office/drawing/2014/main" id="{CDE7974D-6805-2B21-8102-89A8507D993A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51516" y="4867122"/>
            <a:ext cx="533400" cy="533400"/>
          </a:xfrm>
          <a:prstGeom prst="ellipse">
            <a:avLst/>
          </a:prstGeom>
          <a:solidFill>
            <a:schemeClr val="bg1"/>
          </a:solidFill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fontAlgn="base">
              <a:spcBef>
                <a:spcPct val="0"/>
              </a:spcBef>
              <a:spcAft>
                <a:spcPct val="0"/>
              </a:spcAft>
              <a:buClrTx/>
              <a:defRPr/>
            </a:pPr>
            <a:r>
              <a:rPr lang="en-GB" sz="2400" dirty="0">
                <a:latin typeface="Arial" panose="020B0604020202020204" pitchFamily="34" charset="0"/>
              </a:rPr>
              <a:t>C</a:t>
            </a:r>
            <a:endParaRPr lang="en-SE" sz="2400" dirty="0">
              <a:latin typeface="Arial" panose="020B0604020202020204" pitchFamily="34" charset="0"/>
            </a:endParaRPr>
          </a:p>
        </p:txBody>
      </p:sp>
      <p:sp>
        <p:nvSpPr>
          <p:cNvPr id="20" name="Line 19">
            <a:extLst>
              <a:ext uri="{FF2B5EF4-FFF2-40B4-BE49-F238E27FC236}">
                <a16:creationId xmlns:a16="http://schemas.microsoft.com/office/drawing/2014/main" id="{844B594C-2166-2BAB-845A-8FB9E23C58B1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1265716" y="3647922"/>
            <a:ext cx="762000" cy="533400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/>
          <a:lstStyle/>
          <a:p>
            <a:pPr fontAlgn="base">
              <a:spcBef>
                <a:spcPct val="0"/>
              </a:spcBef>
              <a:spcAft>
                <a:spcPct val="0"/>
              </a:spcAft>
              <a:buClrTx/>
              <a:defRPr/>
            </a:pPr>
            <a:endParaRPr lang="en-SE" sz="1800" dirty="0">
              <a:solidFill>
                <a:srgbClr val="000000"/>
              </a:solidFill>
              <a:latin typeface="Arial" panose="020B0604020202020204" pitchFamily="34" charset="0"/>
            </a:endParaRPr>
          </a:p>
        </p:txBody>
      </p:sp>
      <p:sp>
        <p:nvSpPr>
          <p:cNvPr id="21" name="Line 20">
            <a:extLst>
              <a:ext uri="{FF2B5EF4-FFF2-40B4-BE49-F238E27FC236}">
                <a16:creationId xmlns:a16="http://schemas.microsoft.com/office/drawing/2014/main" id="{3DF751E6-233B-D750-F386-830B18CF6FA5}"/>
              </a:ext>
            </a:extLst>
          </p:cNvPr>
          <p:cNvSpPr>
            <a:spLocks noChangeShapeType="1"/>
          </p:cNvSpPr>
          <p:nvPr/>
        </p:nvSpPr>
        <p:spPr bwMode="auto">
          <a:xfrm>
            <a:off x="1265716" y="4562322"/>
            <a:ext cx="723900" cy="493940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/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endParaRPr lang="en-SE">
              <a:solidFill>
                <a:srgbClr val="000000"/>
              </a:solidFill>
              <a:latin typeface="Arial" panose="020B0604020202020204" pitchFamily="34" charset="0"/>
            </a:endParaRPr>
          </a:p>
        </p:txBody>
      </p:sp>
      <p:sp>
        <p:nvSpPr>
          <p:cNvPr id="22" name="Text Box 26">
            <a:extLst>
              <a:ext uri="{FF2B5EF4-FFF2-40B4-BE49-F238E27FC236}">
                <a16:creationId xmlns:a16="http://schemas.microsoft.com/office/drawing/2014/main" id="{85F05472-39F3-9F15-ED40-D6409219301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409578" y="4729011"/>
            <a:ext cx="399803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pPr fontAlgn="base">
              <a:spcBef>
                <a:spcPct val="50000"/>
              </a:spcBef>
              <a:spcAft>
                <a:spcPct val="0"/>
              </a:spcAft>
            </a:pPr>
            <a:r>
              <a:rPr lang="en-US" altLang="en-SE" sz="1800">
                <a:latin typeface="Arial" panose="020B0604020202020204" pitchFamily="34" charset="0"/>
              </a:rPr>
              <a:t>1</a:t>
            </a:r>
          </a:p>
        </p:txBody>
      </p:sp>
      <p:sp>
        <p:nvSpPr>
          <p:cNvPr id="23" name="Text Box 28">
            <a:extLst>
              <a:ext uri="{FF2B5EF4-FFF2-40B4-BE49-F238E27FC236}">
                <a16:creationId xmlns:a16="http://schemas.microsoft.com/office/drawing/2014/main" id="{2F7FBA1A-C5E0-C848-9324-C597B5CD34B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265717" y="3569103"/>
            <a:ext cx="514349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pPr fontAlgn="base">
              <a:spcBef>
                <a:spcPct val="50000"/>
              </a:spcBef>
              <a:spcAft>
                <a:spcPct val="0"/>
              </a:spcAft>
            </a:pPr>
            <a:r>
              <a:rPr lang="en-US" altLang="en-SE" sz="1800" dirty="0">
                <a:latin typeface="Arial" panose="020B0604020202020204" pitchFamily="34" charset="0"/>
              </a:rPr>
              <a:t>10</a:t>
            </a:r>
          </a:p>
        </p:txBody>
      </p:sp>
      <p:sp>
        <p:nvSpPr>
          <p:cNvPr id="24" name="Oval 8">
            <a:extLst>
              <a:ext uri="{FF2B5EF4-FFF2-40B4-BE49-F238E27FC236}">
                <a16:creationId xmlns:a16="http://schemas.microsoft.com/office/drawing/2014/main" id="{205450C9-1D82-614E-10DD-45125FC767E2}"/>
              </a:ext>
            </a:extLst>
          </p:cNvPr>
          <p:cNvSpPr>
            <a:spLocks noChangeArrowheads="1"/>
          </p:cNvSpPr>
          <p:nvPr/>
        </p:nvSpPr>
        <p:spPr bwMode="auto">
          <a:xfrm>
            <a:off x="3132616" y="4026168"/>
            <a:ext cx="533400" cy="533400"/>
          </a:xfrm>
          <a:prstGeom prst="ellipse">
            <a:avLst/>
          </a:prstGeom>
          <a:solidFill>
            <a:schemeClr val="bg1"/>
          </a:solidFill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fontAlgn="base">
              <a:spcBef>
                <a:spcPct val="0"/>
              </a:spcBef>
              <a:spcAft>
                <a:spcPct val="0"/>
              </a:spcAft>
              <a:buClrTx/>
              <a:defRPr/>
            </a:pPr>
            <a:r>
              <a:rPr lang="en-GB" sz="2400" dirty="0">
                <a:latin typeface="Arial" panose="020B0604020202020204" pitchFamily="34" charset="0"/>
              </a:rPr>
              <a:t>D</a:t>
            </a:r>
            <a:endParaRPr lang="en-SE" sz="2400" dirty="0">
              <a:latin typeface="Arial" panose="020B0604020202020204" pitchFamily="34" charset="0"/>
            </a:endParaRPr>
          </a:p>
        </p:txBody>
      </p:sp>
      <p:sp>
        <p:nvSpPr>
          <p:cNvPr id="25" name="Line 19">
            <a:extLst>
              <a:ext uri="{FF2B5EF4-FFF2-40B4-BE49-F238E27FC236}">
                <a16:creationId xmlns:a16="http://schemas.microsoft.com/office/drawing/2014/main" id="{42C455CA-74D0-806C-3802-1920B9F02245}"/>
              </a:ext>
            </a:extLst>
          </p:cNvPr>
          <p:cNvSpPr>
            <a:spLocks noChangeShapeType="1"/>
          </p:cNvSpPr>
          <p:nvPr/>
        </p:nvSpPr>
        <p:spPr bwMode="auto">
          <a:xfrm>
            <a:off x="2446817" y="3585417"/>
            <a:ext cx="723902" cy="572892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/>
          <a:lstStyle/>
          <a:p>
            <a:pPr fontAlgn="base">
              <a:spcBef>
                <a:spcPct val="0"/>
              </a:spcBef>
              <a:spcAft>
                <a:spcPct val="0"/>
              </a:spcAft>
              <a:buClrTx/>
              <a:defRPr/>
            </a:pPr>
            <a:endParaRPr lang="en-SE" sz="1800" dirty="0">
              <a:solidFill>
                <a:srgbClr val="000000"/>
              </a:solidFill>
              <a:latin typeface="Arial" panose="020B0604020202020204" pitchFamily="34" charset="0"/>
            </a:endParaRPr>
          </a:p>
        </p:txBody>
      </p:sp>
      <p:sp>
        <p:nvSpPr>
          <p:cNvPr id="26" name="Line 19">
            <a:extLst>
              <a:ext uri="{FF2B5EF4-FFF2-40B4-BE49-F238E27FC236}">
                <a16:creationId xmlns:a16="http://schemas.microsoft.com/office/drawing/2014/main" id="{D74B81D0-E5D1-C515-9EFD-36386CCADE36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2497206" y="4483370"/>
            <a:ext cx="711610" cy="572893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/>
          <a:lstStyle/>
          <a:p>
            <a:pPr fontAlgn="base">
              <a:spcBef>
                <a:spcPct val="0"/>
              </a:spcBef>
              <a:spcAft>
                <a:spcPct val="0"/>
              </a:spcAft>
              <a:buClrTx/>
              <a:defRPr/>
            </a:pPr>
            <a:endParaRPr lang="en-SE" sz="1800" dirty="0">
              <a:solidFill>
                <a:srgbClr val="000000"/>
              </a:solidFill>
              <a:latin typeface="Arial" panose="020B0604020202020204" pitchFamily="34" charset="0"/>
            </a:endParaRPr>
          </a:p>
        </p:txBody>
      </p:sp>
      <p:sp>
        <p:nvSpPr>
          <p:cNvPr id="27" name="Text Box 28">
            <a:extLst>
              <a:ext uri="{FF2B5EF4-FFF2-40B4-BE49-F238E27FC236}">
                <a16:creationId xmlns:a16="http://schemas.microsoft.com/office/drawing/2014/main" id="{C3C8A8B3-DA80-4868-4D75-A43F18F4C4D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656366" y="3569103"/>
            <a:ext cx="53340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pPr fontAlgn="base">
              <a:spcBef>
                <a:spcPct val="50000"/>
              </a:spcBef>
              <a:spcAft>
                <a:spcPct val="0"/>
              </a:spcAft>
            </a:pPr>
            <a:r>
              <a:rPr lang="en-US" altLang="en-SE" sz="1800" dirty="0">
                <a:latin typeface="Arial" panose="020B0604020202020204" pitchFamily="34" charset="0"/>
              </a:rPr>
              <a:t>-20</a:t>
            </a:r>
          </a:p>
        </p:txBody>
      </p:sp>
      <p:sp>
        <p:nvSpPr>
          <p:cNvPr id="28" name="Text Box 26">
            <a:extLst>
              <a:ext uri="{FF2B5EF4-FFF2-40B4-BE49-F238E27FC236}">
                <a16:creationId xmlns:a16="http://schemas.microsoft.com/office/drawing/2014/main" id="{F2617051-8F46-162E-EF53-1A6E8EE89E2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810363" y="4689551"/>
            <a:ext cx="399803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pPr fontAlgn="base">
              <a:spcBef>
                <a:spcPct val="50000"/>
              </a:spcBef>
              <a:spcAft>
                <a:spcPct val="0"/>
              </a:spcAft>
            </a:pPr>
            <a:r>
              <a:rPr lang="en-US" altLang="en-SE" sz="1800" dirty="0">
                <a:latin typeface="Arial" panose="020B0604020202020204" pitchFamily="34" charset="0"/>
              </a:rPr>
              <a:t>1</a:t>
            </a:r>
          </a:p>
        </p:txBody>
      </p:sp>
      <p:sp>
        <p:nvSpPr>
          <p:cNvPr id="29" name="Oval 8">
            <a:extLst>
              <a:ext uri="{FF2B5EF4-FFF2-40B4-BE49-F238E27FC236}">
                <a16:creationId xmlns:a16="http://schemas.microsoft.com/office/drawing/2014/main" id="{A4F01990-BB31-8ADB-4F23-1053197AB173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64106" y="4026168"/>
            <a:ext cx="533400" cy="533400"/>
          </a:xfrm>
          <a:prstGeom prst="ellipse">
            <a:avLst/>
          </a:prstGeom>
          <a:solidFill>
            <a:schemeClr val="bg1"/>
          </a:solidFill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fontAlgn="base">
              <a:spcBef>
                <a:spcPct val="0"/>
              </a:spcBef>
              <a:spcAft>
                <a:spcPct val="0"/>
              </a:spcAft>
              <a:buClrTx/>
              <a:defRPr/>
            </a:pPr>
            <a:r>
              <a:rPr lang="en-GB" sz="2400" dirty="0">
                <a:latin typeface="Arial" panose="020B0604020202020204" pitchFamily="34" charset="0"/>
              </a:rPr>
              <a:t>E</a:t>
            </a:r>
            <a:endParaRPr lang="en-SE" sz="2400" dirty="0">
              <a:latin typeface="Arial" panose="020B0604020202020204" pitchFamily="34" charset="0"/>
            </a:endParaRPr>
          </a:p>
        </p:txBody>
      </p:sp>
      <p:sp>
        <p:nvSpPr>
          <p:cNvPr id="30" name="Line 19">
            <a:extLst>
              <a:ext uri="{FF2B5EF4-FFF2-40B4-BE49-F238E27FC236}">
                <a16:creationId xmlns:a16="http://schemas.microsoft.com/office/drawing/2014/main" id="{2CBB95F1-ADFD-A32F-17B0-BF1FC376F4A8}"/>
              </a:ext>
            </a:extLst>
          </p:cNvPr>
          <p:cNvSpPr>
            <a:spLocks noChangeShapeType="1"/>
          </p:cNvSpPr>
          <p:nvPr/>
        </p:nvSpPr>
        <p:spPr bwMode="auto">
          <a:xfrm>
            <a:off x="3666016" y="4301835"/>
            <a:ext cx="698090" cy="10391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/>
          <a:lstStyle/>
          <a:p>
            <a:pPr fontAlgn="base">
              <a:spcBef>
                <a:spcPct val="0"/>
              </a:spcBef>
              <a:spcAft>
                <a:spcPct val="0"/>
              </a:spcAft>
              <a:buClrTx/>
              <a:defRPr/>
            </a:pPr>
            <a:endParaRPr lang="en-SE" sz="1800" dirty="0">
              <a:solidFill>
                <a:srgbClr val="000000"/>
              </a:solidFill>
              <a:latin typeface="Arial" panose="020B0604020202020204" pitchFamily="34" charset="0"/>
            </a:endParaRPr>
          </a:p>
        </p:txBody>
      </p:sp>
      <p:sp>
        <p:nvSpPr>
          <p:cNvPr id="31" name="Text Box 26">
            <a:extLst>
              <a:ext uri="{FF2B5EF4-FFF2-40B4-BE49-F238E27FC236}">
                <a16:creationId xmlns:a16="http://schemas.microsoft.com/office/drawing/2014/main" id="{795CCA6F-400B-210F-4D08-5C4E72309EC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54667" y="3965670"/>
            <a:ext cx="399803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pPr fontAlgn="base">
              <a:spcBef>
                <a:spcPct val="50000"/>
              </a:spcBef>
              <a:spcAft>
                <a:spcPct val="0"/>
              </a:spcAft>
            </a:pPr>
            <a:r>
              <a:rPr lang="en-US" altLang="en-SE" sz="1800" dirty="0">
                <a:latin typeface="Arial" panose="020B0604020202020204" pitchFamily="34" charset="0"/>
              </a:rP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84903003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254DBE-A918-E21C-1C0E-4247405715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Q. Johnson’s algorithm</a:t>
            </a:r>
            <a:endParaRPr lang="en-S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B07607-1D6E-6192-75D5-3079E0AB82D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5240" y="1054706"/>
            <a:ext cx="11186999" cy="2983381"/>
          </a:xfrm>
        </p:spPr>
        <p:txBody>
          <a:bodyPr>
            <a:normAutofit fontScale="77500" lnSpcReduction="20000"/>
          </a:bodyPr>
          <a:lstStyle/>
          <a:p>
            <a:pPr marL="63500" indent="0">
              <a:buNone/>
            </a:pPr>
            <a:r>
              <a:rPr lang="en-GB" sz="2400" dirty="0"/>
              <a:t>Consider the following weighted digraph. As part of Johnson’s algorithm for All-pairs Shortest Paths, add a dummy source node d, and edges with weight 0 from d to all vertices of G. Let the modified graph be G’.  </a:t>
            </a:r>
          </a:p>
          <a:p>
            <a:pPr marL="63500" indent="0" algn="just">
              <a:buNone/>
            </a:pPr>
            <a:r>
              <a:rPr lang="en-GB" sz="2400" dirty="0"/>
              <a:t>a) Compute the shortest distances from dummy source node d to each node in G’ by hand: h[0], h[1], .. h[V-1], then reweight the edges of the original graph to make the edge weights greater than or equal to 0. Draw the reweighted graph G’ (without the dummy node d).</a:t>
            </a:r>
          </a:p>
          <a:p>
            <a:pPr marL="63500" indent="0">
              <a:buNone/>
            </a:pPr>
            <a:r>
              <a:rPr lang="en-GB" sz="2400" dirty="0"/>
              <a:t>b) For the reweighted graph G’: r</a:t>
            </a:r>
            <a:r>
              <a:rPr lang="en-GB" sz="2400" dirty="0">
                <a:latin typeface="Quattrocento Sans" panose="020B0502050000020003" pitchFamily="34" charset="0"/>
              </a:rPr>
              <a:t>un Dijkstra’s Algo to find shortest paths starting from </a:t>
            </a:r>
            <a:r>
              <a:rPr lang="en-GB" sz="2400" dirty="0">
                <a:solidFill>
                  <a:srgbClr val="FF0000"/>
                </a:solidFill>
                <a:latin typeface="Quattrocento Sans" panose="020B0502050000020003" pitchFamily="34" charset="0"/>
              </a:rPr>
              <a:t>source node 1</a:t>
            </a:r>
            <a:r>
              <a:rPr lang="en-GB" sz="2400" dirty="0"/>
              <a:t>, and compute the shortest paths for the graph with updated positive or zero weights. (Do not show the intermediate steps.)</a:t>
            </a:r>
          </a:p>
          <a:p>
            <a:pPr marL="63500" indent="0">
              <a:buNone/>
            </a:pPr>
            <a:r>
              <a:rPr lang="en-GB" sz="2400" dirty="0"/>
              <a:t>c) For the original graph G: compute the shortest paths </a:t>
            </a:r>
            <a:r>
              <a:rPr lang="en-GB" sz="2400" dirty="0">
                <a:latin typeface="Quattrocento Sans" panose="020B0502050000020003" pitchFamily="34" charset="0"/>
              </a:rPr>
              <a:t>starting from </a:t>
            </a:r>
            <a:r>
              <a:rPr lang="en-GB" sz="2400" dirty="0">
                <a:solidFill>
                  <a:srgbClr val="FF0000"/>
                </a:solidFill>
                <a:latin typeface="Quattrocento Sans" panose="020B0502050000020003" pitchFamily="34" charset="0"/>
              </a:rPr>
              <a:t>source node 1</a:t>
            </a:r>
            <a:r>
              <a:rPr lang="en-GB" sz="2400" dirty="0"/>
              <a:t> with negative weights.</a:t>
            </a:r>
            <a:endParaRPr lang="en-SE" sz="2400" dirty="0"/>
          </a:p>
        </p:txBody>
      </p:sp>
      <p:graphicFrame>
        <p:nvGraphicFramePr>
          <p:cNvPr id="34" name="Table 33">
            <a:extLst>
              <a:ext uri="{FF2B5EF4-FFF2-40B4-BE49-F238E27FC236}">
                <a16:creationId xmlns:a16="http://schemas.microsoft.com/office/drawing/2014/main" id="{48F3F9D2-50D6-1A99-C64F-77CDD8AA05BD}"/>
              </a:ext>
            </a:extLst>
          </p:cNvPr>
          <p:cNvGraphicFramePr>
            <a:graphicFrameLocks noGrp="1"/>
          </p:cNvGraphicFramePr>
          <p:nvPr/>
        </p:nvGraphicFramePr>
        <p:xfrm>
          <a:off x="6241501" y="3929503"/>
          <a:ext cx="2643909" cy="18542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881303">
                  <a:extLst>
                    <a:ext uri="{9D8B030D-6E8A-4147-A177-3AD203B41FA5}">
                      <a16:colId xmlns:a16="http://schemas.microsoft.com/office/drawing/2014/main" val="3113293538"/>
                    </a:ext>
                  </a:extLst>
                </a:gridCol>
                <a:gridCol w="881303">
                  <a:extLst>
                    <a:ext uri="{9D8B030D-6E8A-4147-A177-3AD203B41FA5}">
                      <a16:colId xmlns:a16="http://schemas.microsoft.com/office/drawing/2014/main" val="4210074216"/>
                    </a:ext>
                  </a:extLst>
                </a:gridCol>
                <a:gridCol w="881303">
                  <a:extLst>
                    <a:ext uri="{9D8B030D-6E8A-4147-A177-3AD203B41FA5}">
                      <a16:colId xmlns:a16="http://schemas.microsoft.com/office/drawing/2014/main" val="342450488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1600" dirty="0"/>
                        <a:t>Node </a:t>
                      </a:r>
                      <a:endParaRPr lang="en-SE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600" dirty="0"/>
                        <a:t>SD</a:t>
                      </a:r>
                      <a:endParaRPr lang="en-SE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600" dirty="0"/>
                        <a:t>PN</a:t>
                      </a:r>
                      <a:endParaRPr lang="en-SE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8289187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1600" dirty="0"/>
                        <a:t>1</a:t>
                      </a:r>
                      <a:endParaRPr lang="en-SE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600" dirty="0"/>
                        <a:t>0</a:t>
                      </a:r>
                      <a:endParaRPr lang="en-SE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600" dirty="0"/>
                        <a:t>/</a:t>
                      </a:r>
                      <a:endParaRPr lang="en-SE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475071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1600" dirty="0"/>
                        <a:t>2</a:t>
                      </a:r>
                      <a:endParaRPr lang="en-SE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SE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SE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209519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1600" dirty="0"/>
                        <a:t>3</a:t>
                      </a:r>
                      <a:endParaRPr lang="en-SE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SE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SE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7627488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1600" dirty="0"/>
                        <a:t>4</a:t>
                      </a:r>
                      <a:endParaRPr lang="en-SE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SE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SE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69259463"/>
                  </a:ext>
                </a:extLst>
              </a:tr>
            </a:tbl>
          </a:graphicData>
        </a:graphic>
      </p:graphicFrame>
      <p:sp>
        <p:nvSpPr>
          <p:cNvPr id="35" name="TextBox 34">
            <a:extLst>
              <a:ext uri="{FF2B5EF4-FFF2-40B4-BE49-F238E27FC236}">
                <a16:creationId xmlns:a16="http://schemas.microsoft.com/office/drawing/2014/main" id="{057532EE-5B39-FD7E-9235-1C41C9385E13}"/>
              </a:ext>
            </a:extLst>
          </p:cNvPr>
          <p:cNvSpPr txBox="1"/>
          <p:nvPr/>
        </p:nvSpPr>
        <p:spPr>
          <a:xfrm>
            <a:off x="6393445" y="5773527"/>
            <a:ext cx="2558823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800" dirty="0">
                <a:solidFill>
                  <a:schemeClr val="tx1"/>
                </a:solidFill>
                <a:latin typeface="Quattrocento Sans" panose="020B0502050000020003" pitchFamily="34" charset="0"/>
              </a:rPr>
              <a:t>Shortest paths starting from source node 1 in reweighted graph</a:t>
            </a:r>
          </a:p>
        </p:txBody>
      </p:sp>
      <p:graphicFrame>
        <p:nvGraphicFramePr>
          <p:cNvPr id="36" name="Table 35">
            <a:extLst>
              <a:ext uri="{FF2B5EF4-FFF2-40B4-BE49-F238E27FC236}">
                <a16:creationId xmlns:a16="http://schemas.microsoft.com/office/drawing/2014/main" id="{303BE698-4BAE-E5FA-F50F-8C159BA4F149}"/>
              </a:ext>
            </a:extLst>
          </p:cNvPr>
          <p:cNvGraphicFramePr>
            <a:graphicFrameLocks noGrp="1"/>
          </p:cNvGraphicFramePr>
          <p:nvPr/>
        </p:nvGraphicFramePr>
        <p:xfrm>
          <a:off x="9139730" y="3929503"/>
          <a:ext cx="2643909" cy="18542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881303">
                  <a:extLst>
                    <a:ext uri="{9D8B030D-6E8A-4147-A177-3AD203B41FA5}">
                      <a16:colId xmlns:a16="http://schemas.microsoft.com/office/drawing/2014/main" val="3113293538"/>
                    </a:ext>
                  </a:extLst>
                </a:gridCol>
                <a:gridCol w="881303">
                  <a:extLst>
                    <a:ext uri="{9D8B030D-6E8A-4147-A177-3AD203B41FA5}">
                      <a16:colId xmlns:a16="http://schemas.microsoft.com/office/drawing/2014/main" val="4210074216"/>
                    </a:ext>
                  </a:extLst>
                </a:gridCol>
                <a:gridCol w="881303">
                  <a:extLst>
                    <a:ext uri="{9D8B030D-6E8A-4147-A177-3AD203B41FA5}">
                      <a16:colId xmlns:a16="http://schemas.microsoft.com/office/drawing/2014/main" val="342450488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1600" dirty="0"/>
                        <a:t>Node </a:t>
                      </a:r>
                      <a:endParaRPr lang="en-SE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600" dirty="0"/>
                        <a:t>SD</a:t>
                      </a:r>
                      <a:endParaRPr lang="en-SE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600" dirty="0"/>
                        <a:t>PN</a:t>
                      </a:r>
                      <a:endParaRPr lang="en-SE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8289187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1600" dirty="0"/>
                        <a:t>1</a:t>
                      </a:r>
                      <a:endParaRPr lang="en-SE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600" dirty="0"/>
                        <a:t>0</a:t>
                      </a:r>
                      <a:endParaRPr lang="en-SE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600" dirty="0"/>
                        <a:t>/</a:t>
                      </a:r>
                      <a:endParaRPr lang="en-SE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475071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1600" dirty="0"/>
                        <a:t>2</a:t>
                      </a:r>
                      <a:endParaRPr lang="en-SE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SE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SE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209519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1600" dirty="0"/>
                        <a:t>3</a:t>
                      </a:r>
                      <a:endParaRPr lang="en-SE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SE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SE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7627488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1600" dirty="0"/>
                        <a:t>4</a:t>
                      </a:r>
                      <a:endParaRPr lang="en-SE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SE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SE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69259463"/>
                  </a:ext>
                </a:extLst>
              </a:tr>
            </a:tbl>
          </a:graphicData>
        </a:graphic>
      </p:graphicFrame>
      <p:sp>
        <p:nvSpPr>
          <p:cNvPr id="37" name="TextBox 36">
            <a:extLst>
              <a:ext uri="{FF2B5EF4-FFF2-40B4-BE49-F238E27FC236}">
                <a16:creationId xmlns:a16="http://schemas.microsoft.com/office/drawing/2014/main" id="{733C6FDF-7DE8-8C79-CD12-1CAE1E1F2968}"/>
              </a:ext>
            </a:extLst>
          </p:cNvPr>
          <p:cNvSpPr txBox="1"/>
          <p:nvPr/>
        </p:nvSpPr>
        <p:spPr>
          <a:xfrm>
            <a:off x="9396359" y="5773527"/>
            <a:ext cx="2558823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800" dirty="0">
                <a:solidFill>
                  <a:schemeClr val="tx1"/>
                </a:solidFill>
                <a:latin typeface="Quattrocento Sans" panose="020B0502050000020003" pitchFamily="34" charset="0"/>
              </a:rPr>
              <a:t>Shortest paths starting from source node 1 in original graph</a:t>
            </a:r>
          </a:p>
        </p:txBody>
      </p:sp>
      <p:sp>
        <p:nvSpPr>
          <p:cNvPr id="50" name="Oval 5">
            <a:extLst>
              <a:ext uri="{FF2B5EF4-FFF2-40B4-BE49-F238E27FC236}">
                <a16:creationId xmlns:a16="http://schemas.microsoft.com/office/drawing/2014/main" id="{274267F4-CE3B-DC6E-004A-7E6DE509A977}"/>
              </a:ext>
            </a:extLst>
          </p:cNvPr>
          <p:cNvSpPr>
            <a:spLocks noChangeArrowheads="1"/>
          </p:cNvSpPr>
          <p:nvPr/>
        </p:nvSpPr>
        <p:spPr bwMode="auto">
          <a:xfrm>
            <a:off x="2395544" y="4082625"/>
            <a:ext cx="533400" cy="533400"/>
          </a:xfrm>
          <a:prstGeom prst="ellipse">
            <a:avLst/>
          </a:prstGeom>
          <a:solidFill>
            <a:schemeClr val="bg1"/>
          </a:solidFill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fontAlgn="base">
              <a:spcBef>
                <a:spcPct val="0"/>
              </a:spcBef>
              <a:spcAft>
                <a:spcPct val="0"/>
              </a:spcAft>
              <a:buClrTx/>
              <a:defRPr/>
            </a:pPr>
            <a:r>
              <a:rPr lang="en-GB" sz="2400" dirty="0">
                <a:latin typeface="Arial" panose="020B0604020202020204" pitchFamily="34" charset="0"/>
              </a:rPr>
              <a:t>1</a:t>
            </a:r>
            <a:endParaRPr lang="en-SE" sz="2400" dirty="0">
              <a:latin typeface="Arial" panose="020B0604020202020204" pitchFamily="34" charset="0"/>
            </a:endParaRPr>
          </a:p>
        </p:txBody>
      </p:sp>
      <p:sp>
        <p:nvSpPr>
          <p:cNvPr id="51" name="Oval 8">
            <a:extLst>
              <a:ext uri="{FF2B5EF4-FFF2-40B4-BE49-F238E27FC236}">
                <a16:creationId xmlns:a16="http://schemas.microsoft.com/office/drawing/2014/main" id="{12AFA5AC-BE19-9947-6225-79BB9B823562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17839" y="4082625"/>
            <a:ext cx="533400" cy="533400"/>
          </a:xfrm>
          <a:prstGeom prst="ellipse">
            <a:avLst/>
          </a:prstGeom>
          <a:solidFill>
            <a:schemeClr val="bg1"/>
          </a:solidFill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fontAlgn="base">
              <a:spcBef>
                <a:spcPct val="0"/>
              </a:spcBef>
              <a:spcAft>
                <a:spcPct val="0"/>
              </a:spcAft>
              <a:buClrTx/>
              <a:defRPr/>
            </a:pPr>
            <a:r>
              <a:rPr lang="en-GB" sz="2400" dirty="0">
                <a:latin typeface="Arial" panose="020B0604020202020204" pitchFamily="34" charset="0"/>
              </a:rPr>
              <a:t>2</a:t>
            </a:r>
            <a:endParaRPr lang="en-SE" sz="2400" dirty="0">
              <a:latin typeface="Arial" panose="020B0604020202020204" pitchFamily="34" charset="0"/>
            </a:endParaRPr>
          </a:p>
        </p:txBody>
      </p:sp>
      <p:sp>
        <p:nvSpPr>
          <p:cNvPr id="52" name="Oval 11">
            <a:extLst>
              <a:ext uri="{FF2B5EF4-FFF2-40B4-BE49-F238E27FC236}">
                <a16:creationId xmlns:a16="http://schemas.microsoft.com/office/drawing/2014/main" id="{E4FB63D7-0D98-F598-D4C0-F0C9D80C3E8E}"/>
              </a:ext>
            </a:extLst>
          </p:cNvPr>
          <p:cNvSpPr>
            <a:spLocks noChangeArrowheads="1"/>
          </p:cNvSpPr>
          <p:nvPr/>
        </p:nvSpPr>
        <p:spPr bwMode="auto">
          <a:xfrm>
            <a:off x="2395544" y="5270083"/>
            <a:ext cx="533400" cy="533400"/>
          </a:xfrm>
          <a:prstGeom prst="ellipse">
            <a:avLst/>
          </a:prstGeom>
          <a:solidFill>
            <a:schemeClr val="bg1"/>
          </a:solidFill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fontAlgn="base">
              <a:spcBef>
                <a:spcPct val="0"/>
              </a:spcBef>
              <a:spcAft>
                <a:spcPct val="0"/>
              </a:spcAft>
              <a:buClrTx/>
              <a:defRPr/>
            </a:pPr>
            <a:r>
              <a:rPr lang="en-GB" sz="2400" dirty="0">
                <a:latin typeface="Arial" panose="020B0604020202020204" pitchFamily="34" charset="0"/>
              </a:rPr>
              <a:t>3</a:t>
            </a:r>
            <a:endParaRPr lang="en-SE" sz="2400" dirty="0">
              <a:latin typeface="Arial" panose="020B0604020202020204" pitchFamily="34" charset="0"/>
            </a:endParaRPr>
          </a:p>
        </p:txBody>
      </p:sp>
      <p:sp>
        <p:nvSpPr>
          <p:cNvPr id="53" name="Line 19">
            <a:extLst>
              <a:ext uri="{FF2B5EF4-FFF2-40B4-BE49-F238E27FC236}">
                <a16:creationId xmlns:a16="http://schemas.microsoft.com/office/drawing/2014/main" id="{C9E781ED-1913-07EF-BAAB-76E78E19A408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2928944" y="4363140"/>
            <a:ext cx="904134" cy="1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/>
          <a:lstStyle/>
          <a:p>
            <a:pPr fontAlgn="base">
              <a:spcBef>
                <a:spcPct val="0"/>
              </a:spcBef>
              <a:spcAft>
                <a:spcPct val="0"/>
              </a:spcAft>
              <a:buClrTx/>
              <a:defRPr/>
            </a:pPr>
            <a:endParaRPr lang="en-SE" sz="1800" dirty="0">
              <a:solidFill>
                <a:srgbClr val="000000"/>
              </a:solidFill>
              <a:latin typeface="Arial" panose="020B0604020202020204" pitchFamily="34" charset="0"/>
            </a:endParaRPr>
          </a:p>
        </p:txBody>
      </p:sp>
      <p:sp>
        <p:nvSpPr>
          <p:cNvPr id="54" name="Line 20">
            <a:extLst>
              <a:ext uri="{FF2B5EF4-FFF2-40B4-BE49-F238E27FC236}">
                <a16:creationId xmlns:a16="http://schemas.microsoft.com/office/drawing/2014/main" id="{12571EC7-DF0B-878F-6E2E-753C47C30444}"/>
              </a:ext>
            </a:extLst>
          </p:cNvPr>
          <p:cNvSpPr>
            <a:spLocks noChangeShapeType="1"/>
          </p:cNvSpPr>
          <p:nvPr/>
        </p:nvSpPr>
        <p:spPr bwMode="auto">
          <a:xfrm>
            <a:off x="2679187" y="4609861"/>
            <a:ext cx="15586" cy="660221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/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endParaRPr lang="en-SE">
              <a:solidFill>
                <a:srgbClr val="000000"/>
              </a:solidFill>
              <a:latin typeface="Arial" panose="020B0604020202020204" pitchFamily="34" charset="0"/>
            </a:endParaRPr>
          </a:p>
        </p:txBody>
      </p:sp>
      <p:sp>
        <p:nvSpPr>
          <p:cNvPr id="56" name="Oval 8">
            <a:extLst>
              <a:ext uri="{FF2B5EF4-FFF2-40B4-BE49-F238E27FC236}">
                <a16:creationId xmlns:a16="http://schemas.microsoft.com/office/drawing/2014/main" id="{A906DAA8-F7EA-CCF8-4235-826A958847F3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28230" y="5270083"/>
            <a:ext cx="533400" cy="533400"/>
          </a:xfrm>
          <a:prstGeom prst="ellipse">
            <a:avLst/>
          </a:prstGeom>
          <a:solidFill>
            <a:schemeClr val="bg1"/>
          </a:solidFill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fontAlgn="base">
              <a:spcBef>
                <a:spcPct val="0"/>
              </a:spcBef>
              <a:spcAft>
                <a:spcPct val="0"/>
              </a:spcAft>
              <a:buClrTx/>
              <a:defRPr/>
            </a:pPr>
            <a:r>
              <a:rPr lang="en-GB" sz="2400" dirty="0">
                <a:latin typeface="Arial" panose="020B0604020202020204" pitchFamily="34" charset="0"/>
              </a:rPr>
              <a:t>4</a:t>
            </a:r>
            <a:endParaRPr lang="en-SE" sz="2400" dirty="0">
              <a:latin typeface="Arial" panose="020B0604020202020204" pitchFamily="34" charset="0"/>
            </a:endParaRPr>
          </a:p>
        </p:txBody>
      </p:sp>
      <p:sp>
        <p:nvSpPr>
          <p:cNvPr id="57" name="Line 19">
            <a:extLst>
              <a:ext uri="{FF2B5EF4-FFF2-40B4-BE49-F238E27FC236}">
                <a16:creationId xmlns:a16="http://schemas.microsoft.com/office/drawing/2014/main" id="{599C0751-E5E8-33BD-765C-6CDB99AAD440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2873163" y="4488736"/>
            <a:ext cx="1009411" cy="868913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/>
          <a:lstStyle/>
          <a:p>
            <a:pPr fontAlgn="base">
              <a:spcBef>
                <a:spcPct val="0"/>
              </a:spcBef>
              <a:spcAft>
                <a:spcPct val="0"/>
              </a:spcAft>
              <a:buClrTx/>
              <a:defRPr/>
            </a:pPr>
            <a:endParaRPr lang="en-SE" sz="1800" dirty="0">
              <a:solidFill>
                <a:srgbClr val="000000"/>
              </a:solidFill>
              <a:latin typeface="Arial" panose="020B0604020202020204" pitchFamily="34" charset="0"/>
            </a:endParaRPr>
          </a:p>
        </p:txBody>
      </p:sp>
      <p:sp>
        <p:nvSpPr>
          <p:cNvPr id="58" name="Line 19">
            <a:extLst>
              <a:ext uri="{FF2B5EF4-FFF2-40B4-BE49-F238E27FC236}">
                <a16:creationId xmlns:a16="http://schemas.microsoft.com/office/drawing/2014/main" id="{5C91E7D7-2687-911A-C7A5-469C7BDEE6D1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2928944" y="5550698"/>
            <a:ext cx="904134" cy="1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/>
          <a:lstStyle/>
          <a:p>
            <a:pPr fontAlgn="base">
              <a:spcBef>
                <a:spcPct val="0"/>
              </a:spcBef>
              <a:spcAft>
                <a:spcPct val="0"/>
              </a:spcAft>
              <a:buClrTx/>
              <a:defRPr/>
            </a:pPr>
            <a:endParaRPr lang="en-SE" sz="1800" dirty="0">
              <a:solidFill>
                <a:srgbClr val="000000"/>
              </a:solidFill>
              <a:latin typeface="Arial" panose="020B0604020202020204" pitchFamily="34" charset="0"/>
            </a:endParaRP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175DB786-501A-D4E3-95FB-DAE0CC3186D7}"/>
              </a:ext>
            </a:extLst>
          </p:cNvPr>
          <p:cNvSpPr txBox="1"/>
          <p:nvPr/>
        </p:nvSpPr>
        <p:spPr>
          <a:xfrm>
            <a:off x="2541999" y="6008034"/>
            <a:ext cx="208144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800" dirty="0">
                <a:latin typeface="Quattrocento Sans" panose="020B0502050000020003" pitchFamily="34" charset="0"/>
              </a:rPr>
              <a:t>Reweighted graph</a:t>
            </a:r>
            <a:endParaRPr lang="en-SE" sz="1800" dirty="0"/>
          </a:p>
        </p:txBody>
      </p:sp>
      <p:sp>
        <p:nvSpPr>
          <p:cNvPr id="63" name="Oval 5">
            <a:extLst>
              <a:ext uri="{FF2B5EF4-FFF2-40B4-BE49-F238E27FC236}">
                <a16:creationId xmlns:a16="http://schemas.microsoft.com/office/drawing/2014/main" id="{D1A2DAEF-512A-B6C3-6A15-29C350E4AA64}"/>
              </a:ext>
            </a:extLst>
          </p:cNvPr>
          <p:cNvSpPr>
            <a:spLocks noChangeArrowheads="1"/>
          </p:cNvSpPr>
          <p:nvPr/>
        </p:nvSpPr>
        <p:spPr bwMode="auto">
          <a:xfrm>
            <a:off x="185529" y="4082625"/>
            <a:ext cx="533400" cy="533400"/>
          </a:xfrm>
          <a:prstGeom prst="ellipse">
            <a:avLst/>
          </a:prstGeom>
          <a:solidFill>
            <a:schemeClr val="bg1"/>
          </a:solidFill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fontAlgn="base">
              <a:spcBef>
                <a:spcPct val="0"/>
              </a:spcBef>
              <a:spcAft>
                <a:spcPct val="0"/>
              </a:spcAft>
              <a:buClrTx/>
              <a:defRPr/>
            </a:pPr>
            <a:r>
              <a:rPr lang="en-GB" sz="2400" dirty="0">
                <a:latin typeface="Arial" panose="020B0604020202020204" pitchFamily="34" charset="0"/>
              </a:rPr>
              <a:t>1</a:t>
            </a:r>
            <a:endParaRPr lang="en-SE" sz="2400" dirty="0">
              <a:latin typeface="Arial" panose="020B0604020202020204" pitchFamily="34" charset="0"/>
            </a:endParaRPr>
          </a:p>
        </p:txBody>
      </p:sp>
      <p:sp>
        <p:nvSpPr>
          <p:cNvPr id="64" name="Oval 8">
            <a:extLst>
              <a:ext uri="{FF2B5EF4-FFF2-40B4-BE49-F238E27FC236}">
                <a16:creationId xmlns:a16="http://schemas.microsoft.com/office/drawing/2014/main" id="{9ACE2CF2-F3C2-98BD-4065-C12176242666}"/>
              </a:ext>
            </a:extLst>
          </p:cNvPr>
          <p:cNvSpPr>
            <a:spLocks noChangeArrowheads="1"/>
          </p:cNvSpPr>
          <p:nvPr/>
        </p:nvSpPr>
        <p:spPr bwMode="auto">
          <a:xfrm>
            <a:off x="1607824" y="4082625"/>
            <a:ext cx="533400" cy="533400"/>
          </a:xfrm>
          <a:prstGeom prst="ellipse">
            <a:avLst/>
          </a:prstGeom>
          <a:solidFill>
            <a:schemeClr val="bg1"/>
          </a:solidFill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fontAlgn="base">
              <a:spcBef>
                <a:spcPct val="0"/>
              </a:spcBef>
              <a:spcAft>
                <a:spcPct val="0"/>
              </a:spcAft>
              <a:buClrTx/>
              <a:defRPr/>
            </a:pPr>
            <a:r>
              <a:rPr lang="en-GB" sz="2400" dirty="0">
                <a:latin typeface="Arial" panose="020B0604020202020204" pitchFamily="34" charset="0"/>
              </a:rPr>
              <a:t>2</a:t>
            </a:r>
            <a:endParaRPr lang="en-SE" sz="2400" dirty="0">
              <a:latin typeface="Arial" panose="020B0604020202020204" pitchFamily="34" charset="0"/>
            </a:endParaRPr>
          </a:p>
        </p:txBody>
      </p:sp>
      <p:sp>
        <p:nvSpPr>
          <p:cNvPr id="65" name="Oval 11">
            <a:extLst>
              <a:ext uri="{FF2B5EF4-FFF2-40B4-BE49-F238E27FC236}">
                <a16:creationId xmlns:a16="http://schemas.microsoft.com/office/drawing/2014/main" id="{06A2AAE6-4E60-F0BA-5584-858BB2458B5A}"/>
              </a:ext>
            </a:extLst>
          </p:cNvPr>
          <p:cNvSpPr>
            <a:spLocks noChangeArrowheads="1"/>
          </p:cNvSpPr>
          <p:nvPr/>
        </p:nvSpPr>
        <p:spPr bwMode="auto">
          <a:xfrm>
            <a:off x="185529" y="5270083"/>
            <a:ext cx="533400" cy="533400"/>
          </a:xfrm>
          <a:prstGeom prst="ellipse">
            <a:avLst/>
          </a:prstGeom>
          <a:solidFill>
            <a:schemeClr val="bg1"/>
          </a:solidFill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fontAlgn="base">
              <a:spcBef>
                <a:spcPct val="0"/>
              </a:spcBef>
              <a:spcAft>
                <a:spcPct val="0"/>
              </a:spcAft>
              <a:buClrTx/>
              <a:defRPr/>
            </a:pPr>
            <a:r>
              <a:rPr lang="en-GB" sz="2400" dirty="0">
                <a:latin typeface="Arial" panose="020B0604020202020204" pitchFamily="34" charset="0"/>
              </a:rPr>
              <a:t>3</a:t>
            </a:r>
            <a:endParaRPr lang="en-SE" sz="2400" dirty="0">
              <a:latin typeface="Arial" panose="020B0604020202020204" pitchFamily="34" charset="0"/>
            </a:endParaRPr>
          </a:p>
        </p:txBody>
      </p:sp>
      <p:sp>
        <p:nvSpPr>
          <p:cNvPr id="66" name="Line 19">
            <a:extLst>
              <a:ext uri="{FF2B5EF4-FFF2-40B4-BE49-F238E27FC236}">
                <a16:creationId xmlns:a16="http://schemas.microsoft.com/office/drawing/2014/main" id="{4F80CD8A-F785-F3EC-D99B-94268A887210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718929" y="4363140"/>
            <a:ext cx="904134" cy="1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/>
          <a:lstStyle/>
          <a:p>
            <a:pPr fontAlgn="base">
              <a:spcBef>
                <a:spcPct val="0"/>
              </a:spcBef>
              <a:spcAft>
                <a:spcPct val="0"/>
              </a:spcAft>
              <a:buClrTx/>
              <a:defRPr/>
            </a:pPr>
            <a:endParaRPr lang="en-SE" sz="1800" dirty="0">
              <a:solidFill>
                <a:srgbClr val="000000"/>
              </a:solidFill>
              <a:latin typeface="Arial" panose="020B0604020202020204" pitchFamily="34" charset="0"/>
            </a:endParaRPr>
          </a:p>
        </p:txBody>
      </p:sp>
      <p:sp>
        <p:nvSpPr>
          <p:cNvPr id="67" name="Line 20">
            <a:extLst>
              <a:ext uri="{FF2B5EF4-FFF2-40B4-BE49-F238E27FC236}">
                <a16:creationId xmlns:a16="http://schemas.microsoft.com/office/drawing/2014/main" id="{F3A8BD28-B20E-72BD-A202-29CE687F4B7F}"/>
              </a:ext>
            </a:extLst>
          </p:cNvPr>
          <p:cNvSpPr>
            <a:spLocks noChangeShapeType="1"/>
          </p:cNvSpPr>
          <p:nvPr/>
        </p:nvSpPr>
        <p:spPr bwMode="auto">
          <a:xfrm>
            <a:off x="469172" y="4609861"/>
            <a:ext cx="15586" cy="660221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/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endParaRPr lang="en-SE">
              <a:solidFill>
                <a:srgbClr val="000000"/>
              </a:solidFill>
              <a:latin typeface="Arial" panose="020B0604020202020204" pitchFamily="34" charset="0"/>
            </a:endParaRPr>
          </a:p>
        </p:txBody>
      </p:sp>
      <p:sp>
        <p:nvSpPr>
          <p:cNvPr id="68" name="Text Box 28">
            <a:extLst>
              <a:ext uri="{FF2B5EF4-FFF2-40B4-BE49-F238E27FC236}">
                <a16:creationId xmlns:a16="http://schemas.microsoft.com/office/drawing/2014/main" id="{E6EF2D24-FDA7-6508-DE12-E3733B9F826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55884" y="4038087"/>
            <a:ext cx="514349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pPr fontAlgn="base">
              <a:spcBef>
                <a:spcPct val="50000"/>
              </a:spcBef>
              <a:spcAft>
                <a:spcPct val="0"/>
              </a:spcAft>
            </a:pPr>
            <a:r>
              <a:rPr lang="en-US" altLang="en-SE" sz="1800" dirty="0">
                <a:latin typeface="Arial" panose="020B0604020202020204" pitchFamily="34" charset="0"/>
              </a:rPr>
              <a:t>-2</a:t>
            </a:r>
          </a:p>
        </p:txBody>
      </p:sp>
      <p:sp>
        <p:nvSpPr>
          <p:cNvPr id="69" name="Oval 8">
            <a:extLst>
              <a:ext uri="{FF2B5EF4-FFF2-40B4-BE49-F238E27FC236}">
                <a16:creationId xmlns:a16="http://schemas.microsoft.com/office/drawing/2014/main" id="{F2D0D135-CC56-CCF4-B137-AE4FF12BACEC}"/>
              </a:ext>
            </a:extLst>
          </p:cNvPr>
          <p:cNvSpPr>
            <a:spLocks noChangeArrowheads="1"/>
          </p:cNvSpPr>
          <p:nvPr/>
        </p:nvSpPr>
        <p:spPr bwMode="auto">
          <a:xfrm>
            <a:off x="1618215" y="5270083"/>
            <a:ext cx="533400" cy="533400"/>
          </a:xfrm>
          <a:prstGeom prst="ellipse">
            <a:avLst/>
          </a:prstGeom>
          <a:solidFill>
            <a:schemeClr val="bg1"/>
          </a:solidFill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fontAlgn="base">
              <a:spcBef>
                <a:spcPct val="0"/>
              </a:spcBef>
              <a:spcAft>
                <a:spcPct val="0"/>
              </a:spcAft>
              <a:buClrTx/>
              <a:defRPr/>
            </a:pPr>
            <a:r>
              <a:rPr lang="en-GB" sz="2400" dirty="0">
                <a:latin typeface="Arial" panose="020B0604020202020204" pitchFamily="34" charset="0"/>
              </a:rPr>
              <a:t>4</a:t>
            </a:r>
            <a:endParaRPr lang="en-SE" sz="2400" dirty="0">
              <a:latin typeface="Arial" panose="020B0604020202020204" pitchFamily="34" charset="0"/>
            </a:endParaRPr>
          </a:p>
        </p:txBody>
      </p:sp>
      <p:sp>
        <p:nvSpPr>
          <p:cNvPr id="70" name="Line 19">
            <a:extLst>
              <a:ext uri="{FF2B5EF4-FFF2-40B4-BE49-F238E27FC236}">
                <a16:creationId xmlns:a16="http://schemas.microsoft.com/office/drawing/2014/main" id="{96737AF5-D8D3-2762-A29C-D067034260CE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663148" y="4488736"/>
            <a:ext cx="1009411" cy="868913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/>
          <a:lstStyle/>
          <a:p>
            <a:pPr fontAlgn="base">
              <a:spcBef>
                <a:spcPct val="0"/>
              </a:spcBef>
              <a:spcAft>
                <a:spcPct val="0"/>
              </a:spcAft>
              <a:buClrTx/>
              <a:defRPr/>
            </a:pPr>
            <a:endParaRPr lang="en-SE" sz="1800" dirty="0">
              <a:solidFill>
                <a:srgbClr val="000000"/>
              </a:solidFill>
              <a:latin typeface="Arial" panose="020B0604020202020204" pitchFamily="34" charset="0"/>
            </a:endParaRPr>
          </a:p>
        </p:txBody>
      </p:sp>
      <p:sp>
        <p:nvSpPr>
          <p:cNvPr id="71" name="Line 19">
            <a:extLst>
              <a:ext uri="{FF2B5EF4-FFF2-40B4-BE49-F238E27FC236}">
                <a16:creationId xmlns:a16="http://schemas.microsoft.com/office/drawing/2014/main" id="{412D8527-70C1-F799-F73D-2609F5005406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718929" y="5550698"/>
            <a:ext cx="904134" cy="1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/>
          <a:lstStyle/>
          <a:p>
            <a:pPr fontAlgn="base">
              <a:spcBef>
                <a:spcPct val="0"/>
              </a:spcBef>
              <a:spcAft>
                <a:spcPct val="0"/>
              </a:spcAft>
              <a:buClrTx/>
              <a:defRPr/>
            </a:pPr>
            <a:endParaRPr lang="en-SE" sz="1800" dirty="0">
              <a:solidFill>
                <a:srgbClr val="000000"/>
              </a:solidFill>
              <a:latin typeface="Arial" panose="020B0604020202020204" pitchFamily="34" charset="0"/>
            </a:endParaRPr>
          </a:p>
        </p:txBody>
      </p:sp>
      <p:sp>
        <p:nvSpPr>
          <p:cNvPr id="72" name="Text Box 28">
            <a:extLst>
              <a:ext uri="{FF2B5EF4-FFF2-40B4-BE49-F238E27FC236}">
                <a16:creationId xmlns:a16="http://schemas.microsoft.com/office/drawing/2014/main" id="{DD11CE7F-D240-C611-1049-614FCDC7571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71095" y="5529419"/>
            <a:ext cx="399803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pPr fontAlgn="base">
              <a:spcBef>
                <a:spcPct val="50000"/>
              </a:spcBef>
              <a:spcAft>
                <a:spcPct val="0"/>
              </a:spcAft>
            </a:pPr>
            <a:r>
              <a:rPr lang="en-US" altLang="en-SE" sz="1800" dirty="0">
                <a:latin typeface="Arial" panose="020B0604020202020204" pitchFamily="34" charset="0"/>
              </a:rPr>
              <a:t>-1</a:t>
            </a:r>
          </a:p>
        </p:txBody>
      </p:sp>
      <p:sp>
        <p:nvSpPr>
          <p:cNvPr id="73" name="Text Box 28">
            <a:extLst>
              <a:ext uri="{FF2B5EF4-FFF2-40B4-BE49-F238E27FC236}">
                <a16:creationId xmlns:a16="http://schemas.microsoft.com/office/drawing/2014/main" id="{CFBBB7BD-65BE-4DEB-0D41-55B1E6D7A9C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84606" y="4708815"/>
            <a:ext cx="399803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pPr fontAlgn="base">
              <a:spcBef>
                <a:spcPct val="50000"/>
              </a:spcBef>
              <a:spcAft>
                <a:spcPct val="0"/>
              </a:spcAft>
            </a:pPr>
            <a:r>
              <a:rPr lang="en-US" altLang="en-SE" sz="1800" dirty="0">
                <a:latin typeface="Arial" panose="020B0604020202020204" pitchFamily="34" charset="0"/>
              </a:rPr>
              <a:t>1</a:t>
            </a:r>
          </a:p>
        </p:txBody>
      </p:sp>
      <p:sp>
        <p:nvSpPr>
          <p:cNvPr id="74" name="Text Box 28">
            <a:extLst>
              <a:ext uri="{FF2B5EF4-FFF2-40B4-BE49-F238E27FC236}">
                <a16:creationId xmlns:a16="http://schemas.microsoft.com/office/drawing/2014/main" id="{819899ED-FE25-05DB-C8CE-983E83450DD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2112" y="4708815"/>
            <a:ext cx="399803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pPr fontAlgn="base">
              <a:spcBef>
                <a:spcPct val="50000"/>
              </a:spcBef>
              <a:spcAft>
                <a:spcPct val="0"/>
              </a:spcAft>
            </a:pPr>
            <a:r>
              <a:rPr lang="en-US" altLang="en-SE" sz="1800" dirty="0">
                <a:latin typeface="Arial" panose="020B0604020202020204" pitchFamily="34" charset="0"/>
              </a:rPr>
              <a:t>1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ECDB4851-0CA3-BCED-8A25-7B06BB4E34C6}"/>
              </a:ext>
            </a:extLst>
          </p:cNvPr>
          <p:cNvSpPr txBox="1"/>
          <p:nvPr/>
        </p:nvSpPr>
        <p:spPr>
          <a:xfrm>
            <a:off x="355216" y="5937717"/>
            <a:ext cx="1704266" cy="369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800" dirty="0">
                <a:latin typeface="Quattrocento Sans" panose="020B0502050000020003" pitchFamily="34" charset="0"/>
              </a:rPr>
              <a:t>Original graph</a:t>
            </a:r>
            <a:endParaRPr lang="en-SE" sz="1800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041FBDB7-5904-F755-3F62-A6DD15AD082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7291733"/>
              </p:ext>
            </p:extLst>
          </p:nvPr>
        </p:nvGraphicFramePr>
        <p:xfrm>
          <a:off x="4627837" y="3925167"/>
          <a:ext cx="1387630" cy="18542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693815">
                  <a:extLst>
                    <a:ext uri="{9D8B030D-6E8A-4147-A177-3AD203B41FA5}">
                      <a16:colId xmlns:a16="http://schemas.microsoft.com/office/drawing/2014/main" val="3113293538"/>
                    </a:ext>
                  </a:extLst>
                </a:gridCol>
                <a:gridCol w="693815">
                  <a:extLst>
                    <a:ext uri="{9D8B030D-6E8A-4147-A177-3AD203B41FA5}">
                      <a16:colId xmlns:a16="http://schemas.microsoft.com/office/drawing/2014/main" val="421007421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1600" dirty="0"/>
                        <a:t>Node </a:t>
                      </a:r>
                      <a:endParaRPr lang="en-SE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600" dirty="0"/>
                        <a:t>h()</a:t>
                      </a:r>
                      <a:endParaRPr lang="en-SE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8289187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1600" dirty="0"/>
                        <a:t>1</a:t>
                      </a:r>
                      <a:endParaRPr lang="en-SE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SE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475071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1600" dirty="0"/>
                        <a:t>2</a:t>
                      </a:r>
                      <a:endParaRPr lang="en-SE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SE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209519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1600" dirty="0"/>
                        <a:t>3</a:t>
                      </a:r>
                      <a:endParaRPr lang="en-SE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SE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7627488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1600" dirty="0"/>
                        <a:t>4</a:t>
                      </a:r>
                      <a:endParaRPr lang="en-SE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SE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69259463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F0213C2E-33EE-C895-81C1-741DB5D0DF5A}"/>
              </a:ext>
            </a:extLst>
          </p:cNvPr>
          <p:cNvSpPr txBox="1"/>
          <p:nvPr/>
        </p:nvSpPr>
        <p:spPr>
          <a:xfrm>
            <a:off x="4560605" y="5773527"/>
            <a:ext cx="1704267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800" dirty="0">
                <a:solidFill>
                  <a:schemeClr val="tx1"/>
                </a:solidFill>
                <a:latin typeface="Quattrocento Sans" panose="020B0502050000020003" pitchFamily="34" charset="0"/>
              </a:rPr>
              <a:t>Shortest paths starting from dummy node</a:t>
            </a:r>
          </a:p>
        </p:txBody>
      </p:sp>
    </p:spTree>
    <p:extLst>
      <p:ext uri="{BB962C8B-B14F-4D97-AF65-F5344CB8AC3E}">
        <p14:creationId xmlns:p14="http://schemas.microsoft.com/office/powerpoint/2010/main" val="269776279"/>
      </p:ext>
    </p:extLst>
  </p:cSld>
  <p:clrMapOvr>
    <a:masterClrMapping/>
  </p:clrMapOvr>
</p:sld>
</file>

<file path=ppt/theme/theme1.xml><?xml version="1.0" encoding="utf-8"?>
<a:theme xmlns:a="http://schemas.openxmlformats.org/drawingml/2006/main" name="Integral">
  <a:themeElements>
    <a:clrScheme name="Custom 2">
      <a:dk1>
        <a:srgbClr val="000000"/>
      </a:dk1>
      <a:lt1>
        <a:srgbClr val="FFFFFF"/>
      </a:lt1>
      <a:dk2>
        <a:srgbClr val="335B74"/>
      </a:dk2>
      <a:lt2>
        <a:srgbClr val="DFE3E5"/>
      </a:lt2>
      <a:accent1>
        <a:srgbClr val="1CADE4"/>
      </a:accent1>
      <a:accent2>
        <a:srgbClr val="2683C6"/>
      </a:accent2>
      <a:accent3>
        <a:srgbClr val="27CED7"/>
      </a:accent3>
      <a:accent4>
        <a:srgbClr val="42BA97"/>
      </a:accent4>
      <a:accent5>
        <a:srgbClr val="3E8853"/>
      </a:accent5>
      <a:accent6>
        <a:srgbClr val="62A39F"/>
      </a:accent6>
      <a:hlink>
        <a:srgbClr val="33006F"/>
      </a:hlink>
      <a:folHlink>
        <a:srgbClr val="9A7B4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Metadata/LabelInfo.xml><?xml version="1.0" encoding="utf-8"?>
<clbl:labelList xmlns:clbl="http://schemas.microsoft.com/office/2020/mipLabelMetadata">
  <clbl:label id="{da48a9ac-7937-4134-8b13-3620bf967764}" enabled="1" method="Privileged" siteId="{5a4ba6f9-f531-4f32-9467-398f19e69de4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1004</TotalTime>
  <Words>708</Words>
  <Application>Microsoft Office PowerPoint</Application>
  <PresentationFormat>Widescreen</PresentationFormat>
  <Paragraphs>216</Paragraphs>
  <Slides>7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5" baseType="lpstr">
      <vt:lpstr>Arial</vt:lpstr>
      <vt:lpstr>Twentieth Century</vt:lpstr>
      <vt:lpstr>Calibri</vt:lpstr>
      <vt:lpstr>Consolas</vt:lpstr>
      <vt:lpstr>Noto Sans Symbols</vt:lpstr>
      <vt:lpstr>Quattrocento Sans</vt:lpstr>
      <vt:lpstr>Roboto Light</vt:lpstr>
      <vt:lpstr>Integral</vt:lpstr>
      <vt:lpstr>Shortest Paths Algorithms Exercises</vt:lpstr>
      <vt:lpstr>Q. Dijkstra’s Algorithm</vt:lpstr>
      <vt:lpstr>Q. Dijkstra’s Algorithm (Source Node S)</vt:lpstr>
      <vt:lpstr>Q. Dijkstra’s Algorithm (Source Node A, Undirected Graph)</vt:lpstr>
      <vt:lpstr>Q. Dijkstra’s Algorithm (Source Node P, Directed Graph)</vt:lpstr>
      <vt:lpstr>Q. Topological Sort</vt:lpstr>
      <vt:lpstr>Q. Johnson’s algorithm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Zonghua</dc:creator>
  <cp:lastModifiedBy>Zonghua Gu</cp:lastModifiedBy>
  <cp:revision>31</cp:revision>
  <dcterms:modified xsi:type="dcterms:W3CDTF">2026-01-30T04:41:59Z</dcterms:modified>
</cp:coreProperties>
</file>