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5"/>
  </p:notesMasterIdLst>
  <p:sldIdLst>
    <p:sldId id="256" r:id="rId2"/>
    <p:sldId id="285" r:id="rId3"/>
    <p:sldId id="286" r:id="rId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"/>
      <p:bold r:id="rId7"/>
      <p:italic r:id="rId8"/>
      <p:boldItalic r:id="rId9"/>
    </p:embeddedFont>
    <p:embeddedFont>
      <p:font typeface="Roboto Light" panose="02000000000000000000" pitchFamily="2" charset="0"/>
      <p:regular r:id="rId10"/>
      <p:bold r:id="rId11"/>
      <p:italic r:id="rId12"/>
      <p:boldItalic r:id="rId13"/>
    </p:embeddedFont>
    <p:embeddedFont>
      <p:font typeface="Roboto Medium" panose="02000000000000000000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4297C3-F745-4D20-A4CC-60BC2E549996}" v="29" dt="2026-01-31T15:59:52.254"/>
    <p1510:client id="{CAD58D26-74B9-4580-92A9-87C82EE9E6BB}" v="6" dt="2026-01-31T23:38:01.654"/>
  </p1510:revLst>
</p1510:revInfo>
</file>

<file path=ppt/tableStyles.xml><?xml version="1.0" encoding="utf-8"?>
<a:tblStyleLst xmlns:a="http://schemas.openxmlformats.org/drawingml/2006/main" def="{640098EA-F5DE-4482-BE86-79975F08261D}">
  <a:tblStyle styleId="{640098EA-F5DE-4482-BE86-79975F082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microsoft.com/office/2015/10/relationships/revisionInfo" Target="revisionInfo.xml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">
      <pc:chgData name="Zonghua Gu" userId="9a7e1853e1951ef5" providerId="LiveId" clId="{CF1FAA12-072C-4ED5-BA76-0FFFAEFDB88A}" dt="2026-01-31T23:38:34.972" v="445" actId="1076"/>
      <pc:docMkLst>
        <pc:docMk/>
      </pc:docMkLst>
      <pc:sldChg chg="addSp delSp modSp add del mod">
        <pc:chgData name="Zonghua Gu" userId="9a7e1853e1951ef5" providerId="LiveId" clId="{CF1FAA12-072C-4ED5-BA76-0FFFAEFDB88A}" dt="2026-01-31T22:48:59.948" v="270" actId="1076"/>
        <pc:sldMkLst>
          <pc:docMk/>
          <pc:sldMk cId="0" sldId="256"/>
        </pc:sldMkLst>
        <pc:spChg chg="add mod">
          <ac:chgData name="Zonghua Gu" userId="9a7e1853e1951ef5" providerId="LiveId" clId="{CF1FAA12-072C-4ED5-BA76-0FFFAEFDB88A}" dt="2026-01-31T15:59:52.254" v="241"/>
          <ac:spMkLst>
            <pc:docMk/>
            <pc:sldMk cId="0" sldId="256"/>
            <ac:spMk id="2" creationId="{2DCD0B49-0F78-39FF-F288-5A32CBB998E7}"/>
          </ac:spMkLst>
        </pc:spChg>
        <pc:spChg chg="del">
          <ac:chgData name="Zonghua Gu" userId="9a7e1853e1951ef5" providerId="LiveId" clId="{CF1FAA12-072C-4ED5-BA76-0FFFAEFDB88A}" dt="2026-01-31T14:02:01.541" v="0" actId="478"/>
          <ac:spMkLst>
            <pc:docMk/>
            <pc:sldMk cId="0" sldId="256"/>
            <ac:spMk id="143" creationId="{00000000-0000-0000-0000-000000000000}"/>
          </ac:spMkLst>
        </pc:spChg>
        <pc:spChg chg="mod">
          <ac:chgData name="Zonghua Gu" userId="9a7e1853e1951ef5" providerId="LiveId" clId="{CF1FAA12-072C-4ED5-BA76-0FFFAEFDB88A}" dt="2026-01-31T22:48:59.948" v="270" actId="1076"/>
          <ac:spMkLst>
            <pc:docMk/>
            <pc:sldMk cId="0" sldId="256"/>
            <ac:spMk id="144" creationId="{00000000-0000-0000-0000-000000000000}"/>
          </ac:spMkLst>
        </pc:spChg>
      </pc:sldChg>
      <pc:sldChg chg="addSp modSp del mod modNotes">
        <pc:chgData name="Zonghua Gu" userId="9a7e1853e1951ef5" providerId="LiveId" clId="{CF1FAA12-072C-4ED5-BA76-0FFFAEFDB88A}" dt="2026-01-31T22:49:50.992" v="271" actId="47"/>
        <pc:sldMkLst>
          <pc:docMk/>
          <pc:sldMk cId="0" sldId="257"/>
        </pc:sldMkLst>
        <pc:spChg chg="add mod">
          <ac:chgData name="Zonghua Gu" userId="9a7e1853e1951ef5" providerId="LiveId" clId="{CF1FAA12-072C-4ED5-BA76-0FFFAEFDB88A}" dt="2026-01-31T15:59:49.319" v="240"/>
          <ac:spMkLst>
            <pc:docMk/>
            <pc:sldMk cId="0" sldId="257"/>
            <ac:spMk id="2" creationId="{0D517BC8-62D2-F063-3868-17CE902D5E0B}"/>
          </ac:spMkLst>
        </pc:spChg>
        <pc:spChg chg="mod">
          <ac:chgData name="Zonghua Gu" userId="9a7e1853e1951ef5" providerId="LiveId" clId="{CF1FAA12-072C-4ED5-BA76-0FFFAEFDB88A}" dt="2026-01-31T22:48:34.469" v="252" actId="20577"/>
          <ac:spMkLst>
            <pc:docMk/>
            <pc:sldMk cId="0" sldId="257"/>
            <ac:spMk id="167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257"/>
            <ac:spMk id="168" creationId="{00000000-0000-0000-0000-000000000000}"/>
          </ac:spMkLst>
        </pc:spChg>
      </pc:sldChg>
      <pc:sldChg chg="addSp new del mod">
        <pc:chgData name="Zonghua Gu" userId="9a7e1853e1951ef5" providerId="LiveId" clId="{CF1FAA12-072C-4ED5-BA76-0FFFAEFDB88A}" dt="2026-01-31T23:33:55.821" v="313" actId="47"/>
        <pc:sldMkLst>
          <pc:docMk/>
          <pc:sldMk cId="1714367460" sldId="257"/>
        </pc:sldMkLst>
        <pc:picChg chg="add">
          <ac:chgData name="Zonghua Gu" userId="9a7e1853e1951ef5" providerId="LiveId" clId="{CF1FAA12-072C-4ED5-BA76-0FFFAEFDB88A}" dt="2026-01-31T23:27:36.868" v="275" actId="22"/>
          <ac:picMkLst>
            <pc:docMk/>
            <pc:sldMk cId="1714367460" sldId="257"/>
            <ac:picMk id="5" creationId="{B26D0731-F3C1-8329-0410-2EED3C82BD18}"/>
          </ac:picMkLst>
        </pc:picChg>
      </pc:sldChg>
      <pc:sldChg chg="new del">
        <pc:chgData name="Zonghua Gu" userId="9a7e1853e1951ef5" providerId="LiveId" clId="{CF1FAA12-072C-4ED5-BA76-0FFFAEFDB88A}" dt="2026-01-31T23:06:09.284" v="273" actId="680"/>
        <pc:sldMkLst>
          <pc:docMk/>
          <pc:sldMk cId="4235575083" sldId="25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58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59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60"/>
        </pc:sldMkLst>
        <pc:spChg chg="mod">
          <ac:chgData name="Zonghua Gu" userId="9a7e1853e1951ef5" providerId="LiveId" clId="{CF1FAA12-072C-4ED5-BA76-0FFFAEFDB88A}" dt="2026-01-31T14:03:36.762" v="31" actId="20577"/>
          <ac:spMkLst>
            <pc:docMk/>
            <pc:sldMk cId="0" sldId="260"/>
            <ac:spMk id="29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61"/>
        </pc:sldMkLst>
      </pc:sldChg>
      <pc:sldChg chg="addSp delSp modSp del mod">
        <pc:chgData name="Zonghua Gu" userId="9a7e1853e1951ef5" providerId="LiveId" clId="{CF1FAA12-072C-4ED5-BA76-0FFFAEFDB88A}" dt="2026-01-31T22:49:50.992" v="271" actId="47"/>
        <pc:sldMkLst>
          <pc:docMk/>
          <pc:sldMk cId="0" sldId="262"/>
        </pc:sldMkLst>
        <pc:spChg chg="mod">
          <ac:chgData name="Zonghua Gu" userId="9a7e1853e1951ef5" providerId="LiveId" clId="{CF1FAA12-072C-4ED5-BA76-0FFFAEFDB88A}" dt="2026-01-31T14:06:10.301" v="85" actId="1076"/>
          <ac:spMkLst>
            <pc:docMk/>
            <pc:sldMk cId="0" sldId="262"/>
            <ac:spMk id="354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4:50.386" v="58" actId="478"/>
          <ac:spMkLst>
            <pc:docMk/>
            <pc:sldMk cId="0" sldId="262"/>
            <ac:spMk id="356" creationId="{00000000-0000-0000-0000-000000000000}"/>
          </ac:spMkLst>
        </pc:spChg>
        <pc:picChg chg="del">
          <ac:chgData name="Zonghua Gu" userId="9a7e1853e1951ef5" providerId="LiveId" clId="{CF1FAA12-072C-4ED5-BA76-0FFFAEFDB88A}" dt="2026-01-31T14:04:50.386" v="58" actId="478"/>
          <ac:picMkLst>
            <pc:docMk/>
            <pc:sldMk cId="0" sldId="262"/>
            <ac:picMk id="355" creationId="{00000000-0000-0000-0000-000000000000}"/>
          </ac:picMkLst>
        </pc:picChg>
        <pc:picChg chg="add mod">
          <ac:chgData name="Zonghua Gu" userId="9a7e1853e1951ef5" providerId="LiveId" clId="{CF1FAA12-072C-4ED5-BA76-0FFFAEFDB88A}" dt="2026-01-31T14:05:59.481" v="83" actId="1076"/>
          <ac:picMkLst>
            <pc:docMk/>
            <pc:sldMk cId="0" sldId="262"/>
            <ac:picMk id="363" creationId="{00000000-0000-0000-0000-000000000000}"/>
          </ac:picMkLst>
        </pc:picChg>
        <pc:picChg chg="add mod">
          <ac:chgData name="Zonghua Gu" userId="9a7e1853e1951ef5" providerId="LiveId" clId="{CF1FAA12-072C-4ED5-BA76-0FFFAEFDB88A}" dt="2026-01-31T14:05:59.481" v="83" actId="1076"/>
          <ac:picMkLst>
            <pc:docMk/>
            <pc:sldMk cId="0" sldId="262"/>
            <ac:picMk id="370" creationId="{00000000-0000-0000-0000-000000000000}"/>
          </ac:picMkLst>
        </pc:picChg>
      </pc:sldChg>
      <pc:sldChg chg="delSp modSp del mod">
        <pc:chgData name="Zonghua Gu" userId="9a7e1853e1951ef5" providerId="LiveId" clId="{CF1FAA12-072C-4ED5-BA76-0FFFAEFDB88A}" dt="2026-01-31T14:06:13.244" v="86" actId="47"/>
        <pc:sldMkLst>
          <pc:docMk/>
          <pc:sldMk cId="0" sldId="263"/>
        </pc:sldMkLst>
        <pc:spChg chg="mod">
          <ac:chgData name="Zonghua Gu" userId="9a7e1853e1951ef5" providerId="LiveId" clId="{CF1FAA12-072C-4ED5-BA76-0FFFAEFDB88A}" dt="2026-01-31T14:05:47.833" v="79" actId="21"/>
          <ac:spMkLst>
            <pc:docMk/>
            <pc:sldMk cId="0" sldId="263"/>
            <ac:spMk id="362" creationId="{00000000-0000-0000-0000-000000000000}"/>
          </ac:spMkLst>
        </pc:spChg>
        <pc:picChg chg="del">
          <ac:chgData name="Zonghua Gu" userId="9a7e1853e1951ef5" providerId="LiveId" clId="{CF1FAA12-072C-4ED5-BA76-0FFFAEFDB88A}" dt="2026-01-31T14:05:08.344" v="61" actId="21"/>
          <ac:picMkLst>
            <pc:docMk/>
            <pc:sldMk cId="0" sldId="263"/>
            <ac:picMk id="363" creationId="{00000000-0000-0000-0000-000000000000}"/>
          </ac:picMkLst>
        </pc:picChg>
      </pc:sldChg>
      <pc:sldChg chg="delSp modSp del mod">
        <pc:chgData name="Zonghua Gu" userId="9a7e1853e1951ef5" providerId="LiveId" clId="{CF1FAA12-072C-4ED5-BA76-0FFFAEFDB88A}" dt="2026-01-31T14:06:13.244" v="86" actId="47"/>
        <pc:sldMkLst>
          <pc:docMk/>
          <pc:sldMk cId="0" sldId="264"/>
        </pc:sldMkLst>
        <pc:spChg chg="mod">
          <ac:chgData name="Zonghua Gu" userId="9a7e1853e1951ef5" providerId="LiveId" clId="{CF1FAA12-072C-4ED5-BA76-0FFFAEFDB88A}" dt="2026-01-31T14:05:51.906" v="80" actId="21"/>
          <ac:spMkLst>
            <pc:docMk/>
            <pc:sldMk cId="0" sldId="264"/>
            <ac:spMk id="369" creationId="{00000000-0000-0000-0000-000000000000}"/>
          </ac:spMkLst>
        </pc:spChg>
        <pc:picChg chg="del">
          <ac:chgData name="Zonghua Gu" userId="9a7e1853e1951ef5" providerId="LiveId" clId="{CF1FAA12-072C-4ED5-BA76-0FFFAEFDB88A}" dt="2026-01-31T14:05:16.921" v="64" actId="21"/>
          <ac:picMkLst>
            <pc:docMk/>
            <pc:sldMk cId="0" sldId="264"/>
            <ac:picMk id="370" creationId="{00000000-0000-0000-0000-000000000000}"/>
          </ac:picMkLst>
        </pc:picChg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65"/>
        </pc:sldMkLst>
        <pc:spChg chg="mod">
          <ac:chgData name="Zonghua Gu" userId="9a7e1853e1951ef5" providerId="LiveId" clId="{CF1FAA12-072C-4ED5-BA76-0FFFAEFDB88A}" dt="2026-01-31T14:06:34.550" v="99" actId="20577"/>
          <ac:spMkLst>
            <pc:docMk/>
            <pc:sldMk cId="0" sldId="265"/>
            <ac:spMk id="376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6:46.270" v="100" actId="20577"/>
          <ac:spMkLst>
            <pc:docMk/>
            <pc:sldMk cId="0" sldId="265"/>
            <ac:spMk id="378" creationId="{00000000-0000-0000-0000-000000000000}"/>
          </ac:spMkLst>
        </pc:spChg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266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266"/>
            <ac:spMk id="385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67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68"/>
        </pc:sldMkLst>
        <pc:spChg chg="mod">
          <ac:chgData name="Zonghua Gu" userId="9a7e1853e1951ef5" providerId="LiveId" clId="{CF1FAA12-072C-4ED5-BA76-0FFFAEFDB88A}" dt="2026-01-31T14:10:41.330" v="179" actId="14100"/>
          <ac:spMkLst>
            <pc:docMk/>
            <pc:sldMk cId="0" sldId="268"/>
            <ac:spMk id="397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398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399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0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1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2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3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4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5" creationId="{00000000-0000-0000-0000-000000000000}"/>
          </ac:spMkLst>
        </pc:spChg>
        <pc:cxnChg chg="mod">
          <ac:chgData name="Zonghua Gu" userId="9a7e1853e1951ef5" providerId="LiveId" clId="{CF1FAA12-072C-4ED5-BA76-0FFFAEFDB88A}" dt="2026-01-31T14:10:38.407" v="178" actId="1076"/>
          <ac:cxnSpMkLst>
            <pc:docMk/>
            <pc:sldMk cId="0" sldId="268"/>
            <ac:cxnSpMk id="406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0:38.407" v="178" actId="1076"/>
          <ac:cxnSpMkLst>
            <pc:docMk/>
            <pc:sldMk cId="0" sldId="268"/>
            <ac:cxnSpMk id="410" creationId="{00000000-0000-0000-0000-000000000000}"/>
          </ac:cxnSpMkLst>
        </pc:cxnChg>
      </pc:sldChg>
      <pc:sldChg chg="addSp modSp del mod">
        <pc:chgData name="Zonghua Gu" userId="9a7e1853e1951ef5" providerId="LiveId" clId="{CF1FAA12-072C-4ED5-BA76-0FFFAEFDB88A}" dt="2026-01-31T22:49:50.992" v="271" actId="47"/>
        <pc:sldMkLst>
          <pc:docMk/>
          <pc:sldMk cId="0" sldId="269"/>
        </pc:sldMkLst>
        <pc:spChg chg="add mod">
          <ac:chgData name="Zonghua Gu" userId="9a7e1853e1951ef5" providerId="LiveId" clId="{CF1FAA12-072C-4ED5-BA76-0FFFAEFDB88A}" dt="2026-01-31T14:08:54.472" v="136" actId="571"/>
          <ac:spMkLst>
            <pc:docMk/>
            <pc:sldMk cId="0" sldId="269"/>
            <ac:spMk id="2" creationId="{7F8E76F6-05B9-20A4-5AFE-F6EE263E60BF}"/>
          </ac:spMkLst>
        </pc:spChg>
        <pc:spChg chg="add mod">
          <ac:chgData name="Zonghua Gu" userId="9a7e1853e1951ef5" providerId="LiveId" clId="{CF1FAA12-072C-4ED5-BA76-0FFFAEFDB88A}" dt="2026-01-31T14:09:57.528" v="170" actId="1036"/>
          <ac:spMkLst>
            <pc:docMk/>
            <pc:sldMk cId="0" sldId="269"/>
            <ac:spMk id="3" creationId="{F0BD812E-7BA8-5918-6158-340E910205C6}"/>
          </ac:spMkLst>
        </pc:spChg>
        <pc:spChg chg="mod">
          <ac:chgData name="Zonghua Gu" userId="9a7e1853e1951ef5" providerId="LiveId" clId="{CF1FAA12-072C-4ED5-BA76-0FFFAEFDB88A}" dt="2026-01-31T14:09:57.528" v="170" actId="1036"/>
          <ac:spMkLst>
            <pc:docMk/>
            <pc:sldMk cId="0" sldId="269"/>
            <ac:spMk id="422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3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4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5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6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7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8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9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30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46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47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48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49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50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51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52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53" creationId="{00000000-0000-0000-0000-000000000000}"/>
          </ac:spMkLst>
        </pc:spChg>
        <pc:cxnChg chg="mod">
          <ac:chgData name="Zonghua Gu" userId="9a7e1853e1951ef5" providerId="LiveId" clId="{CF1FAA12-072C-4ED5-BA76-0FFFAEFDB88A}" dt="2026-01-31T14:07:42.400" v="101" actId="1076"/>
          <ac:cxnSpMkLst>
            <pc:docMk/>
            <pc:sldMk cId="0" sldId="269"/>
            <ac:cxnSpMk id="437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07:42.400" v="101" actId="1076"/>
          <ac:cxnSpMkLst>
            <pc:docMk/>
            <pc:sldMk cId="0" sldId="269"/>
            <ac:cxnSpMk id="439" creationId="{00000000-0000-0000-0000-000000000000}"/>
          </ac:cxnSpMkLst>
        </pc:cxnChg>
        <pc:cxnChg chg="add mod">
          <ac:chgData name="Zonghua Gu" userId="9a7e1853e1951ef5" providerId="LiveId" clId="{CF1FAA12-072C-4ED5-BA76-0FFFAEFDB88A}" dt="2026-01-31T14:07:52.162" v="106" actId="1076"/>
          <ac:cxnSpMkLst>
            <pc:docMk/>
            <pc:sldMk cId="0" sldId="269"/>
            <ac:cxnSpMk id="460" creationId="{00000000-0000-0000-0000-000000000000}"/>
          </ac:cxnSpMkLst>
        </pc:cxnChg>
        <pc:cxnChg chg="add mod">
          <ac:chgData name="Zonghua Gu" userId="9a7e1853e1951ef5" providerId="LiveId" clId="{CF1FAA12-072C-4ED5-BA76-0FFFAEFDB88A}" dt="2026-01-31T14:07:52.162" v="106" actId="1076"/>
          <ac:cxnSpMkLst>
            <pc:docMk/>
            <pc:sldMk cId="0" sldId="269"/>
            <ac:cxnSpMk id="461" creationId="{00000000-0000-0000-0000-000000000000}"/>
          </ac:cxnSpMkLst>
        </pc:cxnChg>
      </pc:sldChg>
      <pc:sldChg chg="delSp modSp del mod">
        <pc:chgData name="Zonghua Gu" userId="9a7e1853e1951ef5" providerId="LiveId" clId="{CF1FAA12-072C-4ED5-BA76-0FFFAEFDB88A}" dt="2026-01-31T14:10:00.713" v="171" actId="47"/>
        <pc:sldMkLst>
          <pc:docMk/>
          <pc:sldMk cId="0" sldId="270"/>
        </pc:sldMkLst>
        <pc:spChg chg="mod">
          <ac:chgData name="Zonghua Gu" userId="9a7e1853e1951ef5" providerId="LiveId" clId="{CF1FAA12-072C-4ED5-BA76-0FFFAEFDB88A}" dt="2026-01-31T14:08:57.040" v="139" actId="21"/>
          <ac:spMkLst>
            <pc:docMk/>
            <pc:sldMk cId="0" sldId="270"/>
            <ac:spMk id="445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46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47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48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49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50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51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52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53" creationId="{00000000-0000-0000-0000-000000000000}"/>
          </ac:spMkLst>
        </pc:spChg>
        <pc:cxnChg chg="del mod">
          <ac:chgData name="Zonghua Gu" userId="9a7e1853e1951ef5" providerId="LiveId" clId="{CF1FAA12-072C-4ED5-BA76-0FFFAEFDB88A}" dt="2026-01-31T14:07:47.340" v="104" actId="21"/>
          <ac:cxnSpMkLst>
            <pc:docMk/>
            <pc:sldMk cId="0" sldId="270"/>
            <ac:cxnSpMk id="457" creationId="{00000000-0000-0000-0000-000000000000}"/>
          </ac:cxnSpMkLst>
        </pc:cxnChg>
        <pc:cxnChg chg="del mod">
          <ac:chgData name="Zonghua Gu" userId="9a7e1853e1951ef5" providerId="LiveId" clId="{CF1FAA12-072C-4ED5-BA76-0FFFAEFDB88A}" dt="2026-01-31T14:07:47.340" v="104" actId="21"/>
          <ac:cxnSpMkLst>
            <pc:docMk/>
            <pc:sldMk cId="0" sldId="270"/>
            <ac:cxnSpMk id="459" creationId="{00000000-0000-0000-0000-000000000000}"/>
          </ac:cxnSpMkLst>
        </pc:cxn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71"/>
        </pc:sldMkLst>
      </pc:sldChg>
      <pc:sldChg chg="modSp del mod">
        <pc:chgData name="Zonghua Gu" userId="9a7e1853e1951ef5" providerId="LiveId" clId="{CF1FAA12-072C-4ED5-BA76-0FFFAEFDB88A}" dt="2026-01-31T14:10:45.885" v="180" actId="47"/>
        <pc:sldMkLst>
          <pc:docMk/>
          <pc:sldMk cId="0" sldId="272"/>
        </pc:sldMkLst>
        <pc:spChg chg="mod">
          <ac:chgData name="Zonghua Gu" userId="9a7e1853e1951ef5" providerId="LiveId" clId="{CF1FAA12-072C-4ED5-BA76-0FFFAEFDB88A}" dt="2026-01-31T14:10:19.740" v="172" actId="21"/>
          <ac:spMkLst>
            <pc:docMk/>
            <pc:sldMk cId="0" sldId="272"/>
            <ac:spMk id="488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73"/>
        </pc:sldMkLst>
        <pc:spChg chg="mod">
          <ac:chgData name="Zonghua Gu" userId="9a7e1853e1951ef5" providerId="LiveId" clId="{CF1FAA12-072C-4ED5-BA76-0FFFAEFDB88A}" dt="2026-01-31T14:11:53.510" v="194" actId="20577"/>
          <ac:spMkLst>
            <pc:docMk/>
            <pc:sldMk cId="0" sldId="273"/>
            <ac:spMk id="511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1:48.044" v="189" actId="1076"/>
          <ac:spMkLst>
            <pc:docMk/>
            <pc:sldMk cId="0" sldId="273"/>
            <ac:spMk id="512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1:48.044" v="189" actId="1076"/>
          <ac:spMkLst>
            <pc:docMk/>
            <pc:sldMk cId="0" sldId="273"/>
            <ac:spMk id="513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1:48.044" v="189" actId="1076"/>
          <ac:spMkLst>
            <pc:docMk/>
            <pc:sldMk cId="0" sldId="273"/>
            <ac:spMk id="518" creationId="{00000000-0000-0000-0000-000000000000}"/>
          </ac:spMkLst>
        </pc:sp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17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0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2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3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4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5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6" creationId="{00000000-0000-0000-0000-000000000000}"/>
          </ac:cxnSpMkLst>
        </pc:cxnChg>
      </pc:sldChg>
      <pc:sldChg chg="modSp del mod">
        <pc:chgData name="Zonghua Gu" userId="9a7e1853e1951ef5" providerId="LiveId" clId="{CF1FAA12-072C-4ED5-BA76-0FFFAEFDB88A}" dt="2026-01-31T14:11:56.053" v="195" actId="47"/>
        <pc:sldMkLst>
          <pc:docMk/>
          <pc:sldMk cId="0" sldId="274"/>
        </pc:sldMkLst>
        <pc:spChg chg="mod">
          <ac:chgData name="Zonghua Gu" userId="9a7e1853e1951ef5" providerId="LiveId" clId="{CF1FAA12-072C-4ED5-BA76-0FFFAEFDB88A}" dt="2026-01-31T14:11:11.610" v="181" actId="21"/>
          <ac:spMkLst>
            <pc:docMk/>
            <pc:sldMk cId="0" sldId="274"/>
            <ac:spMk id="532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75"/>
        </pc:sldMkLst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276"/>
            <ac:spMk id="562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77"/>
        </pc:sldMkLst>
        <pc:spChg chg="mod">
          <ac:chgData name="Zonghua Gu" userId="9a7e1853e1951ef5" providerId="LiveId" clId="{CF1FAA12-072C-4ED5-BA76-0FFFAEFDB88A}" dt="2026-01-31T14:12:29.988" v="196" actId="21"/>
          <ac:spMkLst>
            <pc:docMk/>
            <pc:sldMk cId="0" sldId="277"/>
            <ac:spMk id="568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78"/>
        </pc:sldMkLst>
      </pc:sldChg>
      <pc:sldChg chg="modSp del mod modNotesTx">
        <pc:chgData name="Zonghua Gu" userId="9a7e1853e1951ef5" providerId="LiveId" clId="{CF1FAA12-072C-4ED5-BA76-0FFFAEFDB88A}" dt="2026-01-31T22:49:50.992" v="271" actId="47"/>
        <pc:sldMkLst>
          <pc:docMk/>
          <pc:sldMk cId="0" sldId="279"/>
        </pc:sldMkLst>
        <pc:spChg chg="mod">
          <ac:chgData name="Zonghua Gu" userId="9a7e1853e1951ef5" providerId="LiveId" clId="{CF1FAA12-072C-4ED5-BA76-0FFFAEFDB88A}" dt="2026-01-31T14:13:00.152" v="197" actId="21"/>
          <ac:spMkLst>
            <pc:docMk/>
            <pc:sldMk cId="0" sldId="279"/>
            <ac:spMk id="580" creationId="{00000000-0000-0000-0000-000000000000}"/>
          </ac:spMkLst>
        </pc:spChg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280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280"/>
            <ac:spMk id="587" creationId="{00000000-0000-0000-0000-000000000000}"/>
          </ac:spMkLst>
        </pc:spChg>
      </pc:sldChg>
      <pc:sldChg chg="delSp modSp del mod">
        <pc:chgData name="Zonghua Gu" userId="9a7e1853e1951ef5" providerId="LiveId" clId="{CF1FAA12-072C-4ED5-BA76-0FFFAEFDB88A}" dt="2026-01-31T22:49:50.992" v="271" actId="47"/>
        <pc:sldMkLst>
          <pc:docMk/>
          <pc:sldMk cId="0" sldId="281"/>
        </pc:sldMkLst>
        <pc:spChg chg="mod">
          <ac:chgData name="Zonghua Gu" userId="9a7e1853e1951ef5" providerId="LiveId" clId="{CF1FAA12-072C-4ED5-BA76-0FFFAEFDB88A}" dt="2026-01-31T14:14:00.917" v="212"/>
          <ac:spMkLst>
            <pc:docMk/>
            <pc:sldMk cId="0" sldId="281"/>
            <ac:spMk id="592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3:55.157" v="210" actId="20577"/>
          <ac:spMkLst>
            <pc:docMk/>
            <pc:sldMk cId="0" sldId="281"/>
            <ac:spMk id="593" creationId="{00000000-0000-0000-0000-000000000000}"/>
          </ac:spMkLst>
        </pc:spChg>
        <pc:spChg chg="del">
          <ac:chgData name="Zonghua Gu" userId="9a7e1853e1951ef5" providerId="LiveId" clId="{CF1FAA12-072C-4ED5-BA76-0FFFAEFDB88A}" dt="2026-01-31T14:13:39.244" v="205" actId="478"/>
          <ac:spMkLst>
            <pc:docMk/>
            <pc:sldMk cId="0" sldId="281"/>
            <ac:spMk id="596" creationId="{00000000-0000-0000-0000-000000000000}"/>
          </ac:spMkLst>
        </pc:spChg>
        <pc:picChg chg="del">
          <ac:chgData name="Zonghua Gu" userId="9a7e1853e1951ef5" providerId="LiveId" clId="{CF1FAA12-072C-4ED5-BA76-0FFFAEFDB88A}" dt="2026-01-31T14:13:39.244" v="205" actId="478"/>
          <ac:picMkLst>
            <pc:docMk/>
            <pc:sldMk cId="0" sldId="281"/>
            <ac:picMk id="594" creationId="{00000000-0000-0000-0000-000000000000}"/>
          </ac:picMkLst>
        </pc:picChg>
        <pc:picChg chg="del">
          <ac:chgData name="Zonghua Gu" userId="9a7e1853e1951ef5" providerId="LiveId" clId="{CF1FAA12-072C-4ED5-BA76-0FFFAEFDB88A}" dt="2026-01-31T14:13:39.244" v="205" actId="478"/>
          <ac:picMkLst>
            <pc:docMk/>
            <pc:sldMk cId="0" sldId="281"/>
            <ac:picMk id="595" creationId="{00000000-0000-0000-0000-000000000000}"/>
          </ac:picMkLst>
        </pc:picChg>
      </pc:sldChg>
      <pc:sldChg chg="modSp del mod">
        <pc:chgData name="Zonghua Gu" userId="9a7e1853e1951ef5" providerId="LiveId" clId="{CF1FAA12-072C-4ED5-BA76-0FFFAEFDB88A}" dt="2026-01-31T14:14:02.563" v="213" actId="47"/>
        <pc:sldMkLst>
          <pc:docMk/>
          <pc:sldMk cId="0" sldId="282"/>
        </pc:sldMkLst>
        <pc:spChg chg="mod">
          <ac:chgData name="Zonghua Gu" userId="9a7e1853e1951ef5" providerId="LiveId" clId="{CF1FAA12-072C-4ED5-BA76-0FFFAEFDB88A}" dt="2026-01-31T14:13:58.872" v="211" actId="21"/>
          <ac:spMkLst>
            <pc:docMk/>
            <pc:sldMk cId="0" sldId="282"/>
            <ac:spMk id="601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3:49.289" v="206" actId="21"/>
          <ac:spMkLst>
            <pc:docMk/>
            <pc:sldMk cId="0" sldId="282"/>
            <ac:spMk id="602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3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4"/>
        </pc:sldMkLst>
      </pc:sldChg>
      <pc:sldChg chg="addSp modSp add del mod">
        <pc:chgData name="Zonghua Gu" userId="9a7e1853e1951ef5" providerId="LiveId" clId="{CF1FAA12-072C-4ED5-BA76-0FFFAEFDB88A}" dt="2026-01-31T23:38:14.101" v="432" actId="27636"/>
        <pc:sldMkLst>
          <pc:docMk/>
          <pc:sldMk cId="0" sldId="285"/>
        </pc:sldMkLst>
        <pc:spChg chg="mod">
          <ac:chgData name="Zonghua Gu" userId="9a7e1853e1951ef5" providerId="LiveId" clId="{CF1FAA12-072C-4ED5-BA76-0FFFAEFDB88A}" dt="2026-01-31T14:16:18.949" v="214" actId="207"/>
          <ac:spMkLst>
            <pc:docMk/>
            <pc:sldMk cId="0" sldId="285"/>
            <ac:spMk id="643" creationId="{00000000-0000-0000-0000-000000000000}"/>
          </ac:spMkLst>
        </pc:spChg>
        <pc:spChg chg="mod">
          <ac:chgData name="Zonghua Gu" userId="9a7e1853e1951ef5" providerId="LiveId" clId="{CF1FAA12-072C-4ED5-BA76-0FFFAEFDB88A}" dt="2026-01-31T23:31:13.957" v="284" actId="20577"/>
          <ac:spMkLst>
            <pc:docMk/>
            <pc:sldMk cId="0" sldId="285"/>
            <ac:spMk id="1821" creationId="{00000000-0000-0000-0000-000000000000}"/>
          </ac:spMkLst>
        </pc:spChg>
        <pc:spChg chg="mod">
          <ac:chgData name="Zonghua Gu" userId="9a7e1853e1951ef5" providerId="LiveId" clId="{CF1FAA12-072C-4ED5-BA76-0FFFAEFDB88A}" dt="2026-01-31T23:38:14.101" v="432" actId="27636"/>
          <ac:spMkLst>
            <pc:docMk/>
            <pc:sldMk cId="0" sldId="285"/>
            <ac:spMk id="1822" creationId="{00000000-0000-0000-0000-000000000000}"/>
          </ac:spMkLst>
        </pc:spChg>
        <pc:picChg chg="add mod">
          <ac:chgData name="Zonghua Gu" userId="9a7e1853e1951ef5" providerId="LiveId" clId="{CF1FAA12-072C-4ED5-BA76-0FFFAEFDB88A}" dt="2026-01-31T23:33:00.644" v="302" actId="1076"/>
          <ac:picMkLst>
            <pc:docMk/>
            <pc:sldMk cId="0" sldId="285"/>
            <ac:picMk id="4" creationId="{C8A6AF53-1090-46BF-4B97-4DD6AA47EBD0}"/>
          </ac:picMkLst>
        </pc:pic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6"/>
        </pc:sldMkLst>
      </pc:sldChg>
      <pc:sldChg chg="modSp add mod">
        <pc:chgData name="Zonghua Gu" userId="9a7e1853e1951ef5" providerId="LiveId" clId="{CF1FAA12-072C-4ED5-BA76-0FFFAEFDB88A}" dt="2026-01-31T23:38:34.972" v="445" actId="1076"/>
        <pc:sldMkLst>
          <pc:docMk/>
          <pc:sldMk cId="20097595" sldId="286"/>
        </pc:sldMkLst>
        <pc:spChg chg="mod">
          <ac:chgData name="Zonghua Gu" userId="9a7e1853e1951ef5" providerId="LiveId" clId="{CF1FAA12-072C-4ED5-BA76-0FFFAEFDB88A}" dt="2026-01-31T23:38:23.032" v="440" actId="20577"/>
          <ac:spMkLst>
            <pc:docMk/>
            <pc:sldMk cId="20097595" sldId="286"/>
            <ac:spMk id="1821" creationId="{CDA0B8BE-8F05-8FD9-7E4C-2A45D90520DE}"/>
          </ac:spMkLst>
        </pc:spChg>
        <pc:spChg chg="mod">
          <ac:chgData name="Zonghua Gu" userId="9a7e1853e1951ef5" providerId="LiveId" clId="{CF1FAA12-072C-4ED5-BA76-0FFFAEFDB88A}" dt="2026-01-31T23:38:34.972" v="445" actId="1076"/>
          <ac:spMkLst>
            <pc:docMk/>
            <pc:sldMk cId="20097595" sldId="286"/>
            <ac:spMk id="1822" creationId="{392BB831-FAA9-FFBC-15AC-4267B998AD10}"/>
          </ac:spMkLst>
        </pc:spChg>
        <pc:picChg chg="mod">
          <ac:chgData name="Zonghua Gu" userId="9a7e1853e1951ef5" providerId="LiveId" clId="{CF1FAA12-072C-4ED5-BA76-0FFFAEFDB88A}" dt="2026-01-31T23:38:26.861" v="442" actId="14100"/>
          <ac:picMkLst>
            <pc:docMk/>
            <pc:sldMk cId="20097595" sldId="286"/>
            <ac:picMk id="4" creationId="{0B83E221-D08F-CCE5-933A-BD9825CE08C5}"/>
          </ac:picMkLst>
        </pc:pic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8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9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0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1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2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93"/>
        </pc:sldMkLst>
        <pc:spChg chg="mod">
          <ac:chgData name="Zonghua Gu" userId="9a7e1853e1951ef5" providerId="LiveId" clId="{CF1FAA12-072C-4ED5-BA76-0FFFAEFDB88A}" dt="2026-01-31T14:19:08.258" v="227" actId="20577"/>
          <ac:spMkLst>
            <pc:docMk/>
            <pc:sldMk cId="0" sldId="293"/>
            <ac:spMk id="784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9:24.058" v="229"/>
          <ac:spMkLst>
            <pc:docMk/>
            <pc:sldMk cId="0" sldId="293"/>
            <ac:spMk id="786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4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5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6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8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9"/>
        </pc:sldMkLst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300"/>
            <ac:spMk id="887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301"/>
        </pc:sldMkLst>
        <pc:spChg chg="mod">
          <ac:chgData name="Zonghua Gu" userId="9a7e1853e1951ef5" providerId="LiveId" clId="{CF1FAA12-072C-4ED5-BA76-0FFFAEFDB88A}" dt="2026-01-31T14:23:42.081" v="231" actId="20577"/>
          <ac:spMkLst>
            <pc:docMk/>
            <pc:sldMk cId="0" sldId="301"/>
            <ac:spMk id="893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2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3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304"/>
        </pc:sldMkLst>
        <pc:spChg chg="mod">
          <ac:chgData name="Zonghua Gu" userId="9a7e1853e1951ef5" providerId="LiveId" clId="{CF1FAA12-072C-4ED5-BA76-0FFFAEFDB88A}" dt="2026-01-31T14:25:23.520" v="232" actId="207"/>
          <ac:spMkLst>
            <pc:docMk/>
            <pc:sldMk cId="0" sldId="304"/>
            <ac:spMk id="93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5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6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8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9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0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1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2"/>
        </pc:sldMkLst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313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313"/>
            <ac:spMk id="1095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4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315"/>
        </pc:sldMkLst>
        <pc:graphicFrameChg chg="modGraphic">
          <ac:chgData name="Zonghua Gu" userId="9a7e1853e1951ef5" providerId="LiveId" clId="{CF1FAA12-072C-4ED5-BA76-0FFFAEFDB88A}" dt="2026-01-31T14:29:21.886" v="237" actId="113"/>
          <ac:graphicFrameMkLst>
            <pc:docMk/>
            <pc:sldMk cId="0" sldId="315"/>
            <ac:graphicFrameMk id="1108" creationId="{00000000-0000-0000-0000-000000000000}"/>
          </ac:graphicFrameMkLst>
        </pc:graphicFrameChg>
        <pc:graphicFrameChg chg="modGraphic">
          <ac:chgData name="Zonghua Gu" userId="9a7e1853e1951ef5" providerId="LiveId" clId="{CF1FAA12-072C-4ED5-BA76-0FFFAEFDB88A}" dt="2026-01-31T14:29:25.100" v="238" actId="113"/>
          <ac:graphicFrameMkLst>
            <pc:docMk/>
            <pc:sldMk cId="0" sldId="315"/>
            <ac:graphicFrameMk id="1109" creationId="{00000000-0000-0000-0000-000000000000}"/>
          </ac:graphicFrameMkLst>
        </pc:graphicFrame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6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8"/>
        </pc:sldMkLst>
      </pc:sldChg>
      <pc:sldChg chg="addSp 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319"/>
        </pc:sldMkLst>
        <pc:cxnChg chg="add mod">
          <ac:chgData name="Zonghua Gu" userId="9a7e1853e1951ef5" providerId="LiveId" clId="{CF1FAA12-072C-4ED5-BA76-0FFFAEFDB88A}" dt="2026-01-31T14:32:37.119" v="239" actId="571"/>
          <ac:cxnSpMkLst>
            <pc:docMk/>
            <pc:sldMk cId="0" sldId="319"/>
            <ac:cxnSpMk id="2" creationId="{4F63C1DA-05EC-920E-A19E-D3AE9B174429}"/>
          </ac:cxnSpMkLst>
        </pc:cxn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20"/>
        </pc:sldMkLst>
      </pc:sldChg>
      <pc:sldMasterChg chg="addSldLayout delSldLayout">
        <pc:chgData name="Zonghua Gu" userId="9a7e1853e1951ef5" providerId="LiveId" clId="{CF1FAA12-072C-4ED5-BA76-0FFFAEFDB88A}" dt="2026-01-31T23:33:55.821" v="313" actId="47"/>
        <pc:sldMasterMkLst>
          <pc:docMk/>
          <pc:sldMasterMk cId="0" sldId="2147483670"/>
        </pc:sldMasterMkLst>
        <pc:sldLayoutChg chg="add del">
          <pc:chgData name="Zonghua Gu" userId="9a7e1853e1951ef5" providerId="LiveId" clId="{CF1FAA12-072C-4ED5-BA76-0FFFAEFDB88A}" dt="2026-01-31T22:48:34.872" v="253" actId="47"/>
          <pc:sldLayoutMkLst>
            <pc:docMk/>
            <pc:sldMasterMk cId="0" sldId="2147483670"/>
            <pc:sldLayoutMk cId="0" sldId="2147483648"/>
          </pc:sldLayoutMkLst>
        </pc:sldLayoutChg>
        <pc:sldLayoutChg chg="del">
          <pc:chgData name="Zonghua Gu" userId="9a7e1853e1951ef5" providerId="LiveId" clId="{CF1FAA12-072C-4ED5-BA76-0FFFAEFDB88A}" dt="2026-01-31T23:33:55.821" v="313" actId="47"/>
          <pc:sldLayoutMkLst>
            <pc:docMk/>
            <pc:sldMasterMk cId="0" sldId="2147483670"/>
            <pc:sldLayoutMk cId="0" sldId="2147483649"/>
          </pc:sldLayoutMkLst>
        </pc:sldLayoutChg>
        <pc:sldLayoutChg chg="del">
          <pc:chgData name="Zonghua Gu" userId="9a7e1853e1951ef5" providerId="LiveId" clId="{CF1FAA12-072C-4ED5-BA76-0FFFAEFDB88A}" dt="2026-01-31T22:49:50.992" v="271" actId="47"/>
          <pc:sldLayoutMkLst>
            <pc:docMk/>
            <pc:sldMasterMk cId="0" sldId="2147483670"/>
            <pc:sldLayoutMk cId="0" sldId="2147483650"/>
          </pc:sldLayoutMkLst>
        </pc:sldLayoutChg>
        <pc:sldLayoutChg chg="del">
          <pc:chgData name="Zonghua Gu" userId="9a7e1853e1951ef5" providerId="LiveId" clId="{CF1FAA12-072C-4ED5-BA76-0FFFAEFDB88A}" dt="2026-01-31T22:49:50.992" v="271" actId="47"/>
          <pc:sldLayoutMkLst>
            <pc:docMk/>
            <pc:sldMasterMk cId="0" sldId="2147483670"/>
            <pc:sldLayoutMk cId="0" sldId="2147483651"/>
          </pc:sldLayoutMkLst>
        </pc:sldLayoutChg>
        <pc:sldLayoutChg chg="del">
          <pc:chgData name="Zonghua Gu" userId="9a7e1853e1951ef5" providerId="LiveId" clId="{CF1FAA12-072C-4ED5-BA76-0FFFAEFDB88A}" dt="2026-01-31T22:49:50.992" v="271" actId="47"/>
          <pc:sldLayoutMkLst>
            <pc:docMk/>
            <pc:sldMasterMk cId="0" sldId="2147483670"/>
            <pc:sldLayoutMk cId="0" sldId="2147483657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9db0c453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9db0c453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>
          <a:extLst>
            <a:ext uri="{FF2B5EF4-FFF2-40B4-BE49-F238E27FC236}">
              <a16:creationId xmlns:a16="http://schemas.microsoft.com/office/drawing/2014/main" id="{4174E642-EAAA-2408-CE65-3A5A10EAE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>
            <a:extLst>
              <a:ext uri="{FF2B5EF4-FFF2-40B4-BE49-F238E27FC236}">
                <a16:creationId xmlns:a16="http://schemas.microsoft.com/office/drawing/2014/main" id="{32B029AB-5A15-9CE5-DB3E-016B5D3DF9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>
            <a:extLst>
              <a:ext uri="{FF2B5EF4-FFF2-40B4-BE49-F238E27FC236}">
                <a16:creationId xmlns:a16="http://schemas.microsoft.com/office/drawing/2014/main" id="{0BB42CF9-B184-5B97-D1A1-0EF6A1AD92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0881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88910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1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4" name="Google Shape;144;p24"/>
          <p:cNvSpPr txBox="1"/>
          <p:nvPr/>
        </p:nvSpPr>
        <p:spPr>
          <a:xfrm>
            <a:off x="311558" y="2144986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Inter-Domain Routing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Exercises ANS</a:t>
            </a:r>
            <a:endParaRPr sz="3600" dirty="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8 (Routing 5)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5278830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>
            <a:off x="6751641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>
            <a:off x="4741423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>
            <a:off x="6158001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>
            <a:off x="7323345" y="119563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>
            <a:off x="4741423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>
            <a:off x="5876556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7323345" y="200303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" name="Google Shape;154;p24"/>
          <p:cNvCxnSpPr>
            <a:stCxn id="146" idx="4"/>
            <a:endCxn id="148" idx="0"/>
          </p:cNvCxnSpPr>
          <p:nvPr/>
        </p:nvCxnSpPr>
        <p:spPr>
          <a:xfrm flipH="1">
            <a:off x="5130180" y="752150"/>
            <a:ext cx="537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24"/>
          <p:cNvCxnSpPr>
            <a:stCxn id="146" idx="4"/>
            <a:endCxn id="149" idx="0"/>
          </p:cNvCxnSpPr>
          <p:nvPr/>
        </p:nvCxnSpPr>
        <p:spPr>
          <a:xfrm>
            <a:off x="5667480" y="752150"/>
            <a:ext cx="879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" name="Google Shape;156;p24"/>
          <p:cNvCxnSpPr>
            <a:stCxn id="148" idx="4"/>
            <a:endCxn id="151" idx="0"/>
          </p:cNvCxnSpPr>
          <p:nvPr/>
        </p:nvCxnSpPr>
        <p:spPr>
          <a:xfrm>
            <a:off x="5130073" y="163900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>
            <a:stCxn id="148" idx="5"/>
            <a:endCxn id="152" idx="1"/>
          </p:cNvCxnSpPr>
          <p:nvPr/>
        </p:nvCxnSpPr>
        <p:spPr>
          <a:xfrm>
            <a:off x="5404890" y="1574066"/>
            <a:ext cx="585600" cy="493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" name="Google Shape;158;p24"/>
          <p:cNvCxnSpPr>
            <a:stCxn id="149" idx="4"/>
            <a:endCxn id="152" idx="0"/>
          </p:cNvCxnSpPr>
          <p:nvPr/>
        </p:nvCxnSpPr>
        <p:spPr>
          <a:xfrm flipH="1">
            <a:off x="6265251" y="1639001"/>
            <a:ext cx="28140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" name="Google Shape;159;p24"/>
          <p:cNvCxnSpPr>
            <a:stCxn id="150" idx="4"/>
            <a:endCxn id="153" idx="0"/>
          </p:cNvCxnSpPr>
          <p:nvPr/>
        </p:nvCxnSpPr>
        <p:spPr>
          <a:xfrm>
            <a:off x="7711995" y="163903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" name="Google Shape;160;p24"/>
          <p:cNvCxnSpPr>
            <a:stCxn id="149" idx="6"/>
            <a:endCxn id="150" idx="2"/>
          </p:cNvCxnSpPr>
          <p:nvPr/>
        </p:nvCxnSpPr>
        <p:spPr>
          <a:xfrm>
            <a:off x="6935301" y="1417301"/>
            <a:ext cx="387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61" name="Google Shape;161;p24"/>
          <p:cNvCxnSpPr>
            <a:stCxn id="147" idx="4"/>
            <a:endCxn id="150" idx="0"/>
          </p:cNvCxnSpPr>
          <p:nvPr/>
        </p:nvCxnSpPr>
        <p:spPr>
          <a:xfrm>
            <a:off x="7140291" y="752150"/>
            <a:ext cx="5718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DCD0B49-0F78-39FF-F288-5A32CBB998E7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Q1. BGP</a:t>
            </a:r>
            <a:endParaRPr dirty="0"/>
          </a:p>
        </p:txBody>
      </p:sp>
      <p:sp>
        <p:nvSpPr>
          <p:cNvPr id="1822" name="Google Shape;1822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666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dirty="0"/>
              <a:t>Consider the following configuration of autonomous systems and their relationships.</a:t>
            </a:r>
          </a:p>
          <a:p>
            <a:pPr marL="0" lvl="0" indent="0">
              <a:buNone/>
            </a:pPr>
            <a:r>
              <a:rPr lang="en-US" dirty="0"/>
              <a:t>A square-triangle line indicates a provider-customer relationship, and a circle-circle line indicates a peer relationship. We have two tier 1 providers (AS1 and AS7). Assume we are using the following selection and export rules for all </a:t>
            </a:r>
            <a:r>
              <a:rPr lang="en-US" dirty="0" err="1"/>
              <a:t>ASes</a:t>
            </a:r>
            <a:r>
              <a:rPr lang="en-US" dirty="0"/>
              <a:t>: </a:t>
            </a:r>
          </a:p>
          <a:p>
            <a:pPr marL="0" lvl="0" indent="0">
              <a:buNone/>
            </a:pPr>
            <a:r>
              <a:rPr lang="en-US" b="1" dirty="0"/>
              <a:t>Selection:</a:t>
            </a:r>
            <a:r>
              <a:rPr lang="en-US" dirty="0"/>
              <a:t> Prefer to send data through customers &gt; peers &gt; providers in order to minimize costs. </a:t>
            </a:r>
          </a:p>
          <a:p>
            <a:pPr marL="0" lvl="0" indent="0">
              <a:buNone/>
            </a:pPr>
            <a:r>
              <a:rPr lang="en-US" b="1" dirty="0"/>
              <a:t>Export: </a:t>
            </a:r>
            <a:r>
              <a:rPr lang="en-US" dirty="0"/>
              <a:t>To customers, advertise all paths. To all other </a:t>
            </a:r>
            <a:r>
              <a:rPr lang="en-US" dirty="0" err="1"/>
              <a:t>ASes</a:t>
            </a:r>
            <a:r>
              <a:rPr lang="en-US" dirty="0"/>
              <a:t>, advertise only paths to customers (and paths to your own AS, of course).</a:t>
            </a:r>
          </a:p>
          <a:p>
            <a:pPr marL="0" lvl="0" indent="0">
              <a:buNone/>
            </a:pPr>
            <a:r>
              <a:rPr lang="en-US" dirty="0"/>
              <a:t>1) A user in AS4 tries to send data to a friend in AS5. What path (if any) would the data take to get to the friend?</a:t>
            </a:r>
          </a:p>
          <a:p>
            <a:pPr marL="0" lvl="0" indent="0">
              <a:buNone/>
            </a:pPr>
            <a:r>
              <a:rPr lang="en-US" dirty="0"/>
              <a:t>2) A user in AS6 tries to send data to a friend in AS5. What path (if any) would the data take to get to the friend?</a:t>
            </a:r>
          </a:p>
          <a:p>
            <a:pPr marL="0" lvl="0" indent="0">
              <a:buNone/>
            </a:pPr>
            <a:r>
              <a:rPr lang="en-US" dirty="0"/>
              <a:t>3) A user in AS1 tries to send data to another user in AS9. What path (if any) would the data take?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DFB041-BB88-F60F-06EA-82433024A6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A6AF53-1090-46BF-4B97-4DD6AA47E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588" y="2676821"/>
            <a:ext cx="4398624" cy="24666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>
          <a:extLst>
            <a:ext uri="{FF2B5EF4-FFF2-40B4-BE49-F238E27FC236}">
              <a16:creationId xmlns:a16="http://schemas.microsoft.com/office/drawing/2014/main" id="{C30A3ABC-88DA-773E-7D2F-03AA9DE79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>
            <a:extLst>
              <a:ext uri="{FF2B5EF4-FFF2-40B4-BE49-F238E27FC236}">
                <a16:creationId xmlns:a16="http://schemas.microsoft.com/office/drawing/2014/main" id="{CDA0B8BE-8F05-8FD9-7E4C-2A45D90520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Q. BGP ANS</a:t>
            </a:r>
            <a:endParaRPr dirty="0"/>
          </a:p>
        </p:txBody>
      </p:sp>
      <p:sp>
        <p:nvSpPr>
          <p:cNvPr id="1822" name="Google Shape;1822;p53">
            <a:extLst>
              <a:ext uri="{FF2B5EF4-FFF2-40B4-BE49-F238E27FC236}">
                <a16:creationId xmlns:a16="http://schemas.microsoft.com/office/drawing/2014/main" id="{392BB831-FAA9-FFBC-15AC-4267B998AD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458" y="251379"/>
            <a:ext cx="8909700" cy="2534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>
              <a:buNone/>
            </a:pPr>
            <a:r>
              <a:rPr lang="en-US" dirty="0"/>
              <a:t>1) A user in AS4 tries to send data to a friend in AS5. What path (if any) would the data take to get to the friend?</a:t>
            </a:r>
          </a:p>
          <a:p>
            <a:pPr marL="0" lvl="0" indent="0">
              <a:buNone/>
            </a:pPr>
            <a:r>
              <a:rPr lang="en-US" dirty="0"/>
              <a:t>ANS: AS4 → AS2 → AS3 → AS5</a:t>
            </a:r>
          </a:p>
          <a:p>
            <a:pPr marL="0" lvl="0" indent="0">
              <a:buNone/>
            </a:pPr>
            <a:r>
              <a:rPr lang="en-US" dirty="0"/>
              <a:t>2) A user in AS6 tries to send data to a friend in AS5. What path (if any) would the data take to get to the friend?</a:t>
            </a:r>
          </a:p>
          <a:p>
            <a:pPr marL="0" lvl="0" indent="0">
              <a:buNone/>
            </a:pPr>
            <a:r>
              <a:rPr lang="en-US" dirty="0"/>
              <a:t>ANS: AS6 → AS1 → AS7 → AS8 → AS5. Since AS2 won’t advertise its peer’s (AS3′s) path (about how to reach AS5) to its provider (AS1), so AS1 doesn’t know it can reach AS5 through AS2.</a:t>
            </a:r>
          </a:p>
          <a:p>
            <a:pPr marL="0" lvl="0" indent="0">
              <a:buNone/>
            </a:pPr>
            <a:r>
              <a:rPr lang="en-US" dirty="0"/>
              <a:t>3) A user in AS1 tries to send data to another user in AS9. What path (if any) would the data take?</a:t>
            </a:r>
          </a:p>
          <a:p>
            <a:pPr marL="0" lvl="0" indent="0">
              <a:buNone/>
            </a:pPr>
            <a:r>
              <a:rPr lang="en-US" dirty="0"/>
              <a:t>ANS: AS1 → AS7 → AS8 → AS9. Same reasoning as Part 2).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77AFC6-9766-DE0B-2292-F0A89AD6A0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83E221-D08F-CCE5-933A-BD9825CE0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438" y="2643447"/>
            <a:ext cx="4270773" cy="239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759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1113</Words>
  <Application>Microsoft Office PowerPoint</Application>
  <PresentationFormat>On-screen Show (16:9)</PresentationFormat>
  <Paragraphs>89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Roboto</vt:lpstr>
      <vt:lpstr>Roboto Light</vt:lpstr>
      <vt:lpstr>Arial</vt:lpstr>
      <vt:lpstr>Roboto Medium</vt:lpstr>
      <vt:lpstr>Simple Lecture</vt:lpstr>
      <vt:lpstr>PowerPoint Presentation</vt:lpstr>
      <vt:lpstr>Q1. BGP</vt:lpstr>
      <vt:lpstr>Q. BGP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1</cp:revision>
  <dcterms:modified xsi:type="dcterms:W3CDTF">2026-01-31T23:38:35Z</dcterms:modified>
</cp:coreProperties>
</file>