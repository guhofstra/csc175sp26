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5"/>
  </p:notesMasterIdLst>
  <p:sldIdLst>
    <p:sldId id="291" r:id="rId2"/>
    <p:sldId id="285" r:id="rId3"/>
    <p:sldId id="292" r:id="rId4"/>
  </p:sldIdLst>
  <p:sldSz cx="9144000" cy="5143500" type="screen16x9"/>
  <p:notesSz cx="6858000" cy="9144000"/>
  <p:embeddedFontLst>
    <p:embeddedFont>
      <p:font typeface="Roboto" panose="02000000000000000000" pitchFamily="2" charset="0"/>
      <p:regular r:id="rId6"/>
      <p:bold r:id="rId7"/>
      <p:italic r:id="rId8"/>
      <p:boldItalic r:id="rId9"/>
    </p:embeddedFont>
    <p:embeddedFont>
      <p:font typeface="Roboto Light" panose="02000000000000000000" pitchFamily="2" charset="0"/>
      <p:regular r:id="rId10"/>
      <p:bold r:id="rId11"/>
      <p:italic r:id="rId12"/>
      <p:boldItalic r:id="rId13"/>
    </p:embeddedFont>
    <p:embeddedFont>
      <p:font typeface="Roboto Medium" panose="020000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538BA3-E02E-4E56-BD38-7471B398B370}" v="13" dt="2026-03-26T20:02:35.339"/>
  </p1510:revLst>
</p1510:revInfo>
</file>

<file path=ppt/tableStyles.xml><?xml version="1.0" encoding="utf-8"?>
<a:tblStyleLst xmlns:a="http://schemas.openxmlformats.org/drawingml/2006/main" def="{640098EA-F5DE-4482-BE86-79975F08261D}">
  <a:tblStyle styleId="{640098EA-F5DE-4482-BE86-79975F08261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906" y="126"/>
      </p:cViewPr>
      <p:guideLst>
        <p:guide orient="horz" pos="1620"/>
        <p:guide pos="2880"/>
      </p:guideLst>
    </p:cSldViewPr>
  </p:slideViewPr>
  <p:notesTextViewPr>
    <p:cViewPr>
      <p:scale>
        <a:sx n="1" d="1"/>
        <a:sy n="1" d="1"/>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1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font" Target="fonts/font10.fntdata"/><Relationship Id="rId23" Type="http://schemas.microsoft.com/office/2015/10/relationships/revisionInfo" Target="revisionInfo.xml"/><Relationship Id="rId10" Type="http://schemas.openxmlformats.org/officeDocument/2006/relationships/font" Target="fonts/font5.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font" Target="fonts/font9.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pc:chgData name="Zonghua Gu" userId="9a7e1853e1951ef5" providerId="LiveId" clId="{CF1FAA12-072C-4ED5-BA76-0FFFAEFDB88A}" dt="2026-03-26T21:27:05.124" v="723" actId="20577"/>
      <pc:docMkLst>
        <pc:docMk/>
      </pc:docMkLst>
      <pc:sldChg chg="addSp delSp modSp mod">
        <pc:chgData name="Zonghua Gu" userId="9a7e1853e1951ef5" providerId="LiveId" clId="{CF1FAA12-072C-4ED5-BA76-0FFFAEFDB88A}" dt="2026-03-26T19:58:37.719" v="710" actId="478"/>
        <pc:sldMkLst>
          <pc:docMk/>
          <pc:sldMk cId="20097595" sldId="286"/>
        </pc:sldMkLst>
        <pc:spChg chg="mod">
          <ac:chgData name="Zonghua Gu" userId="9a7e1853e1951ef5" providerId="LiveId" clId="{CF1FAA12-072C-4ED5-BA76-0FFFAEFDB88A}" dt="2026-03-26T19:58:17.831" v="696" actId="1076"/>
          <ac:spMkLst>
            <pc:docMk/>
            <pc:sldMk cId="20097595" sldId="286"/>
            <ac:spMk id="3" creationId="{47247A74-E8E4-1678-ACB8-F868F0268B9C}"/>
          </ac:spMkLst>
        </pc:spChg>
        <pc:spChg chg="add mod">
          <ac:chgData name="Zonghua Gu" userId="9a7e1853e1951ef5" providerId="LiveId" clId="{CF1FAA12-072C-4ED5-BA76-0FFFAEFDB88A}" dt="2026-03-26T19:58:27.582" v="708" actId="1076"/>
          <ac:spMkLst>
            <pc:docMk/>
            <pc:sldMk cId="20097595" sldId="286"/>
            <ac:spMk id="6" creationId="{7C6E464A-5322-C93E-0A45-DF2222AC0560}"/>
          </ac:spMkLst>
        </pc:spChg>
        <pc:spChg chg="add del mod">
          <ac:chgData name="Zonghua Gu" userId="9a7e1853e1951ef5" providerId="LiveId" clId="{CF1FAA12-072C-4ED5-BA76-0FFFAEFDB88A}" dt="2026-03-26T19:58:37.719" v="710" actId="478"/>
          <ac:spMkLst>
            <pc:docMk/>
            <pc:sldMk cId="20097595" sldId="286"/>
            <ac:spMk id="7" creationId="{1E86531A-21CF-BEDF-7927-179610763D76}"/>
          </ac:spMkLst>
        </pc:spChg>
      </pc:sldChg>
      <pc:sldChg chg="addSp modSp mod">
        <pc:chgData name="Zonghua Gu" userId="9a7e1853e1951ef5" providerId="LiveId" clId="{CF1FAA12-072C-4ED5-BA76-0FFFAEFDB88A}" dt="2026-03-26T21:27:05.124" v="723" actId="20577"/>
        <pc:sldMkLst>
          <pc:docMk/>
          <pc:sldMk cId="2594749675" sldId="287"/>
        </pc:sldMkLst>
        <pc:spChg chg="mod">
          <ac:chgData name="Zonghua Gu" userId="9a7e1853e1951ef5" providerId="LiveId" clId="{CF1FAA12-072C-4ED5-BA76-0FFFAEFDB88A}" dt="2026-03-26T19:40:55.954" v="640" actId="20577"/>
          <ac:spMkLst>
            <pc:docMk/>
            <pc:sldMk cId="2594749675" sldId="287"/>
            <ac:spMk id="2" creationId="{EB247837-37E5-0024-8F58-B324FB7B590D}"/>
          </ac:spMkLst>
        </pc:spChg>
        <pc:spChg chg="mod">
          <ac:chgData name="Zonghua Gu" userId="9a7e1853e1951ef5" providerId="LiveId" clId="{CF1FAA12-072C-4ED5-BA76-0FFFAEFDB88A}" dt="2026-03-26T21:27:05.124" v="723" actId="20577"/>
          <ac:spMkLst>
            <pc:docMk/>
            <pc:sldMk cId="2594749675" sldId="287"/>
            <ac:spMk id="3" creationId="{3EF2E7EA-408D-6358-0351-525885CB7288}"/>
          </ac:spMkLst>
        </pc:spChg>
        <pc:spChg chg="add">
          <ac:chgData name="Zonghua Gu" userId="9a7e1853e1951ef5" providerId="LiveId" clId="{CF1FAA12-072C-4ED5-BA76-0FFFAEFDB88A}" dt="2026-03-26T19:45:10.977" v="645"/>
          <ac:spMkLst>
            <pc:docMk/>
            <pc:sldMk cId="2594749675" sldId="287"/>
            <ac:spMk id="7" creationId="{3D54EC34-A4B3-75EF-9344-781F00807269}"/>
          </ac:spMkLst>
        </pc:spChg>
        <pc:spChg chg="add">
          <ac:chgData name="Zonghua Gu" userId="9a7e1853e1951ef5" providerId="LiveId" clId="{CF1FAA12-072C-4ED5-BA76-0FFFAEFDB88A}" dt="2026-03-26T19:45:13.253" v="646"/>
          <ac:spMkLst>
            <pc:docMk/>
            <pc:sldMk cId="2594749675" sldId="287"/>
            <ac:spMk id="8" creationId="{D71CD8A7-4B38-0BE2-E1A9-CDB09217C862}"/>
          </ac:spMkLst>
        </pc:spChg>
      </pc:sldChg>
      <pc:sldChg chg="modSp">
        <pc:chgData name="Zonghua Gu" userId="9a7e1853e1951ef5" providerId="LiveId" clId="{CF1FAA12-072C-4ED5-BA76-0FFFAEFDB88A}" dt="2026-03-26T20:02:35.339" v="712"/>
        <pc:sldMkLst>
          <pc:docMk/>
          <pc:sldMk cId="1178719196" sldId="288"/>
        </pc:sldMkLst>
        <pc:spChg chg="mod">
          <ac:chgData name="Zonghua Gu" userId="9a7e1853e1951ef5" providerId="LiveId" clId="{CF1FAA12-072C-4ED5-BA76-0FFFAEFDB88A}" dt="2026-03-26T20:02:35.339" v="712"/>
          <ac:spMkLst>
            <pc:docMk/>
            <pc:sldMk cId="1178719196" sldId="288"/>
            <ac:spMk id="2" creationId="{86E1E8E3-198B-0104-CACF-8A198A9913D8}"/>
          </ac:spMkLst>
        </pc:spChg>
      </pc:sldChg>
      <pc:sldChg chg="addSp modSp new mod">
        <pc:chgData name="Zonghua Gu" userId="9a7e1853e1951ef5" providerId="LiveId" clId="{CF1FAA12-072C-4ED5-BA76-0FFFAEFDB88A}" dt="2026-03-26T20:02:32.480" v="711"/>
        <pc:sldMkLst>
          <pc:docMk/>
          <pc:sldMk cId="2089477044" sldId="289"/>
        </pc:sldMkLst>
        <pc:spChg chg="mod">
          <ac:chgData name="Zonghua Gu" userId="9a7e1853e1951ef5" providerId="LiveId" clId="{CF1FAA12-072C-4ED5-BA76-0FFFAEFDB88A}" dt="2026-03-26T20:02:32.480" v="711"/>
          <ac:spMkLst>
            <pc:docMk/>
            <pc:sldMk cId="2089477044" sldId="289"/>
            <ac:spMk id="2" creationId="{B115100A-DFFF-500F-E553-C1CA2F507822}"/>
          </ac:spMkLst>
        </pc:spChg>
        <pc:spChg chg="mod">
          <ac:chgData name="Zonghua Gu" userId="9a7e1853e1951ef5" providerId="LiveId" clId="{CF1FAA12-072C-4ED5-BA76-0FFFAEFDB88A}" dt="2026-03-26T19:51:43.563" v="694" actId="14100"/>
          <ac:spMkLst>
            <pc:docMk/>
            <pc:sldMk cId="2089477044" sldId="289"/>
            <ac:spMk id="3" creationId="{F5EA2728-D512-2120-FCEF-07325C84B194}"/>
          </ac:spMkLst>
        </pc:spChg>
        <pc:spChg chg="add mod">
          <ac:chgData name="Zonghua Gu" userId="9a7e1853e1951ef5" providerId="LiveId" clId="{CF1FAA12-072C-4ED5-BA76-0FFFAEFDB88A}" dt="2026-03-26T19:49:45.043" v="660"/>
          <ac:spMkLst>
            <pc:docMk/>
            <pc:sldMk cId="2089477044" sldId="289"/>
            <ac:spMk id="5" creationId="{2962E189-AE68-2144-6922-8C82685A7224}"/>
          </ac:spMkLst>
        </pc:spChg>
        <pc:spChg chg="add mod">
          <ac:chgData name="Zonghua Gu" userId="9a7e1853e1951ef5" providerId="LiveId" clId="{CF1FAA12-072C-4ED5-BA76-0FFFAEFDB88A}" dt="2026-03-26T19:49:45.043" v="660"/>
          <ac:spMkLst>
            <pc:docMk/>
            <pc:sldMk cId="2089477044" sldId="289"/>
            <ac:spMk id="6" creationId="{C3C2A4D2-CF08-12B1-54DF-57335316933F}"/>
          </ac:spMkLst>
        </pc:spChg>
        <pc:picChg chg="add mod">
          <ac:chgData name="Zonghua Gu" userId="9a7e1853e1951ef5" providerId="LiveId" clId="{CF1FAA12-072C-4ED5-BA76-0FFFAEFDB88A}" dt="2026-03-26T19:49:45.043" v="660"/>
          <ac:picMkLst>
            <pc:docMk/>
            <pc:sldMk cId="2089477044" sldId="289"/>
            <ac:picMk id="4" creationId="{ADDDA921-A51A-2003-DE2F-9AFEA87A8FE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eaed80941a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eaed80941a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Slides template credit: Josh Hug, Lisa Yan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7"/>
        <p:cNvGrpSpPr/>
        <p:nvPr/>
      </p:nvGrpSpPr>
      <p:grpSpPr>
        <a:xfrm>
          <a:off x="0" y="0"/>
          <a:ext cx="0" cy="0"/>
          <a:chOff x="0" y="0"/>
          <a:chExt cx="0" cy="0"/>
        </a:xfrm>
      </p:grpSpPr>
      <p:sp>
        <p:nvSpPr>
          <p:cNvPr id="1818" name="Google Shape;1818;g2efee653596_1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9" name="Google Shape;1819;g2efee653596_1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then after that after the midterm maybe we switch into layer four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14:15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and we start thinking about how do you actually build a reliable protocol so we showed you that little super simple Bob</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14:21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sending 10 packets reliability protocol and some people pointed out there are some bugs in that that we didn't really</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14:27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address and you're right a real solid state-of-the-art reli reliability protocol will take us four lectures to</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14:34</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build so we're going to spend two lectures building TCP to ensure reliability and then we'll spend two</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14:40</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more lectures talking about congestion control so that we ensure that the NH host don't overload the links and these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14:47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are associated with the third project which is all about transport and implementing</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14:52</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TCP and then after that two lectures at layer seven so we're basically moving up the stack and at layer seven there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14:59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there's two applications that we'll talk about one of them is DNS one of them is HTTP I won't talk about them any further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15:05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here because you'll get them a lot later but there are examples of things that we can build on top of the network to make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15:12</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everything work and once we've traveled across all the layers in lecture 16 and 17 we'll go back and clean up all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15:19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little missing pieces that we haven't really touched yet to form what we call the end to endend picture so by lecture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15:26</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17 you will finally get the ultimate picture of what exactly happens when I send a packet from point A to point B</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15:32</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all of the missing pieces will get filled in we'll go through all these protocols that didn't really fit anywhere else but have to be covered and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15:40</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we'll also spend a little bit of time at Layer Two and everything will be connected up so we'll spend a lot of time at layers three four and seven and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15:47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once we do that we'll Circle back and tie it all together in lectures 16 and 17 so that's the next part of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15:57</a:t>
            </a:r>
            <a:endParaRPr>
              <a:solidFill>
                <a:schemeClr val="dk1"/>
              </a:solidFill>
            </a:endParaRPr>
          </a:p>
          <a:p>
            <a:pPr marL="0" lvl="0" indent="0" algn="l" rtl="0">
              <a:spcBef>
                <a:spcPts val="0"/>
              </a:spcBef>
              <a:spcAft>
                <a:spcPts val="0"/>
              </a:spcAft>
              <a:buNone/>
            </a:pPr>
            <a:r>
              <a:rPr lang="en">
                <a:solidFill>
                  <a:schemeClr val="dk1"/>
                </a:solidFill>
              </a:rPr>
              <a:t>semester</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11" name="Google Shape;11;p2"/>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 name="Google Shape;40;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 name="Google Shape;49;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8" name="Google Shape;58;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7" name="Google Shape;67;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0" name="Google Shape;9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5"/>
          <p:cNvSpPr txBox="1">
            <a:spLocks noGrp="1"/>
          </p:cNvSpPr>
          <p:nvPr>
            <p:ph type="title"/>
          </p:nvPr>
        </p:nvSpPr>
        <p:spPr>
          <a:xfrm>
            <a:off x="95425" y="4288400"/>
            <a:ext cx="8658900" cy="768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95" name="Google Shape;95;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6" name="Google Shape;106;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2" name="Google Shape;112;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8" name="Google Shape;118;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9" name="Google Shape;119;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5" name="Google Shape;125;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6" name="Google Shape;126;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7" name="Google Shape;127;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6" name="Google Shape;136;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7" name="Google Shape;137;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3889103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1"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143" name="Google Shape;143;p24"/>
          <p:cNvSpPr txBox="1"/>
          <p:nvPr/>
        </p:nvSpPr>
        <p:spPr>
          <a:xfrm>
            <a:off x="311700" y="3854350"/>
            <a:ext cx="8520600" cy="658500"/>
          </a:xfrm>
          <a:prstGeom prst="rect">
            <a:avLst/>
          </a:prstGeom>
          <a:noFill/>
          <a:ln>
            <a:noFill/>
          </a:ln>
        </p:spPr>
        <p:txBody>
          <a:bodyPr spcFirstLastPara="1" wrap="square" lIns="91425" tIns="91425" rIns="91425" bIns="91425" anchor="t" anchorCtr="0">
            <a:noAutofit/>
          </a:bodyPr>
          <a:lstStyle/>
          <a:p>
            <a:pPr lvl="0">
              <a:spcBef>
                <a:spcPts val="600"/>
              </a:spcBef>
            </a:pPr>
            <a:r>
              <a:rPr lang="en-US" altLang="zh-CN" sz="1600" dirty="0"/>
              <a:t>Lecture 12-13, Spring 2026</a:t>
            </a:r>
          </a:p>
        </p:txBody>
      </p:sp>
      <p:sp>
        <p:nvSpPr>
          <p:cNvPr id="144" name="Google Shape;144;p24"/>
          <p:cNvSpPr txBox="1"/>
          <p:nvPr/>
        </p:nvSpPr>
        <p:spPr>
          <a:xfrm>
            <a:off x="311700" y="1658975"/>
            <a:ext cx="8709600" cy="2052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dirty="0">
                <a:solidFill>
                  <a:srgbClr val="0B5394"/>
                </a:solidFill>
                <a:latin typeface="Roboto Medium"/>
                <a:ea typeface="Roboto Medium"/>
                <a:cs typeface="Roboto Medium"/>
                <a:sym typeface="Roboto Medium"/>
              </a:rPr>
              <a:t>Congestion Control </a:t>
            </a:r>
            <a:r>
              <a:rPr lang="en-US" altLang="zh-CN" sz="3600" dirty="0">
                <a:solidFill>
                  <a:srgbClr val="0B5394"/>
                </a:solidFill>
                <a:latin typeface="Roboto Medium"/>
                <a:ea typeface="Roboto Medium"/>
                <a:cs typeface="Roboto Medium"/>
                <a:sym typeface="Roboto Medium"/>
              </a:rPr>
              <a:t>Exercises ANS</a:t>
            </a:r>
            <a:endParaRPr sz="3600" dirty="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rgbClr val="BF9000"/>
                </a:solidFill>
                <a:latin typeface="Roboto Medium"/>
                <a:ea typeface="Roboto Medium"/>
                <a:cs typeface="Roboto Medium"/>
                <a:sym typeface="Roboto Medium"/>
              </a:rPr>
              <a:t>Lecture 12-13 (Transport 4)</a:t>
            </a:r>
            <a:endParaRPr sz="1200" dirty="0">
              <a:solidFill>
                <a:srgbClr val="BF9000"/>
              </a:solidFill>
              <a:latin typeface="Roboto Medium"/>
              <a:ea typeface="Roboto Medium"/>
              <a:cs typeface="Roboto Medium"/>
              <a:sym typeface="Roboto Medium"/>
            </a:endParaRPr>
          </a:p>
        </p:txBody>
      </p:sp>
      <p:sp>
        <p:nvSpPr>
          <p:cNvPr id="146" name="Google Shape;146;p24"/>
          <p:cNvSpPr/>
          <p:nvPr/>
        </p:nvSpPr>
        <p:spPr>
          <a:xfrm rot="5400000">
            <a:off x="5069325" y="18316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7" name="Google Shape;147;p24"/>
          <p:cNvSpPr/>
          <p:nvPr/>
        </p:nvSpPr>
        <p:spPr>
          <a:xfrm rot="5400000">
            <a:off x="5244225" y="18316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101</a:t>
            </a:r>
            <a:endParaRPr sz="1000">
              <a:latin typeface="Roboto"/>
              <a:ea typeface="Roboto"/>
              <a:cs typeface="Roboto"/>
              <a:sym typeface="Roboto"/>
            </a:endParaRPr>
          </a:p>
        </p:txBody>
      </p:sp>
      <p:sp>
        <p:nvSpPr>
          <p:cNvPr id="148" name="Google Shape;148;p24"/>
          <p:cNvSpPr/>
          <p:nvPr/>
        </p:nvSpPr>
        <p:spPr>
          <a:xfrm rot="5400000">
            <a:off x="5419125" y="18316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102</a:t>
            </a:r>
            <a:endParaRPr sz="1000">
              <a:latin typeface="Roboto"/>
              <a:ea typeface="Roboto"/>
              <a:cs typeface="Roboto"/>
              <a:sym typeface="Roboto"/>
            </a:endParaRPr>
          </a:p>
        </p:txBody>
      </p:sp>
      <p:sp>
        <p:nvSpPr>
          <p:cNvPr id="149" name="Google Shape;149;p24"/>
          <p:cNvSpPr/>
          <p:nvPr/>
        </p:nvSpPr>
        <p:spPr>
          <a:xfrm rot="5400000">
            <a:off x="5594025" y="18316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103</a:t>
            </a:r>
            <a:endParaRPr sz="1000">
              <a:latin typeface="Roboto"/>
              <a:ea typeface="Roboto"/>
              <a:cs typeface="Roboto"/>
              <a:sym typeface="Roboto"/>
            </a:endParaRPr>
          </a:p>
        </p:txBody>
      </p:sp>
      <p:sp>
        <p:nvSpPr>
          <p:cNvPr id="150" name="Google Shape;150;p24"/>
          <p:cNvSpPr/>
          <p:nvPr/>
        </p:nvSpPr>
        <p:spPr>
          <a:xfrm rot="5400000">
            <a:off x="5768925" y="18316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104</a:t>
            </a:r>
            <a:endParaRPr sz="1000">
              <a:latin typeface="Roboto"/>
              <a:ea typeface="Roboto"/>
              <a:cs typeface="Roboto"/>
              <a:sym typeface="Roboto"/>
            </a:endParaRPr>
          </a:p>
        </p:txBody>
      </p:sp>
      <p:sp>
        <p:nvSpPr>
          <p:cNvPr id="151" name="Google Shape;151;p24"/>
          <p:cNvSpPr/>
          <p:nvPr/>
        </p:nvSpPr>
        <p:spPr>
          <a:xfrm rot="5400000">
            <a:off x="5943825" y="18316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105</a:t>
            </a:r>
            <a:endParaRPr sz="1000">
              <a:latin typeface="Roboto"/>
              <a:ea typeface="Roboto"/>
              <a:cs typeface="Roboto"/>
              <a:sym typeface="Roboto"/>
            </a:endParaRPr>
          </a:p>
        </p:txBody>
      </p:sp>
      <p:sp>
        <p:nvSpPr>
          <p:cNvPr id="152" name="Google Shape;152;p24"/>
          <p:cNvSpPr/>
          <p:nvPr/>
        </p:nvSpPr>
        <p:spPr>
          <a:xfrm rot="5400000">
            <a:off x="6118725" y="18316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106</a:t>
            </a:r>
            <a:endParaRPr sz="1000">
              <a:latin typeface="Roboto"/>
              <a:ea typeface="Roboto"/>
              <a:cs typeface="Roboto"/>
              <a:sym typeface="Roboto"/>
            </a:endParaRPr>
          </a:p>
        </p:txBody>
      </p:sp>
      <p:sp>
        <p:nvSpPr>
          <p:cNvPr id="153" name="Google Shape;153;p24"/>
          <p:cNvSpPr/>
          <p:nvPr/>
        </p:nvSpPr>
        <p:spPr>
          <a:xfrm rot="5400000">
            <a:off x="6293625" y="18316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107</a:t>
            </a:r>
            <a:endParaRPr sz="1000">
              <a:latin typeface="Roboto"/>
              <a:ea typeface="Roboto"/>
              <a:cs typeface="Roboto"/>
              <a:sym typeface="Roboto"/>
            </a:endParaRPr>
          </a:p>
        </p:txBody>
      </p:sp>
      <p:sp>
        <p:nvSpPr>
          <p:cNvPr id="154" name="Google Shape;154;p24"/>
          <p:cNvSpPr/>
          <p:nvPr/>
        </p:nvSpPr>
        <p:spPr>
          <a:xfrm rot="5400000">
            <a:off x="6468525" y="18316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108</a:t>
            </a:r>
            <a:endParaRPr sz="1000">
              <a:latin typeface="Roboto"/>
              <a:ea typeface="Roboto"/>
              <a:cs typeface="Roboto"/>
              <a:sym typeface="Roboto"/>
            </a:endParaRPr>
          </a:p>
        </p:txBody>
      </p:sp>
      <p:sp>
        <p:nvSpPr>
          <p:cNvPr id="155" name="Google Shape;155;p24"/>
          <p:cNvSpPr/>
          <p:nvPr/>
        </p:nvSpPr>
        <p:spPr>
          <a:xfrm rot="5400000">
            <a:off x="6643425" y="18316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109</a:t>
            </a:r>
            <a:endParaRPr sz="1000">
              <a:latin typeface="Roboto"/>
              <a:ea typeface="Roboto"/>
              <a:cs typeface="Roboto"/>
              <a:sym typeface="Roboto"/>
            </a:endParaRPr>
          </a:p>
        </p:txBody>
      </p:sp>
      <p:sp>
        <p:nvSpPr>
          <p:cNvPr id="156" name="Google Shape;156;p24"/>
          <p:cNvSpPr/>
          <p:nvPr/>
        </p:nvSpPr>
        <p:spPr>
          <a:xfrm rot="5400000">
            <a:off x="6818325" y="18316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110</a:t>
            </a:r>
            <a:endParaRPr sz="1000">
              <a:latin typeface="Roboto"/>
              <a:ea typeface="Roboto"/>
              <a:cs typeface="Roboto"/>
              <a:sym typeface="Roboto"/>
            </a:endParaRPr>
          </a:p>
        </p:txBody>
      </p:sp>
      <p:sp>
        <p:nvSpPr>
          <p:cNvPr id="157" name="Google Shape;157;p24"/>
          <p:cNvSpPr/>
          <p:nvPr/>
        </p:nvSpPr>
        <p:spPr>
          <a:xfrm rot="5400000">
            <a:off x="6993225" y="18316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111</a:t>
            </a:r>
            <a:endParaRPr sz="1000">
              <a:latin typeface="Roboto"/>
              <a:ea typeface="Roboto"/>
              <a:cs typeface="Roboto"/>
              <a:sym typeface="Roboto"/>
            </a:endParaRPr>
          </a:p>
        </p:txBody>
      </p:sp>
      <p:sp>
        <p:nvSpPr>
          <p:cNvPr id="158" name="Google Shape;158;p24"/>
          <p:cNvSpPr/>
          <p:nvPr/>
        </p:nvSpPr>
        <p:spPr>
          <a:xfrm rot="5400000">
            <a:off x="7168125" y="18316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112</a:t>
            </a:r>
            <a:endParaRPr sz="1000">
              <a:latin typeface="Roboto"/>
              <a:ea typeface="Roboto"/>
              <a:cs typeface="Roboto"/>
              <a:sym typeface="Roboto"/>
            </a:endParaRPr>
          </a:p>
        </p:txBody>
      </p:sp>
      <p:sp>
        <p:nvSpPr>
          <p:cNvPr id="159" name="Google Shape;159;p24"/>
          <p:cNvSpPr/>
          <p:nvPr/>
        </p:nvSpPr>
        <p:spPr>
          <a:xfrm rot="5400000">
            <a:off x="7343025" y="18316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113</a:t>
            </a:r>
            <a:endParaRPr sz="1000">
              <a:latin typeface="Roboto"/>
              <a:ea typeface="Roboto"/>
              <a:cs typeface="Roboto"/>
              <a:sym typeface="Roboto"/>
            </a:endParaRPr>
          </a:p>
        </p:txBody>
      </p:sp>
      <p:sp>
        <p:nvSpPr>
          <p:cNvPr id="160" name="Google Shape;160;p24"/>
          <p:cNvSpPr/>
          <p:nvPr/>
        </p:nvSpPr>
        <p:spPr>
          <a:xfrm rot="5400000">
            <a:off x="7517925" y="18316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114</a:t>
            </a:r>
            <a:endParaRPr sz="1000">
              <a:latin typeface="Roboto"/>
              <a:ea typeface="Roboto"/>
              <a:cs typeface="Roboto"/>
              <a:sym typeface="Roboto"/>
            </a:endParaRPr>
          </a:p>
        </p:txBody>
      </p:sp>
      <p:sp>
        <p:nvSpPr>
          <p:cNvPr id="161" name="Google Shape;161;p24"/>
          <p:cNvSpPr/>
          <p:nvPr/>
        </p:nvSpPr>
        <p:spPr>
          <a:xfrm rot="5400000">
            <a:off x="7692825" y="18316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115</a:t>
            </a:r>
            <a:endParaRPr sz="1000">
              <a:latin typeface="Roboto"/>
              <a:ea typeface="Roboto"/>
              <a:cs typeface="Roboto"/>
              <a:sym typeface="Roboto"/>
            </a:endParaRPr>
          </a:p>
        </p:txBody>
      </p:sp>
      <p:sp>
        <p:nvSpPr>
          <p:cNvPr id="162" name="Google Shape;162;p24"/>
          <p:cNvSpPr/>
          <p:nvPr/>
        </p:nvSpPr>
        <p:spPr>
          <a:xfrm rot="5400000">
            <a:off x="7867725" y="18316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3" name="Google Shape;163;p24"/>
          <p:cNvSpPr/>
          <p:nvPr/>
        </p:nvSpPr>
        <p:spPr>
          <a:xfrm rot="5400000">
            <a:off x="5069325" y="12220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4" name="Google Shape;164;p24"/>
          <p:cNvSpPr/>
          <p:nvPr/>
        </p:nvSpPr>
        <p:spPr>
          <a:xfrm rot="5400000">
            <a:off x="5244225" y="12220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101</a:t>
            </a:r>
            <a:endParaRPr sz="1000">
              <a:latin typeface="Roboto"/>
              <a:ea typeface="Roboto"/>
              <a:cs typeface="Roboto"/>
              <a:sym typeface="Roboto"/>
            </a:endParaRPr>
          </a:p>
        </p:txBody>
      </p:sp>
      <p:sp>
        <p:nvSpPr>
          <p:cNvPr id="165" name="Google Shape;165;p24"/>
          <p:cNvSpPr/>
          <p:nvPr/>
        </p:nvSpPr>
        <p:spPr>
          <a:xfrm rot="5400000">
            <a:off x="5419125" y="12220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102</a:t>
            </a:r>
            <a:endParaRPr sz="1000">
              <a:latin typeface="Roboto"/>
              <a:ea typeface="Roboto"/>
              <a:cs typeface="Roboto"/>
              <a:sym typeface="Roboto"/>
            </a:endParaRPr>
          </a:p>
        </p:txBody>
      </p:sp>
      <p:sp>
        <p:nvSpPr>
          <p:cNvPr id="166" name="Google Shape;166;p24"/>
          <p:cNvSpPr/>
          <p:nvPr/>
        </p:nvSpPr>
        <p:spPr>
          <a:xfrm rot="5400000">
            <a:off x="5594025" y="12220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103</a:t>
            </a:r>
            <a:endParaRPr sz="1000">
              <a:latin typeface="Roboto"/>
              <a:ea typeface="Roboto"/>
              <a:cs typeface="Roboto"/>
              <a:sym typeface="Roboto"/>
            </a:endParaRPr>
          </a:p>
        </p:txBody>
      </p:sp>
      <p:sp>
        <p:nvSpPr>
          <p:cNvPr id="167" name="Google Shape;167;p24"/>
          <p:cNvSpPr/>
          <p:nvPr/>
        </p:nvSpPr>
        <p:spPr>
          <a:xfrm rot="5400000">
            <a:off x="5768925" y="12220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104</a:t>
            </a:r>
            <a:endParaRPr sz="1000">
              <a:latin typeface="Roboto"/>
              <a:ea typeface="Roboto"/>
              <a:cs typeface="Roboto"/>
              <a:sym typeface="Roboto"/>
            </a:endParaRPr>
          </a:p>
        </p:txBody>
      </p:sp>
      <p:sp>
        <p:nvSpPr>
          <p:cNvPr id="168" name="Google Shape;168;p24"/>
          <p:cNvSpPr/>
          <p:nvPr/>
        </p:nvSpPr>
        <p:spPr>
          <a:xfrm rot="5400000">
            <a:off x="5943825" y="12220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105</a:t>
            </a:r>
            <a:endParaRPr sz="1000">
              <a:latin typeface="Roboto"/>
              <a:ea typeface="Roboto"/>
              <a:cs typeface="Roboto"/>
              <a:sym typeface="Roboto"/>
            </a:endParaRPr>
          </a:p>
        </p:txBody>
      </p:sp>
      <p:sp>
        <p:nvSpPr>
          <p:cNvPr id="169" name="Google Shape;169;p24"/>
          <p:cNvSpPr/>
          <p:nvPr/>
        </p:nvSpPr>
        <p:spPr>
          <a:xfrm rot="5400000">
            <a:off x="6118725" y="12220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106</a:t>
            </a:r>
            <a:endParaRPr sz="1000">
              <a:latin typeface="Roboto"/>
              <a:ea typeface="Roboto"/>
              <a:cs typeface="Roboto"/>
              <a:sym typeface="Roboto"/>
            </a:endParaRPr>
          </a:p>
        </p:txBody>
      </p:sp>
      <p:sp>
        <p:nvSpPr>
          <p:cNvPr id="170" name="Google Shape;170;p24"/>
          <p:cNvSpPr/>
          <p:nvPr/>
        </p:nvSpPr>
        <p:spPr>
          <a:xfrm rot="5400000">
            <a:off x="6293625" y="12220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107</a:t>
            </a:r>
            <a:endParaRPr sz="1000">
              <a:latin typeface="Roboto"/>
              <a:ea typeface="Roboto"/>
              <a:cs typeface="Roboto"/>
              <a:sym typeface="Roboto"/>
            </a:endParaRPr>
          </a:p>
        </p:txBody>
      </p:sp>
      <p:sp>
        <p:nvSpPr>
          <p:cNvPr id="171" name="Google Shape;171;p24"/>
          <p:cNvSpPr/>
          <p:nvPr/>
        </p:nvSpPr>
        <p:spPr>
          <a:xfrm rot="5400000">
            <a:off x="6468525" y="12220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108</a:t>
            </a:r>
            <a:endParaRPr sz="1000">
              <a:latin typeface="Roboto"/>
              <a:ea typeface="Roboto"/>
              <a:cs typeface="Roboto"/>
              <a:sym typeface="Roboto"/>
            </a:endParaRPr>
          </a:p>
        </p:txBody>
      </p:sp>
      <p:sp>
        <p:nvSpPr>
          <p:cNvPr id="172" name="Google Shape;172;p24"/>
          <p:cNvSpPr/>
          <p:nvPr/>
        </p:nvSpPr>
        <p:spPr>
          <a:xfrm rot="5400000">
            <a:off x="6643425" y="12220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109</a:t>
            </a:r>
            <a:endParaRPr sz="1000">
              <a:latin typeface="Roboto"/>
              <a:ea typeface="Roboto"/>
              <a:cs typeface="Roboto"/>
              <a:sym typeface="Roboto"/>
            </a:endParaRPr>
          </a:p>
        </p:txBody>
      </p:sp>
      <p:sp>
        <p:nvSpPr>
          <p:cNvPr id="173" name="Google Shape;173;p24"/>
          <p:cNvSpPr/>
          <p:nvPr/>
        </p:nvSpPr>
        <p:spPr>
          <a:xfrm rot="5400000">
            <a:off x="6818325" y="12220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110</a:t>
            </a:r>
            <a:endParaRPr sz="1000">
              <a:latin typeface="Roboto"/>
              <a:ea typeface="Roboto"/>
              <a:cs typeface="Roboto"/>
              <a:sym typeface="Roboto"/>
            </a:endParaRPr>
          </a:p>
        </p:txBody>
      </p:sp>
      <p:sp>
        <p:nvSpPr>
          <p:cNvPr id="174" name="Google Shape;174;p24"/>
          <p:cNvSpPr/>
          <p:nvPr/>
        </p:nvSpPr>
        <p:spPr>
          <a:xfrm rot="5400000">
            <a:off x="6993225" y="12220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111</a:t>
            </a:r>
            <a:endParaRPr sz="1000">
              <a:latin typeface="Roboto"/>
              <a:ea typeface="Roboto"/>
              <a:cs typeface="Roboto"/>
              <a:sym typeface="Roboto"/>
            </a:endParaRPr>
          </a:p>
        </p:txBody>
      </p:sp>
      <p:sp>
        <p:nvSpPr>
          <p:cNvPr id="175" name="Google Shape;175;p24"/>
          <p:cNvSpPr/>
          <p:nvPr/>
        </p:nvSpPr>
        <p:spPr>
          <a:xfrm rot="5400000">
            <a:off x="7168125" y="12220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112</a:t>
            </a:r>
            <a:endParaRPr sz="1000">
              <a:latin typeface="Roboto"/>
              <a:ea typeface="Roboto"/>
              <a:cs typeface="Roboto"/>
              <a:sym typeface="Roboto"/>
            </a:endParaRPr>
          </a:p>
        </p:txBody>
      </p:sp>
      <p:sp>
        <p:nvSpPr>
          <p:cNvPr id="176" name="Google Shape;176;p24"/>
          <p:cNvSpPr/>
          <p:nvPr/>
        </p:nvSpPr>
        <p:spPr>
          <a:xfrm rot="5400000">
            <a:off x="7343025" y="12220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113</a:t>
            </a:r>
            <a:endParaRPr sz="1000">
              <a:latin typeface="Roboto"/>
              <a:ea typeface="Roboto"/>
              <a:cs typeface="Roboto"/>
              <a:sym typeface="Roboto"/>
            </a:endParaRPr>
          </a:p>
        </p:txBody>
      </p:sp>
      <p:sp>
        <p:nvSpPr>
          <p:cNvPr id="177" name="Google Shape;177;p24"/>
          <p:cNvSpPr/>
          <p:nvPr/>
        </p:nvSpPr>
        <p:spPr>
          <a:xfrm rot="5400000">
            <a:off x="7517925" y="12220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114</a:t>
            </a:r>
            <a:endParaRPr sz="1000">
              <a:latin typeface="Roboto"/>
              <a:ea typeface="Roboto"/>
              <a:cs typeface="Roboto"/>
              <a:sym typeface="Roboto"/>
            </a:endParaRPr>
          </a:p>
        </p:txBody>
      </p:sp>
      <p:sp>
        <p:nvSpPr>
          <p:cNvPr id="178" name="Google Shape;178;p24"/>
          <p:cNvSpPr/>
          <p:nvPr/>
        </p:nvSpPr>
        <p:spPr>
          <a:xfrm rot="5400000">
            <a:off x="7692825" y="12220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115</a:t>
            </a:r>
            <a:endParaRPr sz="1000">
              <a:latin typeface="Roboto"/>
              <a:ea typeface="Roboto"/>
              <a:cs typeface="Roboto"/>
              <a:sym typeface="Roboto"/>
            </a:endParaRPr>
          </a:p>
        </p:txBody>
      </p:sp>
      <p:sp>
        <p:nvSpPr>
          <p:cNvPr id="179" name="Google Shape;179;p24"/>
          <p:cNvSpPr/>
          <p:nvPr/>
        </p:nvSpPr>
        <p:spPr>
          <a:xfrm rot="5400000">
            <a:off x="7867725" y="12220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0" name="Google Shape;180;p24"/>
          <p:cNvSpPr/>
          <p:nvPr/>
        </p:nvSpPr>
        <p:spPr>
          <a:xfrm rot="5400000">
            <a:off x="5069325" y="6124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1" name="Google Shape;181;p24"/>
          <p:cNvSpPr/>
          <p:nvPr/>
        </p:nvSpPr>
        <p:spPr>
          <a:xfrm rot="5400000">
            <a:off x="5244225" y="6124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101</a:t>
            </a:r>
            <a:endParaRPr sz="1000">
              <a:latin typeface="Roboto"/>
              <a:ea typeface="Roboto"/>
              <a:cs typeface="Roboto"/>
              <a:sym typeface="Roboto"/>
            </a:endParaRPr>
          </a:p>
        </p:txBody>
      </p:sp>
      <p:sp>
        <p:nvSpPr>
          <p:cNvPr id="182" name="Google Shape;182;p24"/>
          <p:cNvSpPr/>
          <p:nvPr/>
        </p:nvSpPr>
        <p:spPr>
          <a:xfrm rot="5400000">
            <a:off x="5419125" y="6124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102</a:t>
            </a:r>
            <a:endParaRPr sz="1000">
              <a:latin typeface="Roboto"/>
              <a:ea typeface="Roboto"/>
              <a:cs typeface="Roboto"/>
              <a:sym typeface="Roboto"/>
            </a:endParaRPr>
          </a:p>
        </p:txBody>
      </p:sp>
      <p:sp>
        <p:nvSpPr>
          <p:cNvPr id="183" name="Google Shape;183;p24"/>
          <p:cNvSpPr/>
          <p:nvPr/>
        </p:nvSpPr>
        <p:spPr>
          <a:xfrm rot="5400000">
            <a:off x="5594025" y="6124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103</a:t>
            </a:r>
            <a:endParaRPr sz="1000">
              <a:latin typeface="Roboto"/>
              <a:ea typeface="Roboto"/>
              <a:cs typeface="Roboto"/>
              <a:sym typeface="Roboto"/>
            </a:endParaRPr>
          </a:p>
        </p:txBody>
      </p:sp>
      <p:sp>
        <p:nvSpPr>
          <p:cNvPr id="184" name="Google Shape;184;p24"/>
          <p:cNvSpPr/>
          <p:nvPr/>
        </p:nvSpPr>
        <p:spPr>
          <a:xfrm rot="5400000">
            <a:off x="5768925" y="6124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104</a:t>
            </a:r>
            <a:endParaRPr sz="1000">
              <a:latin typeface="Roboto"/>
              <a:ea typeface="Roboto"/>
              <a:cs typeface="Roboto"/>
              <a:sym typeface="Roboto"/>
            </a:endParaRPr>
          </a:p>
        </p:txBody>
      </p:sp>
      <p:sp>
        <p:nvSpPr>
          <p:cNvPr id="185" name="Google Shape;185;p24"/>
          <p:cNvSpPr/>
          <p:nvPr/>
        </p:nvSpPr>
        <p:spPr>
          <a:xfrm rot="5400000">
            <a:off x="5943825" y="6124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105</a:t>
            </a:r>
            <a:endParaRPr sz="1000">
              <a:latin typeface="Roboto"/>
              <a:ea typeface="Roboto"/>
              <a:cs typeface="Roboto"/>
              <a:sym typeface="Roboto"/>
            </a:endParaRPr>
          </a:p>
        </p:txBody>
      </p:sp>
      <p:sp>
        <p:nvSpPr>
          <p:cNvPr id="186" name="Google Shape;186;p24"/>
          <p:cNvSpPr/>
          <p:nvPr/>
        </p:nvSpPr>
        <p:spPr>
          <a:xfrm rot="5400000">
            <a:off x="6118725" y="6124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106</a:t>
            </a:r>
            <a:endParaRPr sz="1000">
              <a:latin typeface="Roboto"/>
              <a:ea typeface="Roboto"/>
              <a:cs typeface="Roboto"/>
              <a:sym typeface="Roboto"/>
            </a:endParaRPr>
          </a:p>
        </p:txBody>
      </p:sp>
      <p:sp>
        <p:nvSpPr>
          <p:cNvPr id="187" name="Google Shape;187;p24"/>
          <p:cNvSpPr/>
          <p:nvPr/>
        </p:nvSpPr>
        <p:spPr>
          <a:xfrm rot="5400000">
            <a:off x="6293625" y="6124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107</a:t>
            </a:r>
            <a:endParaRPr sz="1000">
              <a:latin typeface="Roboto"/>
              <a:ea typeface="Roboto"/>
              <a:cs typeface="Roboto"/>
              <a:sym typeface="Roboto"/>
            </a:endParaRPr>
          </a:p>
        </p:txBody>
      </p:sp>
      <p:sp>
        <p:nvSpPr>
          <p:cNvPr id="188" name="Google Shape;188;p24"/>
          <p:cNvSpPr/>
          <p:nvPr/>
        </p:nvSpPr>
        <p:spPr>
          <a:xfrm rot="5400000">
            <a:off x="6468525" y="612475"/>
            <a:ext cx="4359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108</a:t>
            </a:r>
            <a:endParaRPr sz="1000">
              <a:latin typeface="Roboto"/>
              <a:ea typeface="Roboto"/>
              <a:cs typeface="Roboto"/>
              <a:sym typeface="Roboto"/>
            </a:endParaRPr>
          </a:p>
        </p:txBody>
      </p:sp>
      <p:sp>
        <p:nvSpPr>
          <p:cNvPr id="189" name="Google Shape;189;p24"/>
          <p:cNvSpPr/>
          <p:nvPr/>
        </p:nvSpPr>
        <p:spPr>
          <a:xfrm rot="5400000">
            <a:off x="6643425" y="6124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109</a:t>
            </a:r>
            <a:endParaRPr sz="1000">
              <a:latin typeface="Roboto"/>
              <a:ea typeface="Roboto"/>
              <a:cs typeface="Roboto"/>
              <a:sym typeface="Roboto"/>
            </a:endParaRPr>
          </a:p>
        </p:txBody>
      </p:sp>
      <p:sp>
        <p:nvSpPr>
          <p:cNvPr id="190" name="Google Shape;190;p24"/>
          <p:cNvSpPr/>
          <p:nvPr/>
        </p:nvSpPr>
        <p:spPr>
          <a:xfrm rot="5400000">
            <a:off x="6818325" y="6124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110</a:t>
            </a:r>
            <a:endParaRPr sz="1000">
              <a:latin typeface="Roboto"/>
              <a:ea typeface="Roboto"/>
              <a:cs typeface="Roboto"/>
              <a:sym typeface="Roboto"/>
            </a:endParaRPr>
          </a:p>
        </p:txBody>
      </p:sp>
      <p:sp>
        <p:nvSpPr>
          <p:cNvPr id="191" name="Google Shape;191;p24"/>
          <p:cNvSpPr/>
          <p:nvPr/>
        </p:nvSpPr>
        <p:spPr>
          <a:xfrm rot="5400000">
            <a:off x="6993225" y="6124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111</a:t>
            </a:r>
            <a:endParaRPr sz="1000">
              <a:latin typeface="Roboto"/>
              <a:ea typeface="Roboto"/>
              <a:cs typeface="Roboto"/>
              <a:sym typeface="Roboto"/>
            </a:endParaRPr>
          </a:p>
        </p:txBody>
      </p:sp>
      <p:sp>
        <p:nvSpPr>
          <p:cNvPr id="192" name="Google Shape;192;p24"/>
          <p:cNvSpPr/>
          <p:nvPr/>
        </p:nvSpPr>
        <p:spPr>
          <a:xfrm rot="5400000">
            <a:off x="7168125" y="612475"/>
            <a:ext cx="435900" cy="174900"/>
          </a:xfrm>
          <a:prstGeom prst="rect">
            <a:avLst/>
          </a:prstGeom>
          <a:solidFill>
            <a:srgbClr val="FFFFF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112</a:t>
            </a:r>
            <a:endParaRPr sz="1000">
              <a:latin typeface="Roboto"/>
              <a:ea typeface="Roboto"/>
              <a:cs typeface="Roboto"/>
              <a:sym typeface="Roboto"/>
            </a:endParaRPr>
          </a:p>
        </p:txBody>
      </p:sp>
      <p:sp>
        <p:nvSpPr>
          <p:cNvPr id="193" name="Google Shape;193;p24"/>
          <p:cNvSpPr/>
          <p:nvPr/>
        </p:nvSpPr>
        <p:spPr>
          <a:xfrm rot="5400000">
            <a:off x="7343025" y="6124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113</a:t>
            </a:r>
            <a:endParaRPr sz="1000">
              <a:latin typeface="Roboto"/>
              <a:ea typeface="Roboto"/>
              <a:cs typeface="Roboto"/>
              <a:sym typeface="Roboto"/>
            </a:endParaRPr>
          </a:p>
        </p:txBody>
      </p:sp>
      <p:sp>
        <p:nvSpPr>
          <p:cNvPr id="194" name="Google Shape;194;p24"/>
          <p:cNvSpPr/>
          <p:nvPr/>
        </p:nvSpPr>
        <p:spPr>
          <a:xfrm rot="5400000">
            <a:off x="7517925" y="6124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114</a:t>
            </a:r>
            <a:endParaRPr sz="1000">
              <a:latin typeface="Roboto"/>
              <a:ea typeface="Roboto"/>
              <a:cs typeface="Roboto"/>
              <a:sym typeface="Roboto"/>
            </a:endParaRPr>
          </a:p>
        </p:txBody>
      </p:sp>
      <p:sp>
        <p:nvSpPr>
          <p:cNvPr id="195" name="Google Shape;195;p24"/>
          <p:cNvSpPr/>
          <p:nvPr/>
        </p:nvSpPr>
        <p:spPr>
          <a:xfrm rot="5400000">
            <a:off x="7692825" y="6124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115</a:t>
            </a:r>
            <a:endParaRPr sz="1000">
              <a:latin typeface="Roboto"/>
              <a:ea typeface="Roboto"/>
              <a:cs typeface="Roboto"/>
              <a:sym typeface="Roboto"/>
            </a:endParaRPr>
          </a:p>
        </p:txBody>
      </p:sp>
      <p:sp>
        <p:nvSpPr>
          <p:cNvPr id="196" name="Google Shape;196;p24"/>
          <p:cNvSpPr/>
          <p:nvPr/>
        </p:nvSpPr>
        <p:spPr>
          <a:xfrm rot="5400000">
            <a:off x="7867725" y="612475"/>
            <a:ext cx="4359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7" name="Google Shape;197;p24"/>
          <p:cNvSpPr/>
          <p:nvPr/>
        </p:nvSpPr>
        <p:spPr>
          <a:xfrm rot="5400000">
            <a:off x="6642527" y="87625"/>
            <a:ext cx="435900" cy="1224600"/>
          </a:xfrm>
          <a:prstGeom prst="rect">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
        <p:nvSpPr>
          <p:cNvPr id="198" name="Google Shape;198;p24"/>
          <p:cNvSpPr/>
          <p:nvPr/>
        </p:nvSpPr>
        <p:spPr>
          <a:xfrm rot="5400000">
            <a:off x="5594355" y="263875"/>
            <a:ext cx="435900" cy="8721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
        <p:nvSpPr>
          <p:cNvPr id="199" name="Google Shape;199;p24"/>
          <p:cNvSpPr/>
          <p:nvPr/>
        </p:nvSpPr>
        <p:spPr>
          <a:xfrm rot="5400000">
            <a:off x="6730050" y="609625"/>
            <a:ext cx="435900" cy="1399800"/>
          </a:xfrm>
          <a:prstGeom prst="rect">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
        <p:nvSpPr>
          <p:cNvPr id="200" name="Google Shape;200;p24"/>
          <p:cNvSpPr/>
          <p:nvPr/>
        </p:nvSpPr>
        <p:spPr>
          <a:xfrm rot="5400000">
            <a:off x="5594355" y="873475"/>
            <a:ext cx="435900" cy="8721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
        <p:nvSpPr>
          <p:cNvPr id="201" name="Google Shape;201;p24"/>
          <p:cNvSpPr/>
          <p:nvPr/>
        </p:nvSpPr>
        <p:spPr>
          <a:xfrm rot="5400000">
            <a:off x="6817775" y="1131475"/>
            <a:ext cx="435900" cy="1575300"/>
          </a:xfrm>
          <a:prstGeom prst="rect">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
        <p:nvSpPr>
          <p:cNvPr id="202" name="Google Shape;202;p24"/>
          <p:cNvSpPr/>
          <p:nvPr/>
        </p:nvSpPr>
        <p:spPr>
          <a:xfrm rot="5400000">
            <a:off x="5594355" y="1483075"/>
            <a:ext cx="435900" cy="8721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20"/>
        <p:cNvGrpSpPr/>
        <p:nvPr/>
      </p:nvGrpSpPr>
      <p:grpSpPr>
        <a:xfrm>
          <a:off x="0" y="0"/>
          <a:ext cx="0" cy="0"/>
          <a:chOff x="0" y="0"/>
          <a:chExt cx="0" cy="0"/>
        </a:xfrm>
      </p:grpSpPr>
      <p:sp>
        <p:nvSpPr>
          <p:cNvPr id="1821" name="Google Shape;1821;p53"/>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lvl="0">
              <a:buClr>
                <a:schemeClr val="dk1"/>
              </a:buClr>
              <a:buSzPts val="1100"/>
            </a:pPr>
            <a:r>
              <a:rPr lang="en" dirty="0">
                <a:solidFill>
                  <a:schemeClr val="accent3"/>
                </a:solidFill>
              </a:rPr>
              <a:t>Q1. </a:t>
            </a:r>
            <a:r>
              <a:rPr lang="en-US" altLang="zh-CN" dirty="0"/>
              <a:t>TCP Congestion Control </a:t>
            </a:r>
            <a:endParaRPr dirty="0"/>
          </a:p>
        </p:txBody>
      </p:sp>
      <p:sp>
        <p:nvSpPr>
          <p:cNvPr id="1822" name="Google Shape;1822;p53"/>
          <p:cNvSpPr txBox="1">
            <a:spLocks noGrp="1"/>
          </p:cNvSpPr>
          <p:nvPr>
            <p:ph type="body" idx="1"/>
          </p:nvPr>
        </p:nvSpPr>
        <p:spPr>
          <a:xfrm>
            <a:off x="107050" y="402200"/>
            <a:ext cx="8909700" cy="4544200"/>
          </a:xfrm>
          <a:prstGeom prst="rect">
            <a:avLst/>
          </a:prstGeom>
        </p:spPr>
        <p:txBody>
          <a:bodyPr spcFirstLastPara="1" wrap="square" lIns="91425" tIns="91425" rIns="91425" bIns="91425" anchor="t" anchorCtr="0">
            <a:normAutofit fontScale="92500" lnSpcReduction="20000"/>
          </a:bodyPr>
          <a:lstStyle/>
          <a:p>
            <a:pPr marL="0" lvl="0" indent="0">
              <a:buNone/>
            </a:pPr>
            <a:r>
              <a:rPr lang="en-US" dirty="0"/>
              <a:t>Assumptions for the entire question:</a:t>
            </a:r>
          </a:p>
          <a:p>
            <a:pPr marL="0" lvl="0" indent="0">
              <a:buNone/>
            </a:pPr>
            <a:r>
              <a:rPr lang="en-US" dirty="0"/>
              <a:t>• All TCP values are measured in packets (not bytes), unless otherwise specified.</a:t>
            </a:r>
          </a:p>
          <a:p>
            <a:pPr marL="0" lvl="0" indent="0">
              <a:buNone/>
            </a:pPr>
            <a:r>
              <a:rPr lang="en-US" dirty="0"/>
              <a:t>• The sender always has new data to send, and RWND is very large.</a:t>
            </a:r>
          </a:p>
          <a:p>
            <a:pPr marL="0" lvl="0" indent="0">
              <a:buNone/>
            </a:pPr>
            <a:r>
              <a:rPr lang="en-US" dirty="0"/>
              <a:t>Q1.1 Immediately after the TCP handshake, suppose you set CWND = 5 packets.</a:t>
            </a:r>
          </a:p>
          <a:p>
            <a:pPr marL="0" lvl="0" indent="0">
              <a:buNone/>
            </a:pPr>
            <a:r>
              <a:rPr lang="en-US" dirty="0"/>
              <a:t>In general (not necessarily for this flow), why might senders initialize CWND to 5, instead of 1?</a:t>
            </a:r>
          </a:p>
          <a:p>
            <a:pPr marL="0" lvl="0" indent="0">
              <a:buNone/>
            </a:pPr>
            <a:r>
              <a:rPr lang="en-US" altLang="zh-CN" b="1" dirty="0"/>
              <a:t>ANS: </a:t>
            </a:r>
            <a:r>
              <a:rPr lang="en-US" altLang="zh-CN" dirty="0"/>
              <a:t>To improve performance for short flows</a:t>
            </a:r>
          </a:p>
          <a:p>
            <a:pPr marL="0" lvl="0" indent="0">
              <a:buNone/>
            </a:pPr>
            <a:r>
              <a:rPr lang="en-US" altLang="zh-CN" dirty="0"/>
              <a:t>Explanation: If CWND is initialized to 1, then a short flow with just a few packets would take unnecessarily long to complete, since the window is still growing by the time the connection is complete. By initializing CWND to a higher number like 5, a short flow can send most (or all) of its packets right away. Initializing CWND to a higher number doesn’t help to prevent cheating, and it doesn’t help distinguish congestion and corruption. For long flows, only the first few packets are affected by the higher initial value of CWND, and the performance for the rest of the connection doesn’t change, so the overall performance impact is negligible</a:t>
            </a:r>
            <a:endParaRPr lang="en-US" dirty="0"/>
          </a:p>
        </p:txBody>
      </p:sp>
      <p:sp>
        <p:nvSpPr>
          <p:cNvPr id="2" name="Slide Number Placeholder 1">
            <a:extLst>
              <a:ext uri="{FF2B5EF4-FFF2-40B4-BE49-F238E27FC236}">
                <a16:creationId xmlns:a16="http://schemas.microsoft.com/office/drawing/2014/main" id="{A6DFB041-BB88-F60F-06EA-82433024A6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BD391-AE58-22CB-07DE-96A2F20ED1C8}"/>
              </a:ext>
            </a:extLst>
          </p:cNvPr>
          <p:cNvSpPr>
            <a:spLocks noGrp="1"/>
          </p:cNvSpPr>
          <p:nvPr>
            <p:ph type="title"/>
          </p:nvPr>
        </p:nvSpPr>
        <p:spPr/>
        <p:txBody>
          <a:bodyPr/>
          <a:lstStyle/>
          <a:p>
            <a:endParaRPr lang="zh-CN" altLang="en-US"/>
          </a:p>
        </p:txBody>
      </p:sp>
      <p:sp>
        <p:nvSpPr>
          <p:cNvPr id="3" name="Text Placeholder 2">
            <a:extLst>
              <a:ext uri="{FF2B5EF4-FFF2-40B4-BE49-F238E27FC236}">
                <a16:creationId xmlns:a16="http://schemas.microsoft.com/office/drawing/2014/main" id="{BA7D8738-1B30-6CAE-9EE3-D296174A29E5}"/>
              </a:ext>
            </a:extLst>
          </p:cNvPr>
          <p:cNvSpPr>
            <a:spLocks noGrp="1"/>
          </p:cNvSpPr>
          <p:nvPr>
            <p:ph type="body" idx="1"/>
          </p:nvPr>
        </p:nvSpPr>
        <p:spPr/>
        <p:txBody>
          <a:bodyPr/>
          <a:lstStyle/>
          <a:p>
            <a:pPr marL="114300" indent="0">
              <a:buNone/>
            </a:pPr>
            <a:r>
              <a:rPr lang="en-US" altLang="zh-CN" dirty="0"/>
              <a:t>Immediately after the TCP handshake, you are in Slow Start mode, with the following settings:</a:t>
            </a:r>
          </a:p>
          <a:p>
            <a:pPr marL="114300" indent="0">
              <a:buNone/>
            </a:pPr>
            <a:r>
              <a:rPr lang="en-US" altLang="zh-CN" dirty="0"/>
              <a:t>• CWND = 5, SSTHRESH = ∞</a:t>
            </a:r>
          </a:p>
          <a:p>
            <a:pPr marL="114300" indent="0">
              <a:buNone/>
            </a:pPr>
            <a:r>
              <a:rPr lang="en-US" altLang="zh-CN" dirty="0"/>
              <a:t>• The sender’s first data packet has sequence number #20</a:t>
            </a:r>
          </a:p>
          <a:p>
            <a:pPr marL="114300" indent="0">
              <a:buNone/>
            </a:pPr>
            <a:r>
              <a:rPr lang="en-US" altLang="zh-CN" dirty="0"/>
              <a:t>Q1.2 Suppose you receive an ack to request packet #21 (i.e. the receiver has received packet #20, and sends you an ack). At this point, which packets are allowed to be in flight? Select all that apply.</a:t>
            </a:r>
          </a:p>
          <a:p>
            <a:pPr marL="114300" indent="0">
              <a:buNone/>
            </a:pPr>
            <a:r>
              <a:rPr lang="en-US" altLang="zh-CN" b="1" dirty="0"/>
              <a:t>ANS: </a:t>
            </a:r>
            <a:r>
              <a:rPr lang="en-US" altLang="zh-CN" dirty="0"/>
              <a:t>#21-#26</a:t>
            </a:r>
            <a:endParaRPr lang="en-US" altLang="zh-CN" b="1" dirty="0"/>
          </a:p>
          <a:p>
            <a:pPr marL="114300" indent="0">
              <a:buNone/>
            </a:pPr>
            <a:r>
              <a:rPr lang="en-US" altLang="zh-CN" dirty="0"/>
              <a:t>The first un-</a:t>
            </a:r>
            <a:r>
              <a:rPr lang="en-US" altLang="zh-CN" dirty="0" err="1"/>
              <a:t>acked</a:t>
            </a:r>
            <a:r>
              <a:rPr lang="en-US" altLang="zh-CN" dirty="0"/>
              <a:t> packet is #21, so this is the start of our window. The window size was 5, but in slow-start mode, each new ack increases our window by 1. The ack for </a:t>
            </a:r>
            <a:r>
              <a:rPr lang="en-US" altLang="zh-CN"/>
              <a:t>#21 </a:t>
            </a:r>
            <a:r>
              <a:rPr lang="en-US" altLang="zh-CN" dirty="0"/>
              <a:t>has increased our window to 5 + 1 = 6. Our window starts at #21 and is 6 packets large, so it allows us to send #21 through #26, inclusive</a:t>
            </a:r>
            <a:endParaRPr lang="zh-CN" altLang="en-US" dirty="0"/>
          </a:p>
        </p:txBody>
      </p:sp>
    </p:spTree>
    <p:extLst>
      <p:ext uri="{BB962C8B-B14F-4D97-AF65-F5344CB8AC3E}">
        <p14:creationId xmlns:p14="http://schemas.microsoft.com/office/powerpoint/2010/main" val="2224016152"/>
      </p:ext>
    </p:extLst>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TotalTime>
  <Words>817</Words>
  <Application>Microsoft Office PowerPoint</Application>
  <PresentationFormat>On-screen Show (16:9)</PresentationFormat>
  <Paragraphs>104</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Roboto Medium</vt:lpstr>
      <vt:lpstr>Roboto</vt:lpstr>
      <vt:lpstr>Roboto Light</vt:lpstr>
      <vt:lpstr>Arial</vt:lpstr>
      <vt:lpstr>Simple Lecture</vt:lpstr>
      <vt:lpstr>PowerPoint Presentation</vt:lpstr>
      <vt:lpstr>Q1. TCP Congestion Control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Zonghua Gu</cp:lastModifiedBy>
  <cp:revision>8</cp:revision>
  <dcterms:modified xsi:type="dcterms:W3CDTF">2026-04-30T18:21:34Z</dcterms:modified>
</cp:coreProperties>
</file>